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6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49040" cy="149040"/>
          </a:xfrm>
          <a:custGeom>
            <a:avLst/>
            <a:gdLst/>
            <a:ahLst/>
            <a:rect l="0" t="0" r="r" b="b"/>
            <a:pathLst>
              <a:path w="414" h="414">
                <a:moveTo>
                  <a:pt x="0" y="0"/>
                </a:moveTo>
                <a:lnTo>
                  <a:pt x="0" y="414"/>
                </a:lnTo>
                <a:lnTo>
                  <a:pt x="414" y="0"/>
                </a:lnTo>
                <a:lnTo>
                  <a:pt x="0" y="0"/>
                </a:lnTo>
                <a:close/>
              </a:path>
            </a:pathLst>
          </a:custGeom>
          <a:solidFill>
            <a:srgbClr val="0D2B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413" y="0"/>
                </a:moveTo>
                <a:lnTo>
                  <a:pt x="0" y="413"/>
                </a:lnTo>
                <a:lnTo>
                  <a:pt x="0" y="827"/>
                </a:lnTo>
                <a:lnTo>
                  <a:pt x="827" y="0"/>
                </a:lnTo>
                <a:lnTo>
                  <a:pt x="413" y="0"/>
                </a:lnTo>
                <a:close/>
              </a:path>
            </a:pathLst>
          </a:custGeom>
          <a:solidFill>
            <a:srgbClr val="0D2C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827" y="0"/>
                </a:moveTo>
                <a:lnTo>
                  <a:pt x="0" y="827"/>
                </a:lnTo>
                <a:lnTo>
                  <a:pt x="0" y="1241"/>
                </a:lnTo>
                <a:lnTo>
                  <a:pt x="1241" y="0"/>
                </a:lnTo>
                <a:lnTo>
                  <a:pt x="827" y="0"/>
                </a:lnTo>
                <a:close/>
              </a:path>
            </a:pathLst>
          </a:custGeom>
          <a:solidFill>
            <a:srgbClr val="0D2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241" y="0"/>
                </a:moveTo>
                <a:lnTo>
                  <a:pt x="0" y="1241"/>
                </a:lnTo>
                <a:lnTo>
                  <a:pt x="0" y="1654"/>
                </a:lnTo>
                <a:lnTo>
                  <a:pt x="1654" y="0"/>
                </a:lnTo>
                <a:lnTo>
                  <a:pt x="1241" y="0"/>
                </a:lnTo>
                <a:close/>
              </a:path>
            </a:pathLst>
          </a:custGeom>
          <a:solidFill>
            <a:srgbClr val="0D2D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744480" cy="744480"/>
          </a:xfrm>
          <a:custGeom>
            <a:avLst/>
            <a:gdLst/>
            <a:ahLst/>
            <a:rect l="0" t="0" r="r" b="b"/>
            <a:pathLst>
              <a:path w="2068" h="2068">
                <a:moveTo>
                  <a:pt x="1654" y="0"/>
                </a:moveTo>
                <a:lnTo>
                  <a:pt x="0" y="1654"/>
                </a:lnTo>
                <a:lnTo>
                  <a:pt x="0" y="2068"/>
                </a:lnTo>
                <a:lnTo>
                  <a:pt x="2068" y="0"/>
                </a:lnTo>
                <a:lnTo>
                  <a:pt x="1654" y="0"/>
                </a:lnTo>
                <a:close/>
              </a:path>
            </a:pathLst>
          </a:custGeom>
          <a:solidFill>
            <a:srgbClr val="0D2D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068" y="0"/>
                </a:moveTo>
                <a:lnTo>
                  <a:pt x="0" y="2068"/>
                </a:lnTo>
                <a:lnTo>
                  <a:pt x="0" y="2481"/>
                </a:lnTo>
                <a:lnTo>
                  <a:pt x="2481" y="0"/>
                </a:lnTo>
                <a:lnTo>
                  <a:pt x="2068" y="0"/>
                </a:lnTo>
                <a:close/>
              </a:path>
            </a:pathLst>
          </a:custGeom>
          <a:solidFill>
            <a:srgbClr val="0E2E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041840" cy="1041840"/>
          </a:xfrm>
          <a:custGeom>
            <a:avLst/>
            <a:gdLst/>
            <a:ahLst/>
            <a:rect l="0" t="0" r="r" b="b"/>
            <a:pathLst>
              <a:path w="2894" h="2894">
                <a:moveTo>
                  <a:pt x="2481" y="0"/>
                </a:moveTo>
                <a:lnTo>
                  <a:pt x="0" y="2481"/>
                </a:lnTo>
                <a:lnTo>
                  <a:pt x="0" y="2894"/>
                </a:lnTo>
                <a:lnTo>
                  <a:pt x="2894" y="0"/>
                </a:lnTo>
                <a:lnTo>
                  <a:pt x="2481" y="0"/>
                </a:lnTo>
                <a:close/>
              </a:path>
            </a:pathLst>
          </a:custGeom>
          <a:solidFill>
            <a:srgbClr val="0E2E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2894" y="0"/>
                </a:moveTo>
                <a:lnTo>
                  <a:pt x="0" y="2894"/>
                </a:lnTo>
                <a:lnTo>
                  <a:pt x="0" y="3308"/>
                </a:lnTo>
                <a:lnTo>
                  <a:pt x="3308" y="0"/>
                </a:lnTo>
                <a:lnTo>
                  <a:pt x="2894" y="0"/>
                </a:lnTo>
                <a:close/>
              </a:path>
            </a:pathLst>
          </a:custGeom>
          <a:solidFill>
            <a:srgbClr val="0E2F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339560" cy="1339560"/>
          </a:xfrm>
          <a:custGeom>
            <a:avLst/>
            <a:gdLst/>
            <a:ahLst/>
            <a:rect l="0" t="0" r="r" b="b"/>
            <a:pathLst>
              <a:path w="3721" h="3721">
                <a:moveTo>
                  <a:pt x="3308" y="0"/>
                </a:moveTo>
                <a:lnTo>
                  <a:pt x="0" y="3308"/>
                </a:lnTo>
                <a:lnTo>
                  <a:pt x="0" y="3721"/>
                </a:lnTo>
                <a:lnTo>
                  <a:pt x="372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E2F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3721" y="0"/>
                </a:moveTo>
                <a:lnTo>
                  <a:pt x="0" y="3721"/>
                </a:lnTo>
                <a:lnTo>
                  <a:pt x="0" y="4135"/>
                </a:lnTo>
                <a:lnTo>
                  <a:pt x="4135" y="0"/>
                </a:lnTo>
                <a:lnTo>
                  <a:pt x="3721" y="0"/>
                </a:lnTo>
                <a:close/>
              </a:path>
            </a:pathLst>
          </a:custGeom>
          <a:solidFill>
            <a:srgbClr val="0E3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1637280" cy="1637280"/>
          </a:xfrm>
          <a:custGeom>
            <a:avLst/>
            <a:gdLst/>
            <a:ahLst/>
            <a:rect l="0" t="0" r="r" b="b"/>
            <a:pathLst>
              <a:path w="4548" h="4548">
                <a:moveTo>
                  <a:pt x="4135" y="0"/>
                </a:moveTo>
                <a:lnTo>
                  <a:pt x="0" y="4135"/>
                </a:lnTo>
                <a:lnTo>
                  <a:pt x="0" y="4548"/>
                </a:lnTo>
                <a:lnTo>
                  <a:pt x="4548" y="0"/>
                </a:lnTo>
                <a:lnTo>
                  <a:pt x="4135" y="0"/>
                </a:lnTo>
                <a:close/>
              </a:path>
            </a:pathLst>
          </a:custGeom>
          <a:solidFill>
            <a:srgbClr val="0E3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4548" y="0"/>
                </a:moveTo>
                <a:lnTo>
                  <a:pt x="0" y="4548"/>
                </a:lnTo>
                <a:lnTo>
                  <a:pt x="0" y="4961"/>
                </a:lnTo>
                <a:lnTo>
                  <a:pt x="4961" y="0"/>
                </a:lnTo>
                <a:lnTo>
                  <a:pt x="4548" y="0"/>
                </a:lnTo>
                <a:close/>
              </a:path>
            </a:pathLst>
          </a:custGeom>
          <a:solidFill>
            <a:srgbClr val="0E31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935000" cy="1935000"/>
          </a:xfrm>
          <a:custGeom>
            <a:avLst/>
            <a:gdLst/>
            <a:ahLst/>
            <a:rect l="0" t="0" r="r" b="b"/>
            <a:pathLst>
              <a:path w="5375" h="5375">
                <a:moveTo>
                  <a:pt x="4961" y="0"/>
                </a:moveTo>
                <a:lnTo>
                  <a:pt x="0" y="4961"/>
                </a:lnTo>
                <a:lnTo>
                  <a:pt x="0" y="5375"/>
                </a:lnTo>
                <a:lnTo>
                  <a:pt x="537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0E32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2083680" cy="2083680"/>
          </a:xfrm>
          <a:custGeom>
            <a:avLst/>
            <a:gdLst/>
            <a:ahLst/>
            <a:rect l="0" t="0" r="r" b="b"/>
            <a:pathLst>
              <a:path w="5788" h="5788">
                <a:moveTo>
                  <a:pt x="5375" y="0"/>
                </a:moveTo>
                <a:lnTo>
                  <a:pt x="0" y="5375"/>
                </a:lnTo>
                <a:lnTo>
                  <a:pt x="0" y="5788"/>
                </a:lnTo>
                <a:lnTo>
                  <a:pt x="5788" y="0"/>
                </a:lnTo>
                <a:lnTo>
                  <a:pt x="5375" y="0"/>
                </a:lnTo>
                <a:close/>
              </a:path>
            </a:pathLst>
          </a:custGeom>
          <a:solidFill>
            <a:srgbClr val="0E32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5788" y="0"/>
                </a:moveTo>
                <a:lnTo>
                  <a:pt x="0" y="5788"/>
                </a:lnTo>
                <a:lnTo>
                  <a:pt x="0" y="6202"/>
                </a:lnTo>
                <a:lnTo>
                  <a:pt x="6202" y="0"/>
                </a:lnTo>
                <a:lnTo>
                  <a:pt x="5788" y="0"/>
                </a:lnTo>
                <a:close/>
              </a:path>
            </a:pathLst>
          </a:custGeom>
          <a:solidFill>
            <a:srgbClr val="0E33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202" y="0"/>
                </a:moveTo>
                <a:lnTo>
                  <a:pt x="0" y="6202"/>
                </a:lnTo>
                <a:lnTo>
                  <a:pt x="0" y="6615"/>
                </a:lnTo>
                <a:lnTo>
                  <a:pt x="6615" y="0"/>
                </a:lnTo>
                <a:lnTo>
                  <a:pt x="6202" y="0"/>
                </a:lnTo>
                <a:close/>
              </a:path>
            </a:pathLst>
          </a:custGeom>
          <a:solidFill>
            <a:srgbClr val="0F33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0" y="0"/>
            <a:ext cx="2530080" cy="2530080"/>
          </a:xfrm>
          <a:custGeom>
            <a:avLst/>
            <a:gdLst/>
            <a:ahLst/>
            <a:rect l="0" t="0" r="r" b="b"/>
            <a:pathLst>
              <a:path w="7028" h="7028">
                <a:moveTo>
                  <a:pt x="6615" y="0"/>
                </a:moveTo>
                <a:lnTo>
                  <a:pt x="0" y="6615"/>
                </a:lnTo>
                <a:lnTo>
                  <a:pt x="0" y="7028"/>
                </a:lnTo>
                <a:lnTo>
                  <a:pt x="7028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F3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0" y="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028" y="0"/>
                </a:moveTo>
                <a:lnTo>
                  <a:pt x="0" y="7028"/>
                </a:lnTo>
                <a:lnTo>
                  <a:pt x="0" y="7442"/>
                </a:lnTo>
                <a:lnTo>
                  <a:pt x="7442" y="0"/>
                </a:lnTo>
                <a:lnTo>
                  <a:pt x="7028" y="0"/>
                </a:lnTo>
                <a:close/>
              </a:path>
            </a:pathLst>
          </a:custGeom>
          <a:solidFill>
            <a:srgbClr val="0F34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2827800" cy="2827800"/>
          </a:xfrm>
          <a:custGeom>
            <a:avLst/>
            <a:gdLst/>
            <a:ahLst/>
            <a:rect l="0" t="0" r="r" b="b"/>
            <a:pathLst>
              <a:path w="7855" h="7855">
                <a:moveTo>
                  <a:pt x="7442" y="0"/>
                </a:moveTo>
                <a:lnTo>
                  <a:pt x="0" y="7442"/>
                </a:lnTo>
                <a:lnTo>
                  <a:pt x="0" y="7855"/>
                </a:lnTo>
                <a:lnTo>
                  <a:pt x="7855" y="0"/>
                </a:lnTo>
                <a:lnTo>
                  <a:pt x="7442" y="0"/>
                </a:lnTo>
                <a:close/>
              </a:path>
            </a:pathLst>
          </a:custGeom>
          <a:solidFill>
            <a:srgbClr val="0F35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7855" y="0"/>
                </a:moveTo>
                <a:lnTo>
                  <a:pt x="0" y="7855"/>
                </a:lnTo>
                <a:lnTo>
                  <a:pt x="0" y="8269"/>
                </a:lnTo>
                <a:lnTo>
                  <a:pt x="8269" y="0"/>
                </a:lnTo>
                <a:lnTo>
                  <a:pt x="7855" y="0"/>
                </a:lnTo>
                <a:close/>
              </a:path>
            </a:pathLst>
          </a:custGeom>
          <a:solidFill>
            <a:srgbClr val="0F35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0" y="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269" y="0"/>
                </a:moveTo>
                <a:lnTo>
                  <a:pt x="0" y="8269"/>
                </a:lnTo>
                <a:lnTo>
                  <a:pt x="0" y="8682"/>
                </a:lnTo>
                <a:lnTo>
                  <a:pt x="868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0F36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8682" y="0"/>
                </a:moveTo>
                <a:lnTo>
                  <a:pt x="0" y="8682"/>
                </a:lnTo>
                <a:lnTo>
                  <a:pt x="0" y="9096"/>
                </a:lnTo>
                <a:lnTo>
                  <a:pt x="9096" y="0"/>
                </a:lnTo>
                <a:lnTo>
                  <a:pt x="8682" y="0"/>
                </a:lnTo>
                <a:close/>
              </a:path>
            </a:pathLst>
          </a:custGeom>
          <a:solidFill>
            <a:srgbClr val="0F36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3423240" cy="3423240"/>
          </a:xfrm>
          <a:custGeom>
            <a:avLst/>
            <a:gdLst/>
            <a:ahLst/>
            <a:rect l="0" t="0" r="r" b="b"/>
            <a:pathLst>
              <a:path w="9509" h="9509">
                <a:moveTo>
                  <a:pt x="9096" y="0"/>
                </a:moveTo>
                <a:lnTo>
                  <a:pt x="0" y="9096"/>
                </a:lnTo>
                <a:lnTo>
                  <a:pt x="0" y="9509"/>
                </a:lnTo>
                <a:lnTo>
                  <a:pt x="9509" y="0"/>
                </a:lnTo>
                <a:lnTo>
                  <a:pt x="9096" y="0"/>
                </a:lnTo>
                <a:close/>
              </a:path>
            </a:pathLst>
          </a:custGeom>
          <a:solidFill>
            <a:srgbClr val="0F37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9509" y="0"/>
                </a:moveTo>
                <a:lnTo>
                  <a:pt x="0" y="9509"/>
                </a:lnTo>
                <a:lnTo>
                  <a:pt x="0" y="9922"/>
                </a:lnTo>
                <a:lnTo>
                  <a:pt x="9922" y="0"/>
                </a:lnTo>
                <a:lnTo>
                  <a:pt x="9509" y="0"/>
                </a:lnTo>
                <a:close/>
              </a:path>
            </a:pathLst>
          </a:custGeom>
          <a:solidFill>
            <a:srgbClr val="0F37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3720960" cy="3720960"/>
          </a:xfrm>
          <a:custGeom>
            <a:avLst/>
            <a:gdLst/>
            <a:ahLst/>
            <a:rect l="0" t="0" r="r" b="b"/>
            <a:pathLst>
              <a:path w="10336" h="10336">
                <a:moveTo>
                  <a:pt x="9922" y="0"/>
                </a:moveTo>
                <a:lnTo>
                  <a:pt x="0" y="9922"/>
                </a:lnTo>
                <a:lnTo>
                  <a:pt x="0" y="10336"/>
                </a:lnTo>
                <a:lnTo>
                  <a:pt x="1033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F386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3869640" cy="3869640"/>
          </a:xfrm>
          <a:custGeom>
            <a:avLst/>
            <a:gdLst/>
            <a:ahLst/>
            <a:rect l="0" t="0" r="r" b="b"/>
            <a:pathLst>
              <a:path w="10749" h="10749">
                <a:moveTo>
                  <a:pt x="10336" y="0"/>
                </a:moveTo>
                <a:lnTo>
                  <a:pt x="0" y="10336"/>
                </a:lnTo>
                <a:lnTo>
                  <a:pt x="0" y="10749"/>
                </a:lnTo>
                <a:lnTo>
                  <a:pt x="10749" y="0"/>
                </a:lnTo>
                <a:lnTo>
                  <a:pt x="10336" y="0"/>
                </a:lnTo>
                <a:close/>
              </a:path>
            </a:pathLst>
          </a:custGeom>
          <a:solidFill>
            <a:srgbClr val="1038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0" y="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0749" y="0"/>
                </a:moveTo>
                <a:lnTo>
                  <a:pt x="0" y="10749"/>
                </a:lnTo>
                <a:lnTo>
                  <a:pt x="0" y="11163"/>
                </a:lnTo>
                <a:lnTo>
                  <a:pt x="11163" y="0"/>
                </a:lnTo>
                <a:lnTo>
                  <a:pt x="10749" y="0"/>
                </a:lnTo>
                <a:close/>
              </a:path>
            </a:pathLst>
          </a:custGeom>
          <a:solidFill>
            <a:srgbClr val="1039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163" y="0"/>
                </a:moveTo>
                <a:lnTo>
                  <a:pt x="0" y="11163"/>
                </a:lnTo>
                <a:lnTo>
                  <a:pt x="0" y="11576"/>
                </a:lnTo>
                <a:lnTo>
                  <a:pt x="11576" y="0"/>
                </a:lnTo>
                <a:lnTo>
                  <a:pt x="11163" y="0"/>
                </a:lnTo>
                <a:close/>
              </a:path>
            </a:pathLst>
          </a:custGeom>
          <a:solidFill>
            <a:srgbClr val="1039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0" y="0"/>
            <a:ext cx="4316040" cy="4316040"/>
          </a:xfrm>
          <a:custGeom>
            <a:avLst/>
            <a:gdLst/>
            <a:ahLst/>
            <a:rect l="0" t="0" r="r" b="b"/>
            <a:pathLst>
              <a:path w="11989" h="11989">
                <a:moveTo>
                  <a:pt x="11576" y="0"/>
                </a:moveTo>
                <a:lnTo>
                  <a:pt x="0" y="11576"/>
                </a:lnTo>
                <a:lnTo>
                  <a:pt x="0" y="11989"/>
                </a:lnTo>
                <a:lnTo>
                  <a:pt x="11989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103A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0" y="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1989" y="0"/>
                </a:moveTo>
                <a:lnTo>
                  <a:pt x="0" y="11989"/>
                </a:lnTo>
                <a:lnTo>
                  <a:pt x="0" y="12403"/>
                </a:lnTo>
                <a:lnTo>
                  <a:pt x="12403" y="0"/>
                </a:lnTo>
                <a:lnTo>
                  <a:pt x="11989" y="0"/>
                </a:lnTo>
                <a:close/>
              </a:path>
            </a:pathLst>
          </a:custGeom>
          <a:solidFill>
            <a:srgbClr val="103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4613760" cy="4613760"/>
          </a:xfrm>
          <a:custGeom>
            <a:avLst/>
            <a:gdLst/>
            <a:ahLst/>
            <a:rect l="0" t="0" r="r" b="b"/>
            <a:pathLst>
              <a:path w="12816" h="12816">
                <a:moveTo>
                  <a:pt x="12403" y="0"/>
                </a:moveTo>
                <a:lnTo>
                  <a:pt x="0" y="12403"/>
                </a:lnTo>
                <a:lnTo>
                  <a:pt x="0" y="12816"/>
                </a:lnTo>
                <a:lnTo>
                  <a:pt x="12816" y="0"/>
                </a:lnTo>
                <a:lnTo>
                  <a:pt x="12403" y="0"/>
                </a:lnTo>
                <a:close/>
              </a:path>
            </a:pathLst>
          </a:custGeom>
          <a:solidFill>
            <a:srgbClr val="103B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2816" y="0"/>
                </a:moveTo>
                <a:lnTo>
                  <a:pt x="0" y="12816"/>
                </a:lnTo>
                <a:lnTo>
                  <a:pt x="0" y="13230"/>
                </a:lnTo>
                <a:lnTo>
                  <a:pt x="13230" y="0"/>
                </a:lnTo>
                <a:lnTo>
                  <a:pt x="12816" y="0"/>
                </a:lnTo>
                <a:close/>
              </a:path>
            </a:pathLst>
          </a:custGeom>
          <a:solidFill>
            <a:srgbClr val="103B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230" y="0"/>
                </a:moveTo>
                <a:lnTo>
                  <a:pt x="0" y="13230"/>
                </a:lnTo>
                <a:lnTo>
                  <a:pt x="0" y="13643"/>
                </a:lnTo>
                <a:lnTo>
                  <a:pt x="1364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103C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5060160" cy="5060160"/>
          </a:xfrm>
          <a:custGeom>
            <a:avLst/>
            <a:gdLst/>
            <a:ahLst/>
            <a:rect l="0" t="0" r="r" b="b"/>
            <a:pathLst>
              <a:path w="14056" h="14056">
                <a:moveTo>
                  <a:pt x="13643" y="0"/>
                </a:moveTo>
                <a:lnTo>
                  <a:pt x="0" y="13643"/>
                </a:lnTo>
                <a:lnTo>
                  <a:pt x="0" y="14056"/>
                </a:lnTo>
                <a:lnTo>
                  <a:pt x="14056" y="0"/>
                </a:lnTo>
                <a:lnTo>
                  <a:pt x="13643" y="0"/>
                </a:lnTo>
                <a:close/>
              </a:path>
            </a:pathLst>
          </a:custGeom>
          <a:solidFill>
            <a:srgbClr val="103D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5209200" cy="5209200"/>
          </a:xfrm>
          <a:custGeom>
            <a:avLst/>
            <a:gdLst/>
            <a:ahLst/>
            <a:rect l="0" t="0" r="r" b="b"/>
            <a:pathLst>
              <a:path w="14470" h="14470">
                <a:moveTo>
                  <a:pt x="14056" y="0"/>
                </a:moveTo>
                <a:lnTo>
                  <a:pt x="0" y="14056"/>
                </a:lnTo>
                <a:lnTo>
                  <a:pt x="0" y="14470"/>
                </a:lnTo>
                <a:lnTo>
                  <a:pt x="14470" y="0"/>
                </a:lnTo>
                <a:lnTo>
                  <a:pt x="14056" y="0"/>
                </a:lnTo>
                <a:close/>
              </a:path>
            </a:pathLst>
          </a:custGeom>
          <a:solidFill>
            <a:srgbClr val="113D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4470" y="0"/>
                </a:moveTo>
                <a:lnTo>
                  <a:pt x="0" y="14470"/>
                </a:lnTo>
                <a:lnTo>
                  <a:pt x="0" y="14883"/>
                </a:lnTo>
                <a:lnTo>
                  <a:pt x="14883" y="0"/>
                </a:lnTo>
                <a:lnTo>
                  <a:pt x="14470" y="0"/>
                </a:lnTo>
                <a:close/>
              </a:path>
            </a:pathLst>
          </a:custGeom>
          <a:solidFill>
            <a:srgbClr val="113E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5506920" cy="5506920"/>
          </a:xfrm>
          <a:custGeom>
            <a:avLst/>
            <a:gdLst/>
            <a:ahLst/>
            <a:rect l="0" t="0" r="r" b="b"/>
            <a:pathLst>
              <a:path w="15297" h="15297">
                <a:moveTo>
                  <a:pt x="14883" y="0"/>
                </a:moveTo>
                <a:lnTo>
                  <a:pt x="0" y="14883"/>
                </a:lnTo>
                <a:lnTo>
                  <a:pt x="0" y="15297"/>
                </a:lnTo>
                <a:lnTo>
                  <a:pt x="1529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113E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297" y="0"/>
                </a:moveTo>
                <a:lnTo>
                  <a:pt x="0" y="15297"/>
                </a:lnTo>
                <a:lnTo>
                  <a:pt x="0" y="15710"/>
                </a:lnTo>
                <a:lnTo>
                  <a:pt x="15710" y="0"/>
                </a:lnTo>
                <a:lnTo>
                  <a:pt x="15297" y="0"/>
                </a:lnTo>
                <a:close/>
              </a:path>
            </a:pathLst>
          </a:custGeom>
          <a:solidFill>
            <a:srgbClr val="113F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5710" y="0"/>
                </a:moveTo>
                <a:lnTo>
                  <a:pt x="0" y="15710"/>
                </a:lnTo>
                <a:lnTo>
                  <a:pt x="0" y="16124"/>
                </a:lnTo>
                <a:lnTo>
                  <a:pt x="16124" y="0"/>
                </a:lnTo>
                <a:lnTo>
                  <a:pt x="15710" y="0"/>
                </a:lnTo>
                <a:close/>
              </a:path>
            </a:pathLst>
          </a:custGeom>
          <a:solidFill>
            <a:srgbClr val="113F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124" y="0"/>
                </a:moveTo>
                <a:lnTo>
                  <a:pt x="0" y="16124"/>
                </a:lnTo>
                <a:lnTo>
                  <a:pt x="0" y="16537"/>
                </a:lnTo>
                <a:lnTo>
                  <a:pt x="16537" y="0"/>
                </a:lnTo>
                <a:lnTo>
                  <a:pt x="16124" y="0"/>
                </a:lnTo>
                <a:close/>
              </a:path>
            </a:pathLst>
          </a:custGeom>
          <a:solidFill>
            <a:srgbClr val="1140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6102000" cy="6102000"/>
          </a:xfrm>
          <a:custGeom>
            <a:avLst/>
            <a:gdLst/>
            <a:ahLst/>
            <a:rect l="0" t="0" r="r" b="b"/>
            <a:pathLst>
              <a:path w="16950" h="16950">
                <a:moveTo>
                  <a:pt x="16537" y="0"/>
                </a:moveTo>
                <a:lnTo>
                  <a:pt x="0" y="16537"/>
                </a:lnTo>
                <a:lnTo>
                  <a:pt x="0" y="16950"/>
                </a:lnTo>
                <a:lnTo>
                  <a:pt x="169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1140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6950" y="0"/>
                </a:moveTo>
                <a:lnTo>
                  <a:pt x="0" y="16950"/>
                </a:lnTo>
                <a:lnTo>
                  <a:pt x="0" y="17364"/>
                </a:lnTo>
                <a:lnTo>
                  <a:pt x="17364" y="0"/>
                </a:lnTo>
                <a:lnTo>
                  <a:pt x="16950" y="0"/>
                </a:lnTo>
                <a:close/>
              </a:path>
            </a:pathLst>
          </a:custGeom>
          <a:solidFill>
            <a:srgbClr val="1141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6399720" cy="6399720"/>
          </a:xfrm>
          <a:custGeom>
            <a:avLst/>
            <a:gdLst/>
            <a:ahLst/>
            <a:rect l="0" t="0" r="r" b="b"/>
            <a:pathLst>
              <a:path w="17777" h="17777">
                <a:moveTo>
                  <a:pt x="17364" y="0"/>
                </a:moveTo>
                <a:lnTo>
                  <a:pt x="0" y="17364"/>
                </a:lnTo>
                <a:lnTo>
                  <a:pt x="0" y="17777"/>
                </a:lnTo>
                <a:lnTo>
                  <a:pt x="17777" y="0"/>
                </a:lnTo>
                <a:lnTo>
                  <a:pt x="17364" y="0"/>
                </a:lnTo>
                <a:close/>
              </a:path>
            </a:pathLst>
          </a:custGeom>
          <a:solidFill>
            <a:srgbClr val="11417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7777" y="0"/>
                </a:moveTo>
                <a:lnTo>
                  <a:pt x="0" y="17777"/>
                </a:lnTo>
                <a:lnTo>
                  <a:pt x="0" y="18191"/>
                </a:lnTo>
                <a:lnTo>
                  <a:pt x="18191" y="0"/>
                </a:lnTo>
                <a:lnTo>
                  <a:pt x="17777" y="0"/>
                </a:lnTo>
                <a:close/>
              </a:path>
            </a:pathLst>
          </a:custGeom>
          <a:solidFill>
            <a:srgbClr val="1142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191" y="0"/>
                </a:moveTo>
                <a:lnTo>
                  <a:pt x="0" y="18191"/>
                </a:lnTo>
                <a:lnTo>
                  <a:pt x="0" y="18604"/>
                </a:lnTo>
                <a:lnTo>
                  <a:pt x="18604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12427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6846120" cy="6846120"/>
          </a:xfrm>
          <a:custGeom>
            <a:avLst/>
            <a:gdLst/>
            <a:ahLst/>
            <a:rect l="0" t="0" r="r" b="b"/>
            <a:pathLst>
              <a:path w="19017" h="19017">
                <a:moveTo>
                  <a:pt x="18604" y="0"/>
                </a:moveTo>
                <a:lnTo>
                  <a:pt x="0" y="18604"/>
                </a:lnTo>
                <a:lnTo>
                  <a:pt x="0" y="19017"/>
                </a:lnTo>
                <a:lnTo>
                  <a:pt x="19017" y="0"/>
                </a:lnTo>
                <a:lnTo>
                  <a:pt x="18604" y="0"/>
                </a:lnTo>
                <a:close/>
              </a:path>
            </a:pathLst>
          </a:custGeom>
          <a:solidFill>
            <a:srgbClr val="124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9017" y="0"/>
                </a:moveTo>
                <a:lnTo>
                  <a:pt x="0" y="19017"/>
                </a:lnTo>
                <a:lnTo>
                  <a:pt x="0" y="19050"/>
                </a:lnTo>
                <a:lnTo>
                  <a:pt x="19050" y="0"/>
                </a:lnTo>
                <a:lnTo>
                  <a:pt x="19017" y="0"/>
                </a:lnTo>
                <a:close/>
              </a:path>
            </a:pathLst>
          </a:custGeom>
          <a:solidFill>
            <a:srgbClr val="124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6995160" cy="6858000"/>
          </a:xfrm>
          <a:custGeom>
            <a:avLst/>
            <a:gdLst/>
            <a:ahLst/>
            <a:rect l="0" t="0" r="r" b="b"/>
            <a:pathLst>
              <a:path w="19431" h="19050">
                <a:moveTo>
                  <a:pt x="19050" y="0"/>
                </a:moveTo>
                <a:lnTo>
                  <a:pt x="0" y="19050"/>
                </a:lnTo>
                <a:lnTo>
                  <a:pt x="380" y="19050"/>
                </a:lnTo>
                <a:lnTo>
                  <a:pt x="19431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244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368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4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2854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4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4345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5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832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5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318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6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8809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6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0296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7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1786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8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3273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8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4763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9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6250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97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7737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A7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19227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A7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07144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B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22204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B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3691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C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51784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C8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6668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D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D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29646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E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1132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E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2619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F8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4110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F8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5596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0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450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7087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0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8574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1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0064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18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41551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2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43038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3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4528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3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6015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4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7505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48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8992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58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0479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5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196960" y="0"/>
            <a:ext cx="6995160" cy="6858000"/>
          </a:xfrm>
          <a:custGeom>
            <a:avLst/>
            <a:gdLst/>
            <a:ahLst/>
            <a:rect l="0" t="0" r="r" b="b"/>
            <a:pathLst>
              <a:path w="19431" h="19050">
                <a:moveTo>
                  <a:pt x="19051" y="0"/>
                </a:moveTo>
                <a:lnTo>
                  <a:pt x="0" y="19050"/>
                </a:lnTo>
                <a:lnTo>
                  <a:pt x="380" y="19050"/>
                </a:lnTo>
                <a:lnTo>
                  <a:pt x="19431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33" y="19050"/>
                </a:lnTo>
                <a:lnTo>
                  <a:pt x="19051" y="33"/>
                </a:lnTo>
                <a:lnTo>
                  <a:pt x="19051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345640" y="11880"/>
            <a:ext cx="6846480" cy="6846120"/>
          </a:xfrm>
          <a:custGeom>
            <a:avLst/>
            <a:gdLst/>
            <a:ahLst/>
            <a:rect l="0" t="0" r="r" b="b"/>
            <a:pathLst>
              <a:path w="19018" h="19017">
                <a:moveTo>
                  <a:pt x="19018" y="0"/>
                </a:moveTo>
                <a:lnTo>
                  <a:pt x="0" y="19017"/>
                </a:lnTo>
                <a:lnTo>
                  <a:pt x="414" y="19017"/>
                </a:lnTo>
                <a:lnTo>
                  <a:pt x="19018" y="413"/>
                </a:lnTo>
                <a:lnTo>
                  <a:pt x="19018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494680" y="16056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604" y="0"/>
                </a:moveTo>
                <a:lnTo>
                  <a:pt x="0" y="18604"/>
                </a:lnTo>
                <a:lnTo>
                  <a:pt x="413" y="18604"/>
                </a:lnTo>
                <a:lnTo>
                  <a:pt x="18604" y="413"/>
                </a:lnTo>
                <a:lnTo>
                  <a:pt x="18604" y="0"/>
                </a:lnTo>
                <a:close/>
              </a:path>
            </a:pathLst>
          </a:custGeom>
          <a:solidFill>
            <a:srgbClr val="15579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413" y="18191"/>
                </a:lnTo>
                <a:lnTo>
                  <a:pt x="18191" y="414"/>
                </a:lnTo>
                <a:lnTo>
                  <a:pt x="18191" y="0"/>
                </a:lnTo>
                <a:close/>
              </a:path>
            </a:pathLst>
          </a:custGeom>
          <a:solidFill>
            <a:srgbClr val="16579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792040" y="458280"/>
            <a:ext cx="6400080" cy="6399720"/>
          </a:xfrm>
          <a:custGeom>
            <a:avLst/>
            <a:gdLst/>
            <a:ahLst/>
            <a:rect l="0" t="0" r="r" b="b"/>
            <a:pathLst>
              <a:path w="17778" h="17777">
                <a:moveTo>
                  <a:pt x="17778" y="0"/>
                </a:moveTo>
                <a:lnTo>
                  <a:pt x="0" y="17777"/>
                </a:lnTo>
                <a:lnTo>
                  <a:pt x="414" y="17777"/>
                </a:lnTo>
                <a:lnTo>
                  <a:pt x="17778" y="413"/>
                </a:lnTo>
                <a:lnTo>
                  <a:pt x="17778" y="0"/>
                </a:lnTo>
                <a:close/>
              </a:path>
            </a:pathLst>
          </a:custGeom>
          <a:solidFill>
            <a:srgbClr val="16589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5941080" y="60696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7364" y="0"/>
                </a:moveTo>
                <a:lnTo>
                  <a:pt x="0" y="17364"/>
                </a:lnTo>
                <a:lnTo>
                  <a:pt x="413" y="17364"/>
                </a:lnTo>
                <a:lnTo>
                  <a:pt x="17364" y="414"/>
                </a:lnTo>
                <a:lnTo>
                  <a:pt x="17364" y="0"/>
                </a:lnTo>
                <a:close/>
              </a:path>
            </a:pathLst>
          </a:custGeom>
          <a:solidFill>
            <a:srgbClr val="1658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089760" y="756000"/>
            <a:ext cx="6102360" cy="6102000"/>
          </a:xfrm>
          <a:custGeom>
            <a:avLst/>
            <a:gdLst/>
            <a:ahLst/>
            <a:rect l="0" t="0" r="r" b="b"/>
            <a:pathLst>
              <a:path w="16951" h="16950">
                <a:moveTo>
                  <a:pt x="16951" y="0"/>
                </a:moveTo>
                <a:lnTo>
                  <a:pt x="0" y="16950"/>
                </a:lnTo>
                <a:lnTo>
                  <a:pt x="414" y="16950"/>
                </a:lnTo>
                <a:lnTo>
                  <a:pt x="16951" y="413"/>
                </a:lnTo>
                <a:lnTo>
                  <a:pt x="16951" y="0"/>
                </a:lnTo>
                <a:close/>
              </a:path>
            </a:pathLst>
          </a:custGeom>
          <a:solidFill>
            <a:srgbClr val="1659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413" y="16537"/>
                </a:lnTo>
                <a:lnTo>
                  <a:pt x="16537" y="413"/>
                </a:lnTo>
                <a:lnTo>
                  <a:pt x="16537" y="0"/>
                </a:lnTo>
                <a:close/>
              </a:path>
            </a:pathLst>
          </a:custGeom>
          <a:solidFill>
            <a:srgbClr val="16599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6387480" y="105336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6124" y="0"/>
                </a:moveTo>
                <a:lnTo>
                  <a:pt x="0" y="16124"/>
                </a:lnTo>
                <a:lnTo>
                  <a:pt x="414" y="16124"/>
                </a:lnTo>
                <a:lnTo>
                  <a:pt x="16124" y="414"/>
                </a:lnTo>
                <a:lnTo>
                  <a:pt x="16124" y="0"/>
                </a:lnTo>
                <a:close/>
              </a:path>
            </a:pathLst>
          </a:custGeom>
          <a:solidFill>
            <a:srgbClr val="165A9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536520" y="120240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710" y="0"/>
                </a:moveTo>
                <a:lnTo>
                  <a:pt x="0" y="15710"/>
                </a:lnTo>
                <a:lnTo>
                  <a:pt x="413" y="15710"/>
                </a:lnTo>
                <a:lnTo>
                  <a:pt x="15710" y="413"/>
                </a:lnTo>
                <a:lnTo>
                  <a:pt x="15710" y="0"/>
                </a:lnTo>
                <a:close/>
              </a:path>
            </a:pathLst>
          </a:custGeom>
          <a:solidFill>
            <a:srgbClr val="16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685200" y="1351080"/>
            <a:ext cx="5506920" cy="5506920"/>
          </a:xfrm>
          <a:custGeom>
            <a:avLst/>
            <a:gdLst/>
            <a:ahLst/>
            <a:rect l="0" t="0" r="r" b="b"/>
            <a:pathLst>
              <a:path w="15297" h="15297">
                <a:moveTo>
                  <a:pt x="15297" y="0"/>
                </a:moveTo>
                <a:lnTo>
                  <a:pt x="0" y="15297"/>
                </a:lnTo>
                <a:lnTo>
                  <a:pt x="413" y="15297"/>
                </a:lnTo>
                <a:lnTo>
                  <a:pt x="15297" y="414"/>
                </a:lnTo>
                <a:lnTo>
                  <a:pt x="15297" y="0"/>
                </a:lnTo>
                <a:close/>
              </a:path>
            </a:pathLst>
          </a:custGeom>
          <a:solidFill>
            <a:srgbClr val="165B9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414" y="14883"/>
                </a:lnTo>
                <a:lnTo>
                  <a:pt x="14884" y="413"/>
                </a:lnTo>
                <a:lnTo>
                  <a:pt x="14884" y="0"/>
                </a:lnTo>
                <a:close/>
              </a:path>
            </a:pathLst>
          </a:custGeom>
          <a:solidFill>
            <a:srgbClr val="165B9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982920" y="1648800"/>
            <a:ext cx="5209200" cy="5209200"/>
          </a:xfrm>
          <a:custGeom>
            <a:avLst/>
            <a:gdLst/>
            <a:ahLst/>
            <a:rect l="0" t="0" r="r" b="b"/>
            <a:pathLst>
              <a:path w="14470" h="14470">
                <a:moveTo>
                  <a:pt x="14470" y="0"/>
                </a:moveTo>
                <a:lnTo>
                  <a:pt x="0" y="14470"/>
                </a:lnTo>
                <a:lnTo>
                  <a:pt x="413" y="14470"/>
                </a:lnTo>
                <a:lnTo>
                  <a:pt x="14470" y="414"/>
                </a:lnTo>
                <a:lnTo>
                  <a:pt x="14470" y="0"/>
                </a:lnTo>
                <a:close/>
              </a:path>
            </a:pathLst>
          </a:custGeom>
          <a:solidFill>
            <a:srgbClr val="175C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131600" y="1797840"/>
            <a:ext cx="5060520" cy="5060160"/>
          </a:xfrm>
          <a:custGeom>
            <a:avLst/>
            <a:gdLst/>
            <a:ahLst/>
            <a:rect l="0" t="0" r="r" b="b"/>
            <a:pathLst>
              <a:path w="14057" h="14056">
                <a:moveTo>
                  <a:pt x="14057" y="0"/>
                </a:moveTo>
                <a:lnTo>
                  <a:pt x="0" y="14056"/>
                </a:lnTo>
                <a:lnTo>
                  <a:pt x="414" y="14056"/>
                </a:lnTo>
                <a:lnTo>
                  <a:pt x="14057" y="413"/>
                </a:lnTo>
                <a:lnTo>
                  <a:pt x="14057" y="0"/>
                </a:lnTo>
                <a:close/>
              </a:path>
            </a:pathLst>
          </a:custGeom>
          <a:solidFill>
            <a:srgbClr val="175C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280640" y="194652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643" y="0"/>
                </a:moveTo>
                <a:lnTo>
                  <a:pt x="0" y="13643"/>
                </a:lnTo>
                <a:lnTo>
                  <a:pt x="414" y="13643"/>
                </a:lnTo>
                <a:lnTo>
                  <a:pt x="13643" y="413"/>
                </a:lnTo>
                <a:lnTo>
                  <a:pt x="13643" y="0"/>
                </a:lnTo>
                <a:close/>
              </a:path>
            </a:pathLst>
          </a:custGeom>
          <a:solidFill>
            <a:srgbClr val="175D9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413" y="13230"/>
                </a:lnTo>
                <a:lnTo>
                  <a:pt x="13230" y="414"/>
                </a:lnTo>
                <a:lnTo>
                  <a:pt x="13230" y="0"/>
                </a:lnTo>
                <a:close/>
              </a:path>
            </a:pathLst>
          </a:custGeom>
          <a:solidFill>
            <a:srgbClr val="175E9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578000" y="2244240"/>
            <a:ext cx="4614120" cy="4613760"/>
          </a:xfrm>
          <a:custGeom>
            <a:avLst/>
            <a:gdLst/>
            <a:ahLst/>
            <a:rect l="0" t="0" r="r" b="b"/>
            <a:pathLst>
              <a:path w="12817" h="12816">
                <a:moveTo>
                  <a:pt x="12817" y="0"/>
                </a:moveTo>
                <a:lnTo>
                  <a:pt x="0" y="12816"/>
                </a:lnTo>
                <a:lnTo>
                  <a:pt x="414" y="12816"/>
                </a:lnTo>
                <a:lnTo>
                  <a:pt x="12817" y="414"/>
                </a:lnTo>
                <a:lnTo>
                  <a:pt x="12817" y="0"/>
                </a:lnTo>
                <a:close/>
              </a:path>
            </a:pathLst>
          </a:custGeom>
          <a:solidFill>
            <a:srgbClr val="175E9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7727040" y="239292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2403" y="0"/>
                </a:moveTo>
                <a:lnTo>
                  <a:pt x="0" y="12403"/>
                </a:lnTo>
                <a:lnTo>
                  <a:pt x="413" y="12403"/>
                </a:lnTo>
                <a:lnTo>
                  <a:pt x="12403" y="414"/>
                </a:lnTo>
                <a:lnTo>
                  <a:pt x="12403" y="0"/>
                </a:lnTo>
                <a:close/>
              </a:path>
            </a:pathLst>
          </a:custGeom>
          <a:solidFill>
            <a:srgbClr val="175F9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875720" y="2541960"/>
            <a:ext cx="4316400" cy="4316040"/>
          </a:xfrm>
          <a:custGeom>
            <a:avLst/>
            <a:gdLst/>
            <a:ahLst/>
            <a:rect l="0" t="0" r="r" b="b"/>
            <a:pathLst>
              <a:path w="11990" h="11989">
                <a:moveTo>
                  <a:pt x="11990" y="0"/>
                </a:moveTo>
                <a:lnTo>
                  <a:pt x="0" y="11989"/>
                </a:lnTo>
                <a:lnTo>
                  <a:pt x="414" y="11989"/>
                </a:lnTo>
                <a:lnTo>
                  <a:pt x="11990" y="413"/>
                </a:lnTo>
                <a:lnTo>
                  <a:pt x="11990" y="0"/>
                </a:lnTo>
                <a:close/>
              </a:path>
            </a:pathLst>
          </a:custGeom>
          <a:solidFill>
            <a:srgbClr val="17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413" y="11576"/>
                </a:lnTo>
                <a:lnTo>
                  <a:pt x="11576" y="413"/>
                </a:lnTo>
                <a:lnTo>
                  <a:pt x="11576" y="0"/>
                </a:lnTo>
                <a:close/>
              </a:path>
            </a:pathLst>
          </a:custGeom>
          <a:solidFill>
            <a:srgbClr val="17609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8173440" y="283932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1163" y="0"/>
                </a:moveTo>
                <a:lnTo>
                  <a:pt x="0" y="11163"/>
                </a:lnTo>
                <a:lnTo>
                  <a:pt x="413" y="11163"/>
                </a:lnTo>
                <a:lnTo>
                  <a:pt x="11163" y="414"/>
                </a:lnTo>
                <a:lnTo>
                  <a:pt x="11163" y="0"/>
                </a:lnTo>
                <a:close/>
              </a:path>
            </a:pathLst>
          </a:custGeom>
          <a:solidFill>
            <a:srgbClr val="1760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322120" y="2988360"/>
            <a:ext cx="3870000" cy="3869640"/>
          </a:xfrm>
          <a:custGeom>
            <a:avLst/>
            <a:gdLst/>
            <a:ahLst/>
            <a:rect l="0" t="0" r="r" b="b"/>
            <a:pathLst>
              <a:path w="10750" h="10749">
                <a:moveTo>
                  <a:pt x="10750" y="0"/>
                </a:moveTo>
                <a:lnTo>
                  <a:pt x="0" y="10749"/>
                </a:lnTo>
                <a:lnTo>
                  <a:pt x="414" y="10749"/>
                </a:lnTo>
                <a:lnTo>
                  <a:pt x="10750" y="413"/>
                </a:lnTo>
                <a:lnTo>
                  <a:pt x="10750" y="0"/>
                </a:lnTo>
                <a:close/>
              </a:path>
            </a:pathLst>
          </a:custGeom>
          <a:solidFill>
            <a:srgbClr val="1761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471160" y="3137040"/>
            <a:ext cx="3720960" cy="3720960"/>
          </a:xfrm>
          <a:custGeom>
            <a:avLst/>
            <a:gdLst/>
            <a:ahLst/>
            <a:rect l="0" t="0" r="r" b="b"/>
            <a:pathLst>
              <a:path w="10336" h="10336">
                <a:moveTo>
                  <a:pt x="10336" y="0"/>
                </a:moveTo>
                <a:lnTo>
                  <a:pt x="0" y="10336"/>
                </a:lnTo>
                <a:lnTo>
                  <a:pt x="413" y="10336"/>
                </a:lnTo>
                <a:lnTo>
                  <a:pt x="10336" y="414"/>
                </a:lnTo>
                <a:lnTo>
                  <a:pt x="10336" y="0"/>
                </a:lnTo>
                <a:close/>
              </a:path>
            </a:pathLst>
          </a:custGeom>
          <a:solidFill>
            <a:srgbClr val="1861A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414" y="9922"/>
                </a:lnTo>
                <a:lnTo>
                  <a:pt x="9923" y="413"/>
                </a:lnTo>
                <a:lnTo>
                  <a:pt x="9923" y="0"/>
                </a:lnTo>
                <a:close/>
              </a:path>
            </a:pathLst>
          </a:custGeom>
          <a:solidFill>
            <a:srgbClr val="1862A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8768880" y="3434760"/>
            <a:ext cx="3423240" cy="3423240"/>
          </a:xfrm>
          <a:custGeom>
            <a:avLst/>
            <a:gdLst/>
            <a:ahLst/>
            <a:rect l="0" t="0" r="r" b="b"/>
            <a:pathLst>
              <a:path w="9509" h="9509">
                <a:moveTo>
                  <a:pt x="9509" y="0"/>
                </a:moveTo>
                <a:lnTo>
                  <a:pt x="0" y="9509"/>
                </a:lnTo>
                <a:lnTo>
                  <a:pt x="413" y="9509"/>
                </a:lnTo>
                <a:lnTo>
                  <a:pt x="9509" y="413"/>
                </a:lnTo>
                <a:lnTo>
                  <a:pt x="9509" y="0"/>
                </a:lnTo>
                <a:close/>
              </a:path>
            </a:pathLst>
          </a:custGeom>
          <a:solidFill>
            <a:srgbClr val="1862A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8917560" y="358344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9096" y="0"/>
                </a:moveTo>
                <a:lnTo>
                  <a:pt x="0" y="9096"/>
                </a:lnTo>
                <a:lnTo>
                  <a:pt x="414" y="9096"/>
                </a:lnTo>
                <a:lnTo>
                  <a:pt x="9096" y="414"/>
                </a:lnTo>
                <a:lnTo>
                  <a:pt x="9096" y="0"/>
                </a:lnTo>
                <a:close/>
              </a:path>
            </a:pathLst>
          </a:custGeom>
          <a:solidFill>
            <a:srgbClr val="1863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9066600" y="373248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682" y="0"/>
                </a:moveTo>
                <a:lnTo>
                  <a:pt x="0" y="8682"/>
                </a:lnTo>
                <a:lnTo>
                  <a:pt x="413" y="8682"/>
                </a:lnTo>
                <a:lnTo>
                  <a:pt x="8682" y="413"/>
                </a:lnTo>
                <a:lnTo>
                  <a:pt x="8682" y="0"/>
                </a:lnTo>
                <a:close/>
              </a:path>
            </a:pathLst>
          </a:custGeom>
          <a:solidFill>
            <a:srgbClr val="1863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413" y="8269"/>
                </a:lnTo>
                <a:lnTo>
                  <a:pt x="8269" y="414"/>
                </a:lnTo>
                <a:lnTo>
                  <a:pt x="8269" y="0"/>
                </a:lnTo>
                <a:close/>
              </a:path>
            </a:pathLst>
          </a:custGeom>
          <a:solidFill>
            <a:srgbClr val="1864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9363960" y="4030200"/>
            <a:ext cx="2828160" cy="2827800"/>
          </a:xfrm>
          <a:custGeom>
            <a:avLst/>
            <a:gdLst/>
            <a:ahLst/>
            <a:rect l="0" t="0" r="r" b="b"/>
            <a:pathLst>
              <a:path w="7856" h="7855">
                <a:moveTo>
                  <a:pt x="7856" y="0"/>
                </a:moveTo>
                <a:lnTo>
                  <a:pt x="0" y="7855"/>
                </a:lnTo>
                <a:lnTo>
                  <a:pt x="414" y="7855"/>
                </a:lnTo>
                <a:lnTo>
                  <a:pt x="7856" y="413"/>
                </a:lnTo>
                <a:lnTo>
                  <a:pt x="7856" y="0"/>
                </a:lnTo>
                <a:close/>
              </a:path>
            </a:pathLst>
          </a:custGeom>
          <a:solidFill>
            <a:srgbClr val="1864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9513000" y="417888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442" y="0"/>
                </a:moveTo>
                <a:lnTo>
                  <a:pt x="0" y="7442"/>
                </a:lnTo>
                <a:lnTo>
                  <a:pt x="413" y="7442"/>
                </a:lnTo>
                <a:lnTo>
                  <a:pt x="7442" y="414"/>
                </a:lnTo>
                <a:lnTo>
                  <a:pt x="7442" y="0"/>
                </a:lnTo>
                <a:close/>
              </a:path>
            </a:pathLst>
          </a:custGeom>
          <a:solidFill>
            <a:srgbClr val="1865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9661680" y="4327920"/>
            <a:ext cx="2530440" cy="2530080"/>
          </a:xfrm>
          <a:custGeom>
            <a:avLst/>
            <a:gdLst/>
            <a:ahLst/>
            <a:rect l="0" t="0" r="r" b="b"/>
            <a:pathLst>
              <a:path w="7029" h="7028">
                <a:moveTo>
                  <a:pt x="7029" y="0"/>
                </a:moveTo>
                <a:lnTo>
                  <a:pt x="0" y="7028"/>
                </a:lnTo>
                <a:lnTo>
                  <a:pt x="414" y="7028"/>
                </a:lnTo>
                <a:lnTo>
                  <a:pt x="7029" y="413"/>
                </a:lnTo>
                <a:lnTo>
                  <a:pt x="7029" y="0"/>
                </a:lnTo>
                <a:close/>
              </a:path>
            </a:pathLst>
          </a:custGeom>
          <a:solidFill>
            <a:srgbClr val="1865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413" y="6615"/>
                </a:lnTo>
                <a:lnTo>
                  <a:pt x="6615" y="413"/>
                </a:lnTo>
                <a:lnTo>
                  <a:pt x="6615" y="0"/>
                </a:lnTo>
                <a:close/>
              </a:path>
            </a:pathLst>
          </a:custGeom>
          <a:solidFill>
            <a:srgbClr val="1866A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9959400" y="462528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6202" y="0"/>
                </a:moveTo>
                <a:lnTo>
                  <a:pt x="0" y="6202"/>
                </a:lnTo>
                <a:lnTo>
                  <a:pt x="414" y="6202"/>
                </a:lnTo>
                <a:lnTo>
                  <a:pt x="6202" y="414"/>
                </a:lnTo>
                <a:lnTo>
                  <a:pt x="6202" y="0"/>
                </a:lnTo>
                <a:close/>
              </a:path>
            </a:pathLst>
          </a:custGeom>
          <a:solidFill>
            <a:srgbClr val="1966A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0108080" y="4774320"/>
            <a:ext cx="2084040" cy="2083680"/>
          </a:xfrm>
          <a:custGeom>
            <a:avLst/>
            <a:gdLst/>
            <a:ahLst/>
            <a:rect l="0" t="0" r="r" b="b"/>
            <a:pathLst>
              <a:path w="5789" h="5788">
                <a:moveTo>
                  <a:pt x="5789" y="0"/>
                </a:moveTo>
                <a:lnTo>
                  <a:pt x="0" y="5788"/>
                </a:lnTo>
                <a:lnTo>
                  <a:pt x="414" y="5788"/>
                </a:lnTo>
                <a:lnTo>
                  <a:pt x="5789" y="413"/>
                </a:lnTo>
                <a:lnTo>
                  <a:pt x="5789" y="0"/>
                </a:lnTo>
                <a:close/>
              </a:path>
            </a:pathLst>
          </a:custGeom>
          <a:solidFill>
            <a:srgbClr val="1967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0257120" y="4923000"/>
            <a:ext cx="1935000" cy="1935000"/>
          </a:xfrm>
          <a:custGeom>
            <a:avLst/>
            <a:gdLst/>
            <a:ahLst/>
            <a:rect l="0" t="0" r="r" b="b"/>
            <a:pathLst>
              <a:path w="5375" h="5375">
                <a:moveTo>
                  <a:pt x="5375" y="0"/>
                </a:moveTo>
                <a:lnTo>
                  <a:pt x="0" y="5375"/>
                </a:lnTo>
                <a:lnTo>
                  <a:pt x="413" y="5375"/>
                </a:lnTo>
                <a:lnTo>
                  <a:pt x="5375" y="414"/>
                </a:lnTo>
                <a:lnTo>
                  <a:pt x="5375" y="0"/>
                </a:lnTo>
                <a:close/>
              </a:path>
            </a:pathLst>
          </a:custGeom>
          <a:solidFill>
            <a:srgbClr val="1967A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414" y="4961"/>
                </a:lnTo>
                <a:lnTo>
                  <a:pt x="4962" y="413"/>
                </a:lnTo>
                <a:lnTo>
                  <a:pt x="4962" y="0"/>
                </a:lnTo>
                <a:close/>
              </a:path>
            </a:pathLst>
          </a:custGeom>
          <a:solidFill>
            <a:srgbClr val="1968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0554840" y="5220720"/>
            <a:ext cx="1637280" cy="1637280"/>
          </a:xfrm>
          <a:custGeom>
            <a:avLst/>
            <a:gdLst/>
            <a:ahLst/>
            <a:rect l="0" t="0" r="r" b="b"/>
            <a:pathLst>
              <a:path w="4548" h="4548">
                <a:moveTo>
                  <a:pt x="4548" y="0"/>
                </a:moveTo>
                <a:lnTo>
                  <a:pt x="0" y="4548"/>
                </a:lnTo>
                <a:lnTo>
                  <a:pt x="414" y="4548"/>
                </a:lnTo>
                <a:lnTo>
                  <a:pt x="4548" y="413"/>
                </a:lnTo>
                <a:lnTo>
                  <a:pt x="4548" y="0"/>
                </a:lnTo>
                <a:close/>
              </a:path>
            </a:pathLst>
          </a:custGeom>
          <a:solidFill>
            <a:srgbClr val="1969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0703520" y="536940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4135" y="0"/>
                </a:moveTo>
                <a:lnTo>
                  <a:pt x="0" y="4135"/>
                </a:lnTo>
                <a:lnTo>
                  <a:pt x="413" y="4135"/>
                </a:lnTo>
                <a:lnTo>
                  <a:pt x="4135" y="414"/>
                </a:lnTo>
                <a:lnTo>
                  <a:pt x="4135" y="0"/>
                </a:lnTo>
                <a:close/>
              </a:path>
            </a:pathLst>
          </a:custGeom>
          <a:solidFill>
            <a:srgbClr val="1969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0852200" y="5518440"/>
            <a:ext cx="1339920" cy="1339560"/>
          </a:xfrm>
          <a:custGeom>
            <a:avLst/>
            <a:gdLst/>
            <a:ahLst/>
            <a:rect l="0" t="0" r="r" b="b"/>
            <a:pathLst>
              <a:path w="3722" h="3721">
                <a:moveTo>
                  <a:pt x="3722" y="0"/>
                </a:moveTo>
                <a:lnTo>
                  <a:pt x="0" y="3721"/>
                </a:lnTo>
                <a:lnTo>
                  <a:pt x="414" y="3721"/>
                </a:lnTo>
                <a:lnTo>
                  <a:pt x="3722" y="413"/>
                </a:lnTo>
                <a:lnTo>
                  <a:pt x="3722" y="0"/>
                </a:lnTo>
                <a:close/>
              </a:path>
            </a:pathLst>
          </a:custGeom>
          <a:solidFill>
            <a:srgbClr val="196AA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413" y="3308"/>
                </a:lnTo>
                <a:lnTo>
                  <a:pt x="3308" y="414"/>
                </a:lnTo>
                <a:lnTo>
                  <a:pt x="3308" y="0"/>
                </a:lnTo>
                <a:close/>
              </a:path>
            </a:pathLst>
          </a:custGeom>
          <a:solidFill>
            <a:srgbClr val="196A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1149920" y="5816160"/>
            <a:ext cx="1042200" cy="1041840"/>
          </a:xfrm>
          <a:custGeom>
            <a:avLst/>
            <a:gdLst/>
            <a:ahLst/>
            <a:rect l="0" t="0" r="r" b="b"/>
            <a:pathLst>
              <a:path w="2895" h="2894">
                <a:moveTo>
                  <a:pt x="2895" y="0"/>
                </a:moveTo>
                <a:lnTo>
                  <a:pt x="0" y="2894"/>
                </a:lnTo>
                <a:lnTo>
                  <a:pt x="414" y="2894"/>
                </a:lnTo>
                <a:lnTo>
                  <a:pt x="2895" y="413"/>
                </a:lnTo>
                <a:lnTo>
                  <a:pt x="2895" y="0"/>
                </a:lnTo>
                <a:close/>
              </a:path>
            </a:pathLst>
          </a:custGeom>
          <a:solidFill>
            <a:srgbClr val="196BB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1298960" y="596484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481" y="0"/>
                </a:moveTo>
                <a:lnTo>
                  <a:pt x="0" y="2481"/>
                </a:lnTo>
                <a:lnTo>
                  <a:pt x="413" y="2481"/>
                </a:lnTo>
                <a:lnTo>
                  <a:pt x="2481" y="413"/>
                </a:lnTo>
                <a:lnTo>
                  <a:pt x="2481" y="0"/>
                </a:lnTo>
                <a:close/>
              </a:path>
            </a:pathLst>
          </a:custGeom>
          <a:solidFill>
            <a:srgbClr val="196BB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1447640" y="6113520"/>
            <a:ext cx="744480" cy="744480"/>
          </a:xfrm>
          <a:custGeom>
            <a:avLst/>
            <a:gdLst/>
            <a:ahLst/>
            <a:rect l="0" t="0" r="r" b="b"/>
            <a:pathLst>
              <a:path w="2068" h="2068">
                <a:moveTo>
                  <a:pt x="2068" y="0"/>
                </a:moveTo>
                <a:lnTo>
                  <a:pt x="0" y="2068"/>
                </a:lnTo>
                <a:lnTo>
                  <a:pt x="415" y="2068"/>
                </a:lnTo>
                <a:lnTo>
                  <a:pt x="2068" y="414"/>
                </a:lnTo>
                <a:lnTo>
                  <a:pt x="2068" y="0"/>
                </a:lnTo>
                <a:close/>
              </a:path>
            </a:pathLst>
          </a:custGeom>
          <a:solidFill>
            <a:srgbClr val="1A6CB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414" y="1654"/>
                </a:lnTo>
                <a:lnTo>
                  <a:pt x="1654" y="413"/>
                </a:lnTo>
                <a:lnTo>
                  <a:pt x="1654" y="0"/>
                </a:lnTo>
                <a:close/>
              </a:path>
            </a:pathLst>
          </a:custGeom>
          <a:solidFill>
            <a:srgbClr val="1A6C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1745360" y="641124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1241" y="0"/>
                </a:moveTo>
                <a:lnTo>
                  <a:pt x="0" y="1241"/>
                </a:lnTo>
                <a:lnTo>
                  <a:pt x="414" y="1241"/>
                </a:lnTo>
                <a:lnTo>
                  <a:pt x="1241" y="415"/>
                </a:lnTo>
                <a:lnTo>
                  <a:pt x="1241" y="0"/>
                </a:lnTo>
                <a:close/>
              </a:path>
            </a:pathLst>
          </a:custGeom>
          <a:solidFill>
            <a:srgbClr val="1A6D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1894040" y="6560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828" y="0"/>
                </a:moveTo>
                <a:lnTo>
                  <a:pt x="0" y="827"/>
                </a:lnTo>
                <a:lnTo>
                  <a:pt x="415" y="827"/>
                </a:lnTo>
                <a:lnTo>
                  <a:pt x="828" y="414"/>
                </a:lnTo>
                <a:lnTo>
                  <a:pt x="828" y="0"/>
                </a:lnTo>
                <a:close/>
              </a:path>
            </a:pathLst>
          </a:custGeom>
          <a:solidFill>
            <a:srgbClr val="1A6DB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2043080" y="6708960"/>
            <a:ext cx="149040" cy="149040"/>
          </a:xfrm>
          <a:custGeom>
            <a:avLst/>
            <a:gdLst/>
            <a:ahLst/>
            <a:rect l="0" t="0" r="r" b="b"/>
            <a:pathLst>
              <a:path w="414" h="414">
                <a:moveTo>
                  <a:pt x="414" y="0"/>
                </a:moveTo>
                <a:lnTo>
                  <a:pt x="0" y="414"/>
                </a:lnTo>
                <a:lnTo>
                  <a:pt x="414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103720" y="2783520"/>
            <a:ext cx="19926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BTF Viewer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365360" y="3525840"/>
            <a:ext cx="3480120" cy="22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A8D4F5"/>
                </a:solidFill>
                <a:effectLst/>
                <a:uFillTx/>
                <a:latin typeface="Arial"/>
                <a:ea typeface="Arial"/>
              </a:rPr>
              <a:t>RTOS Scheduler Performance Analysis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856680" y="3898080"/>
            <a:ext cx="449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40" b="0" u="none" strike="noStrike">
                <a:solidFill>
                  <a:srgbClr val="C8E4F8"/>
                </a:solidFill>
                <a:effectLst/>
                <a:uFillTx/>
                <a:latin typeface="Arial"/>
                <a:ea typeface="Arial"/>
              </a:rPr>
              <a:t>A top-down guide: from system-level overview to root-cause diagnosis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475920" y="219060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495000" y="3471840"/>
            <a:ext cx="11216160" cy="1162080"/>
          </a:xfrm>
          <a:custGeom>
            <a:avLst/>
            <a:gdLst/>
            <a:ahLst/>
            <a:rect l="0" t="0" r="r" b="b"/>
            <a:pathLst>
              <a:path w="31156" h="3228">
                <a:moveTo>
                  <a:pt x="0" y="3136"/>
                </a:moveTo>
                <a:lnTo>
                  <a:pt x="0" y="92"/>
                </a:lnTo>
                <a:cubicBezTo>
                  <a:pt x="0" y="80"/>
                  <a:pt x="2" y="68"/>
                  <a:pt x="4" y="57"/>
                </a:cubicBezTo>
                <a:cubicBezTo>
                  <a:pt x="7" y="45"/>
                  <a:pt x="11" y="35"/>
                  <a:pt x="16" y="27"/>
                </a:cubicBezTo>
                <a:cubicBezTo>
                  <a:pt x="21" y="18"/>
                  <a:pt x="27" y="11"/>
                  <a:pt x="33" y="7"/>
                </a:cubicBezTo>
                <a:cubicBezTo>
                  <a:pt x="39" y="2"/>
                  <a:pt x="46" y="0"/>
                  <a:pt x="53" y="0"/>
                </a:cubicBezTo>
                <a:lnTo>
                  <a:pt x="31063" y="0"/>
                </a:lnTo>
                <a:cubicBezTo>
                  <a:pt x="31076" y="0"/>
                  <a:pt x="31088" y="2"/>
                  <a:pt x="31099" y="7"/>
                </a:cubicBezTo>
                <a:cubicBezTo>
                  <a:pt x="31110" y="11"/>
                  <a:pt x="31120" y="18"/>
                  <a:pt x="31129" y="27"/>
                </a:cubicBezTo>
                <a:cubicBezTo>
                  <a:pt x="31138" y="35"/>
                  <a:pt x="31144" y="45"/>
                  <a:pt x="31149" y="57"/>
                </a:cubicBezTo>
                <a:cubicBezTo>
                  <a:pt x="31154" y="68"/>
                  <a:pt x="31156" y="80"/>
                  <a:pt x="31156" y="92"/>
                </a:cubicBezTo>
                <a:lnTo>
                  <a:pt x="31156" y="3136"/>
                </a:lnTo>
                <a:cubicBezTo>
                  <a:pt x="31156" y="3148"/>
                  <a:pt x="31154" y="3160"/>
                  <a:pt x="31149" y="3171"/>
                </a:cubicBezTo>
                <a:cubicBezTo>
                  <a:pt x="31144" y="3183"/>
                  <a:pt x="31138" y="3193"/>
                  <a:pt x="31129" y="3201"/>
                </a:cubicBezTo>
                <a:cubicBezTo>
                  <a:pt x="31120" y="3210"/>
                  <a:pt x="31110" y="3217"/>
                  <a:pt x="31099" y="3221"/>
                </a:cubicBezTo>
                <a:cubicBezTo>
                  <a:pt x="31088" y="3226"/>
                  <a:pt x="31076" y="3228"/>
                  <a:pt x="31063" y="3228"/>
                </a:cubicBezTo>
                <a:lnTo>
                  <a:pt x="53" y="3228"/>
                </a:lnTo>
                <a:cubicBezTo>
                  <a:pt x="46" y="3228"/>
                  <a:pt x="39" y="3226"/>
                  <a:pt x="33" y="3221"/>
                </a:cubicBezTo>
                <a:cubicBezTo>
                  <a:pt x="27" y="3217"/>
                  <a:pt x="21" y="3210"/>
                  <a:pt x="16" y="3201"/>
                </a:cubicBezTo>
                <a:cubicBezTo>
                  <a:pt x="11" y="3193"/>
                  <a:pt x="7" y="3183"/>
                  <a:pt x="4" y="3171"/>
                </a:cubicBezTo>
                <a:cubicBezTo>
                  <a:pt x="2" y="3160"/>
                  <a:pt x="0" y="3148"/>
                  <a:pt x="0" y="3136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95000" y="346680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31121" y="52"/>
                </a:moveTo>
                <a:cubicBezTo>
                  <a:pt x="31120" y="52"/>
                  <a:pt x="31120" y="51"/>
                  <a:pt x="31120" y="51"/>
                </a:cubicBezTo>
                <a:cubicBezTo>
                  <a:pt x="31104" y="36"/>
                  <a:pt x="31085" y="27"/>
                  <a:pt x="31063" y="27"/>
                </a:cubicBezTo>
                <a:lnTo>
                  <a:pt x="53" y="27"/>
                </a:lnTo>
                <a:lnTo>
                  <a:pt x="0" y="14"/>
                </a:lnTo>
                <a:cubicBezTo>
                  <a:pt x="16" y="5"/>
                  <a:pt x="34" y="0"/>
                  <a:pt x="53" y="0"/>
                </a:cubicBezTo>
                <a:lnTo>
                  <a:pt x="31063" y="0"/>
                </a:lnTo>
                <a:cubicBezTo>
                  <a:pt x="31093" y="0"/>
                  <a:pt x="31118" y="11"/>
                  <a:pt x="31138" y="31"/>
                </a:cubicBezTo>
                <a:cubicBezTo>
                  <a:pt x="31139" y="32"/>
                  <a:pt x="31139" y="32"/>
                  <a:pt x="31140" y="33"/>
                </a:cubicBezTo>
                <a:lnTo>
                  <a:pt x="31121" y="5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495000" y="462024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53" y="24"/>
                </a:moveTo>
                <a:lnTo>
                  <a:pt x="31063" y="24"/>
                </a:lnTo>
                <a:cubicBezTo>
                  <a:pt x="31085" y="24"/>
                  <a:pt x="31104" y="16"/>
                  <a:pt x="31120" y="1"/>
                </a:cubicBezTo>
                <a:cubicBezTo>
                  <a:pt x="31120" y="1"/>
                  <a:pt x="31120" y="0"/>
                  <a:pt x="31121" y="0"/>
                </a:cubicBezTo>
                <a:lnTo>
                  <a:pt x="31140" y="18"/>
                </a:lnTo>
                <a:cubicBezTo>
                  <a:pt x="31139" y="19"/>
                  <a:pt x="31139" y="19"/>
                  <a:pt x="31138" y="20"/>
                </a:cubicBezTo>
                <a:cubicBezTo>
                  <a:pt x="31118" y="40"/>
                  <a:pt x="31093" y="52"/>
                  <a:pt x="31063" y="52"/>
                </a:cubicBezTo>
                <a:lnTo>
                  <a:pt x="53" y="52"/>
                </a:lnTo>
                <a:cubicBezTo>
                  <a:pt x="34" y="52"/>
                  <a:pt x="16" y="47"/>
                  <a:pt x="0" y="37"/>
                </a:cubicBezTo>
                <a:lnTo>
                  <a:pt x="53" y="2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1697840" y="3477960"/>
            <a:ext cx="18000" cy="1149840"/>
          </a:xfrm>
          <a:custGeom>
            <a:avLst/>
            <a:gdLst/>
            <a:ahLst/>
            <a:rect l="0" t="0" r="r" b="b"/>
            <a:pathLst>
              <a:path w="50" h="3194">
                <a:moveTo>
                  <a:pt x="0" y="3175"/>
                </a:moveTo>
                <a:cubicBezTo>
                  <a:pt x="15" y="3160"/>
                  <a:pt x="24" y="3141"/>
                  <a:pt x="24" y="3119"/>
                </a:cubicBezTo>
                <a:lnTo>
                  <a:pt x="24" y="75"/>
                </a:lnTo>
                <a:cubicBezTo>
                  <a:pt x="24" y="53"/>
                  <a:pt x="15" y="35"/>
                  <a:pt x="0" y="19"/>
                </a:cubicBezTo>
                <a:lnTo>
                  <a:pt x="19" y="0"/>
                </a:lnTo>
                <a:cubicBezTo>
                  <a:pt x="40" y="21"/>
                  <a:pt x="50" y="46"/>
                  <a:pt x="50" y="75"/>
                </a:cubicBezTo>
                <a:lnTo>
                  <a:pt x="50" y="3119"/>
                </a:lnTo>
                <a:cubicBezTo>
                  <a:pt x="50" y="3148"/>
                  <a:pt x="40" y="3173"/>
                  <a:pt x="19" y="3194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475920" y="3471840"/>
            <a:ext cx="38520" cy="1162080"/>
          </a:xfrm>
          <a:custGeom>
            <a:avLst/>
            <a:gdLst/>
            <a:ahLst/>
            <a:rect l="0" t="0" r="r" b="b"/>
            <a:pathLst>
              <a:path w="107" h="3228">
                <a:moveTo>
                  <a:pt x="107" y="13"/>
                </a:moveTo>
                <a:lnTo>
                  <a:pt x="107" y="3215"/>
                </a:lnTo>
                <a:lnTo>
                  <a:pt x="54" y="3228"/>
                </a:lnTo>
                <a:cubicBezTo>
                  <a:pt x="46" y="3224"/>
                  <a:pt x="38" y="3218"/>
                  <a:pt x="31" y="3211"/>
                </a:cubicBezTo>
                <a:cubicBezTo>
                  <a:pt x="11" y="3190"/>
                  <a:pt x="0" y="3165"/>
                  <a:pt x="0" y="3136"/>
                </a:cubicBezTo>
                <a:lnTo>
                  <a:pt x="0" y="92"/>
                </a:lnTo>
                <a:cubicBezTo>
                  <a:pt x="0" y="63"/>
                  <a:pt x="11" y="38"/>
                  <a:pt x="31" y="17"/>
                </a:cubicBezTo>
                <a:cubicBezTo>
                  <a:pt x="38" y="10"/>
                  <a:pt x="46" y="4"/>
                  <a:pt x="54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76280" y="1846080"/>
            <a:ext cx="32936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Why Trace-Driven Analysis?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476280" y="2386080"/>
            <a:ext cx="10893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Real-time systems fail in subtle ways — a task that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almost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meets its deadline, cores that are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almost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balanced, a mutex that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occasionally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bounces across cores.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76280" y="2767320"/>
            <a:ext cx="8133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Static review and printf-debugging cannot reveal these patterns. Trace-driven analysis gives you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evidence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not guesses.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476280" y="3130200"/>
            <a:ext cx="22971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The Top-Down Framework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66720" y="3622680"/>
            <a:ext cx="109800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System Overview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66720" y="3765600"/>
            <a:ext cx="548784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└── Core-Level Health          ← Is the workload distributed correctly?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66720" y="3898800"/>
            <a:ext cx="570744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        └── Task-Level Timing  ← Are tasks executing within their budgets?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66720" y="4041720"/>
            <a:ext cx="475632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                └── Scheduling Latency   ← Why do tasks wait?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66720" y="4184640"/>
            <a:ext cx="592704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                        └── Concurrency Issues  ← Locks, priority, migrations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66720" y="4327560"/>
            <a:ext cx="636588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                                └── Compliance &amp; Regression  ← Deadlines, diffs, CI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476280" y="4815000"/>
            <a:ext cx="4397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Every level narrows the search space before you zoom in further.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5638680" y="3010320"/>
            <a:ext cx="91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Step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4764240" y="3610800"/>
            <a:ext cx="2683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System Overview — Orient Yourself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75920" y="137124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95000" y="1557000"/>
            <a:ext cx="11216160" cy="457560"/>
          </a:xfrm>
          <a:custGeom>
            <a:avLst/>
            <a:gdLst/>
            <a:ahLst/>
            <a:rect l="0" t="0" r="r" b="b"/>
            <a:pathLst>
              <a:path w="31156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4" y="58"/>
                </a:cubicBezTo>
                <a:cubicBezTo>
                  <a:pt x="7" y="46"/>
                  <a:pt x="11" y="36"/>
                  <a:pt x="16" y="28"/>
                </a:cubicBezTo>
                <a:cubicBezTo>
                  <a:pt x="21" y="19"/>
                  <a:pt x="27" y="12"/>
                  <a:pt x="33" y="7"/>
                </a:cubicBezTo>
                <a:cubicBezTo>
                  <a:pt x="39" y="3"/>
                  <a:pt x="46" y="0"/>
                  <a:pt x="53" y="0"/>
                </a:cubicBezTo>
                <a:lnTo>
                  <a:pt x="31063" y="0"/>
                </a:lnTo>
                <a:cubicBezTo>
                  <a:pt x="31076" y="0"/>
                  <a:pt x="31088" y="3"/>
                  <a:pt x="31099" y="7"/>
                </a:cubicBezTo>
                <a:cubicBezTo>
                  <a:pt x="31110" y="12"/>
                  <a:pt x="31120" y="19"/>
                  <a:pt x="31129" y="28"/>
                </a:cubicBezTo>
                <a:cubicBezTo>
                  <a:pt x="31138" y="36"/>
                  <a:pt x="31144" y="46"/>
                  <a:pt x="31149" y="58"/>
                </a:cubicBezTo>
                <a:cubicBezTo>
                  <a:pt x="31154" y="69"/>
                  <a:pt x="31156" y="81"/>
                  <a:pt x="31156" y="93"/>
                </a:cubicBezTo>
                <a:lnTo>
                  <a:pt x="31156" y="1179"/>
                </a:lnTo>
                <a:cubicBezTo>
                  <a:pt x="31156" y="1191"/>
                  <a:pt x="31154" y="1203"/>
                  <a:pt x="31149" y="1214"/>
                </a:cubicBezTo>
                <a:cubicBezTo>
                  <a:pt x="31144" y="1226"/>
                  <a:pt x="31138" y="1236"/>
                  <a:pt x="31129" y="1244"/>
                </a:cubicBezTo>
                <a:cubicBezTo>
                  <a:pt x="31120" y="1253"/>
                  <a:pt x="31110" y="1260"/>
                  <a:pt x="31099" y="1264"/>
                </a:cubicBezTo>
                <a:cubicBezTo>
                  <a:pt x="31088" y="1269"/>
                  <a:pt x="31076" y="1271"/>
                  <a:pt x="31063" y="1271"/>
                </a:cubicBezTo>
                <a:lnTo>
                  <a:pt x="53" y="1271"/>
                </a:lnTo>
                <a:cubicBezTo>
                  <a:pt x="46" y="1271"/>
                  <a:pt x="39" y="1269"/>
                  <a:pt x="33" y="1264"/>
                </a:cubicBezTo>
                <a:cubicBezTo>
                  <a:pt x="27" y="1260"/>
                  <a:pt x="21" y="1253"/>
                  <a:pt x="16" y="1244"/>
                </a:cubicBezTo>
                <a:cubicBezTo>
                  <a:pt x="11" y="1236"/>
                  <a:pt x="7" y="1226"/>
                  <a:pt x="4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495000" y="155232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31121" y="52"/>
                </a:moveTo>
                <a:cubicBezTo>
                  <a:pt x="31120" y="52"/>
                  <a:pt x="31120" y="51"/>
                  <a:pt x="31120" y="51"/>
                </a:cubicBezTo>
                <a:cubicBezTo>
                  <a:pt x="31104" y="34"/>
                  <a:pt x="31085" y="27"/>
                  <a:pt x="31063" y="27"/>
                </a:cubicBezTo>
                <a:lnTo>
                  <a:pt x="53" y="27"/>
                </a:lnTo>
                <a:lnTo>
                  <a:pt x="0" y="14"/>
                </a:lnTo>
                <a:cubicBezTo>
                  <a:pt x="16" y="5"/>
                  <a:pt x="34" y="0"/>
                  <a:pt x="53" y="0"/>
                </a:cubicBezTo>
                <a:lnTo>
                  <a:pt x="31063" y="0"/>
                </a:lnTo>
                <a:cubicBezTo>
                  <a:pt x="31093" y="0"/>
                  <a:pt x="31118" y="11"/>
                  <a:pt x="31138" y="31"/>
                </a:cubicBezTo>
                <a:cubicBezTo>
                  <a:pt x="31139" y="32"/>
                  <a:pt x="31139" y="32"/>
                  <a:pt x="31140" y="33"/>
                </a:cubicBezTo>
                <a:lnTo>
                  <a:pt x="31121" y="5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495000" y="200088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53" y="24"/>
                </a:moveTo>
                <a:lnTo>
                  <a:pt x="31063" y="24"/>
                </a:lnTo>
                <a:cubicBezTo>
                  <a:pt x="31085" y="24"/>
                  <a:pt x="31104" y="16"/>
                  <a:pt x="31120" y="1"/>
                </a:cubicBezTo>
                <a:cubicBezTo>
                  <a:pt x="31120" y="1"/>
                  <a:pt x="31120" y="0"/>
                  <a:pt x="31121" y="0"/>
                </a:cubicBezTo>
                <a:lnTo>
                  <a:pt x="31140" y="18"/>
                </a:lnTo>
                <a:cubicBezTo>
                  <a:pt x="31139" y="19"/>
                  <a:pt x="31139" y="19"/>
                  <a:pt x="31138" y="20"/>
                </a:cubicBezTo>
                <a:cubicBezTo>
                  <a:pt x="31118" y="41"/>
                  <a:pt x="31093" y="52"/>
                  <a:pt x="31063" y="52"/>
                </a:cubicBezTo>
                <a:lnTo>
                  <a:pt x="53" y="52"/>
                </a:lnTo>
                <a:cubicBezTo>
                  <a:pt x="34" y="52"/>
                  <a:pt x="16" y="47"/>
                  <a:pt x="0" y="38"/>
                </a:cubicBezTo>
                <a:lnTo>
                  <a:pt x="53" y="2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11697840" y="1563480"/>
            <a:ext cx="18000" cy="444960"/>
          </a:xfrm>
          <a:custGeom>
            <a:avLst/>
            <a:gdLst/>
            <a:ahLst/>
            <a:rect l="0" t="0" r="r" b="b"/>
            <a:pathLst>
              <a:path w="50" h="1236">
                <a:moveTo>
                  <a:pt x="0" y="1217"/>
                </a:moveTo>
                <a:cubicBezTo>
                  <a:pt x="15" y="1200"/>
                  <a:pt x="24" y="1182"/>
                  <a:pt x="24" y="1160"/>
                </a:cubicBezTo>
                <a:lnTo>
                  <a:pt x="24" y="75"/>
                </a:lnTo>
                <a:cubicBezTo>
                  <a:pt x="24" y="53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0" y="46"/>
                  <a:pt x="50" y="75"/>
                </a:cubicBezTo>
                <a:lnTo>
                  <a:pt x="50" y="1160"/>
                </a:lnTo>
                <a:cubicBezTo>
                  <a:pt x="50" y="1189"/>
                  <a:pt x="40" y="1215"/>
                  <a:pt x="19" y="1236"/>
                </a:cubicBezTo>
                <a:lnTo>
                  <a:pt x="0" y="121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75920" y="1557360"/>
            <a:ext cx="38520" cy="457200"/>
          </a:xfrm>
          <a:custGeom>
            <a:avLst/>
            <a:gdLst/>
            <a:ahLst/>
            <a:rect l="0" t="0" r="r" b="b"/>
            <a:pathLst>
              <a:path w="107" h="1270">
                <a:moveTo>
                  <a:pt x="107" y="13"/>
                </a:moveTo>
                <a:lnTo>
                  <a:pt x="107" y="1257"/>
                </a:lnTo>
                <a:lnTo>
                  <a:pt x="54" y="1270"/>
                </a:lnTo>
                <a:cubicBezTo>
                  <a:pt x="46" y="1266"/>
                  <a:pt x="38" y="1260"/>
                  <a:pt x="31" y="1253"/>
                </a:cubicBezTo>
                <a:cubicBezTo>
                  <a:pt x="11" y="1232"/>
                  <a:pt x="0" y="1207"/>
                  <a:pt x="0" y="1178"/>
                </a:cubicBezTo>
                <a:lnTo>
                  <a:pt x="0" y="92"/>
                </a:lnTo>
                <a:cubicBezTo>
                  <a:pt x="0" y="63"/>
                  <a:pt x="11" y="38"/>
                  <a:pt x="31" y="17"/>
                </a:cubicBezTo>
                <a:cubicBezTo>
                  <a:pt x="38" y="10"/>
                  <a:pt x="46" y="4"/>
                  <a:pt x="54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85640" y="2895480"/>
            <a:ext cx="324000" cy="304920"/>
          </a:xfrm>
          <a:custGeom>
            <a:avLst/>
            <a:gdLst/>
            <a:ahLst/>
            <a:rect l="0" t="0" r="r" b="b"/>
            <a:pathLst>
              <a:path w="900" h="847">
                <a:moveTo>
                  <a:pt x="0" y="0"/>
                </a:moveTo>
                <a:lnTo>
                  <a:pt x="900" y="0"/>
                </a:lnTo>
                <a:lnTo>
                  <a:pt x="9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809280" y="2895480"/>
            <a:ext cx="2514960" cy="304920"/>
          </a:xfrm>
          <a:custGeom>
            <a:avLst/>
            <a:gdLst/>
            <a:ahLst/>
            <a:rect l="0" t="0" r="r" b="b"/>
            <a:pathLst>
              <a:path w="6986" h="847">
                <a:moveTo>
                  <a:pt x="0" y="0"/>
                </a:moveTo>
                <a:lnTo>
                  <a:pt x="6986" y="0"/>
                </a:lnTo>
                <a:lnTo>
                  <a:pt x="698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323880" y="2895480"/>
            <a:ext cx="3410640" cy="304920"/>
          </a:xfrm>
          <a:custGeom>
            <a:avLst/>
            <a:gdLst/>
            <a:ahLst/>
            <a:rect l="0" t="0" r="r" b="b"/>
            <a:pathLst>
              <a:path w="9474" h="847">
                <a:moveTo>
                  <a:pt x="0" y="0"/>
                </a:moveTo>
                <a:lnTo>
                  <a:pt x="9474" y="0"/>
                </a:lnTo>
                <a:lnTo>
                  <a:pt x="947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485640" y="2895480"/>
            <a:ext cx="324000" cy="304920"/>
          </a:xfrm>
          <a:custGeom>
            <a:avLst/>
            <a:gdLst/>
            <a:ahLst/>
            <a:rect l="0" t="0" r="r" b="b"/>
            <a:pathLst>
              <a:path w="900" h="847">
                <a:moveTo>
                  <a:pt x="0" y="0"/>
                </a:moveTo>
                <a:lnTo>
                  <a:pt x="900" y="0"/>
                </a:lnTo>
                <a:lnTo>
                  <a:pt x="9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809280" y="2895480"/>
            <a:ext cx="2514960" cy="304920"/>
          </a:xfrm>
          <a:custGeom>
            <a:avLst/>
            <a:gdLst/>
            <a:ahLst/>
            <a:rect l="0" t="0" r="r" b="b"/>
            <a:pathLst>
              <a:path w="6986" h="847">
                <a:moveTo>
                  <a:pt x="0" y="0"/>
                </a:moveTo>
                <a:lnTo>
                  <a:pt x="6986" y="0"/>
                </a:lnTo>
                <a:lnTo>
                  <a:pt x="698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323880" y="2895480"/>
            <a:ext cx="3410640" cy="304920"/>
          </a:xfrm>
          <a:custGeom>
            <a:avLst/>
            <a:gdLst/>
            <a:ahLst/>
            <a:rect l="0" t="0" r="r" b="b"/>
            <a:pathLst>
              <a:path w="9474" h="847">
                <a:moveTo>
                  <a:pt x="0" y="0"/>
                </a:moveTo>
                <a:lnTo>
                  <a:pt x="9474" y="0"/>
                </a:lnTo>
                <a:lnTo>
                  <a:pt x="947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485640" y="3200040"/>
            <a:ext cx="324000" cy="315000"/>
          </a:xfrm>
          <a:custGeom>
            <a:avLst/>
            <a:gdLst/>
            <a:ahLst/>
            <a:rect l="0" t="0" r="r" b="b"/>
            <a:pathLst>
              <a:path w="900" h="875">
                <a:moveTo>
                  <a:pt x="0" y="0"/>
                </a:moveTo>
                <a:lnTo>
                  <a:pt x="900" y="0"/>
                </a:lnTo>
                <a:lnTo>
                  <a:pt x="900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809280" y="3200040"/>
            <a:ext cx="2514960" cy="315000"/>
          </a:xfrm>
          <a:custGeom>
            <a:avLst/>
            <a:gdLst/>
            <a:ahLst/>
            <a:rect l="0" t="0" r="r" b="b"/>
            <a:pathLst>
              <a:path w="6986" h="875">
                <a:moveTo>
                  <a:pt x="0" y="0"/>
                </a:moveTo>
                <a:lnTo>
                  <a:pt x="6986" y="0"/>
                </a:lnTo>
                <a:lnTo>
                  <a:pt x="6986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3323880" y="3200040"/>
            <a:ext cx="3410640" cy="315000"/>
          </a:xfrm>
          <a:custGeom>
            <a:avLst/>
            <a:gdLst/>
            <a:ahLst/>
            <a:rect l="0" t="0" r="r" b="b"/>
            <a:pathLst>
              <a:path w="9474" h="875">
                <a:moveTo>
                  <a:pt x="0" y="0"/>
                </a:moveTo>
                <a:lnTo>
                  <a:pt x="9474" y="0"/>
                </a:lnTo>
                <a:lnTo>
                  <a:pt x="9474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85640" y="3514680"/>
            <a:ext cx="324000" cy="314640"/>
          </a:xfrm>
          <a:custGeom>
            <a:avLst/>
            <a:gdLst/>
            <a:ahLst/>
            <a:rect l="0" t="0" r="r" b="b"/>
            <a:pathLst>
              <a:path w="900" h="874">
                <a:moveTo>
                  <a:pt x="0" y="0"/>
                </a:moveTo>
                <a:lnTo>
                  <a:pt x="900" y="0"/>
                </a:lnTo>
                <a:lnTo>
                  <a:pt x="90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809280" y="3514680"/>
            <a:ext cx="2514960" cy="314640"/>
          </a:xfrm>
          <a:custGeom>
            <a:avLst/>
            <a:gdLst/>
            <a:ahLst/>
            <a:rect l="0" t="0" r="r" b="b"/>
            <a:pathLst>
              <a:path w="6986" h="874">
                <a:moveTo>
                  <a:pt x="0" y="0"/>
                </a:moveTo>
                <a:lnTo>
                  <a:pt x="6986" y="0"/>
                </a:lnTo>
                <a:lnTo>
                  <a:pt x="698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323880" y="3514680"/>
            <a:ext cx="3410640" cy="314640"/>
          </a:xfrm>
          <a:custGeom>
            <a:avLst/>
            <a:gdLst/>
            <a:ahLst/>
            <a:rect l="0" t="0" r="r" b="b"/>
            <a:pathLst>
              <a:path w="9474" h="874">
                <a:moveTo>
                  <a:pt x="0" y="0"/>
                </a:moveTo>
                <a:lnTo>
                  <a:pt x="9474" y="0"/>
                </a:lnTo>
                <a:lnTo>
                  <a:pt x="94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485640" y="3514680"/>
            <a:ext cx="324000" cy="314640"/>
          </a:xfrm>
          <a:custGeom>
            <a:avLst/>
            <a:gdLst/>
            <a:ahLst/>
            <a:rect l="0" t="0" r="r" b="b"/>
            <a:pathLst>
              <a:path w="900" h="874">
                <a:moveTo>
                  <a:pt x="0" y="0"/>
                </a:moveTo>
                <a:lnTo>
                  <a:pt x="900" y="0"/>
                </a:lnTo>
                <a:lnTo>
                  <a:pt x="90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809280" y="3514680"/>
            <a:ext cx="2514960" cy="314640"/>
          </a:xfrm>
          <a:custGeom>
            <a:avLst/>
            <a:gdLst/>
            <a:ahLst/>
            <a:rect l="0" t="0" r="r" b="b"/>
            <a:pathLst>
              <a:path w="6986" h="874">
                <a:moveTo>
                  <a:pt x="0" y="0"/>
                </a:moveTo>
                <a:lnTo>
                  <a:pt x="6986" y="0"/>
                </a:lnTo>
                <a:lnTo>
                  <a:pt x="698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323880" y="3514680"/>
            <a:ext cx="3410640" cy="314640"/>
          </a:xfrm>
          <a:custGeom>
            <a:avLst/>
            <a:gdLst/>
            <a:ahLst/>
            <a:rect l="0" t="0" r="r" b="b"/>
            <a:pathLst>
              <a:path w="9474" h="874">
                <a:moveTo>
                  <a:pt x="0" y="0"/>
                </a:moveTo>
                <a:lnTo>
                  <a:pt x="9474" y="0"/>
                </a:lnTo>
                <a:lnTo>
                  <a:pt x="94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485640" y="3828960"/>
            <a:ext cx="324000" cy="304920"/>
          </a:xfrm>
          <a:custGeom>
            <a:avLst/>
            <a:gdLst/>
            <a:ahLst/>
            <a:rect l="0" t="0" r="r" b="b"/>
            <a:pathLst>
              <a:path w="900" h="847">
                <a:moveTo>
                  <a:pt x="0" y="0"/>
                </a:moveTo>
                <a:lnTo>
                  <a:pt x="900" y="0"/>
                </a:lnTo>
                <a:lnTo>
                  <a:pt x="9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809280" y="3828960"/>
            <a:ext cx="2514960" cy="304920"/>
          </a:xfrm>
          <a:custGeom>
            <a:avLst/>
            <a:gdLst/>
            <a:ahLst/>
            <a:rect l="0" t="0" r="r" b="b"/>
            <a:pathLst>
              <a:path w="6986" h="847">
                <a:moveTo>
                  <a:pt x="0" y="0"/>
                </a:moveTo>
                <a:lnTo>
                  <a:pt x="6986" y="0"/>
                </a:lnTo>
                <a:lnTo>
                  <a:pt x="698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323880" y="3828960"/>
            <a:ext cx="3410640" cy="304920"/>
          </a:xfrm>
          <a:custGeom>
            <a:avLst/>
            <a:gdLst/>
            <a:ahLst/>
            <a:rect l="0" t="0" r="r" b="b"/>
            <a:pathLst>
              <a:path w="9474" h="847">
                <a:moveTo>
                  <a:pt x="0" y="0"/>
                </a:moveTo>
                <a:lnTo>
                  <a:pt x="9474" y="0"/>
                </a:lnTo>
                <a:lnTo>
                  <a:pt x="947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85640" y="4133520"/>
            <a:ext cx="324000" cy="315000"/>
          </a:xfrm>
          <a:custGeom>
            <a:avLst/>
            <a:gdLst/>
            <a:ahLst/>
            <a:rect l="0" t="0" r="r" b="b"/>
            <a:pathLst>
              <a:path w="900" h="875">
                <a:moveTo>
                  <a:pt x="0" y="0"/>
                </a:moveTo>
                <a:lnTo>
                  <a:pt x="900" y="0"/>
                </a:lnTo>
                <a:lnTo>
                  <a:pt x="900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809280" y="4133520"/>
            <a:ext cx="2514960" cy="315000"/>
          </a:xfrm>
          <a:custGeom>
            <a:avLst/>
            <a:gdLst/>
            <a:ahLst/>
            <a:rect l="0" t="0" r="r" b="b"/>
            <a:pathLst>
              <a:path w="6986" h="875">
                <a:moveTo>
                  <a:pt x="0" y="0"/>
                </a:moveTo>
                <a:lnTo>
                  <a:pt x="6986" y="0"/>
                </a:lnTo>
                <a:lnTo>
                  <a:pt x="6986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323880" y="4133520"/>
            <a:ext cx="3410640" cy="315000"/>
          </a:xfrm>
          <a:custGeom>
            <a:avLst/>
            <a:gdLst/>
            <a:ahLst/>
            <a:rect l="0" t="0" r="r" b="b"/>
            <a:pathLst>
              <a:path w="9474" h="875">
                <a:moveTo>
                  <a:pt x="0" y="0"/>
                </a:moveTo>
                <a:lnTo>
                  <a:pt x="9474" y="0"/>
                </a:lnTo>
                <a:lnTo>
                  <a:pt x="9474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485640" y="4133520"/>
            <a:ext cx="324000" cy="315000"/>
          </a:xfrm>
          <a:custGeom>
            <a:avLst/>
            <a:gdLst/>
            <a:ahLst/>
            <a:rect l="0" t="0" r="r" b="b"/>
            <a:pathLst>
              <a:path w="900" h="875">
                <a:moveTo>
                  <a:pt x="0" y="0"/>
                </a:moveTo>
                <a:lnTo>
                  <a:pt x="900" y="0"/>
                </a:lnTo>
                <a:lnTo>
                  <a:pt x="900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809280" y="4133520"/>
            <a:ext cx="2514960" cy="315000"/>
          </a:xfrm>
          <a:custGeom>
            <a:avLst/>
            <a:gdLst/>
            <a:ahLst/>
            <a:rect l="0" t="0" r="r" b="b"/>
            <a:pathLst>
              <a:path w="6986" h="875">
                <a:moveTo>
                  <a:pt x="0" y="0"/>
                </a:moveTo>
                <a:lnTo>
                  <a:pt x="6986" y="0"/>
                </a:lnTo>
                <a:lnTo>
                  <a:pt x="6986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323880" y="4133520"/>
            <a:ext cx="3410640" cy="315000"/>
          </a:xfrm>
          <a:custGeom>
            <a:avLst/>
            <a:gdLst/>
            <a:ahLst/>
            <a:rect l="0" t="0" r="r" b="b"/>
            <a:pathLst>
              <a:path w="9474" h="875">
                <a:moveTo>
                  <a:pt x="0" y="0"/>
                </a:moveTo>
                <a:lnTo>
                  <a:pt x="9474" y="0"/>
                </a:lnTo>
                <a:lnTo>
                  <a:pt x="9474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85640" y="4448160"/>
            <a:ext cx="324000" cy="314640"/>
          </a:xfrm>
          <a:custGeom>
            <a:avLst/>
            <a:gdLst/>
            <a:ahLst/>
            <a:rect l="0" t="0" r="r" b="b"/>
            <a:pathLst>
              <a:path w="900" h="874">
                <a:moveTo>
                  <a:pt x="0" y="0"/>
                </a:moveTo>
                <a:lnTo>
                  <a:pt x="900" y="0"/>
                </a:lnTo>
                <a:lnTo>
                  <a:pt x="90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809280" y="4448160"/>
            <a:ext cx="2514960" cy="314640"/>
          </a:xfrm>
          <a:custGeom>
            <a:avLst/>
            <a:gdLst/>
            <a:ahLst/>
            <a:rect l="0" t="0" r="r" b="b"/>
            <a:pathLst>
              <a:path w="6986" h="874">
                <a:moveTo>
                  <a:pt x="0" y="0"/>
                </a:moveTo>
                <a:lnTo>
                  <a:pt x="6986" y="0"/>
                </a:lnTo>
                <a:lnTo>
                  <a:pt x="698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3323880" y="4448160"/>
            <a:ext cx="3410640" cy="314640"/>
          </a:xfrm>
          <a:custGeom>
            <a:avLst/>
            <a:gdLst/>
            <a:ahLst/>
            <a:rect l="0" t="0" r="r" b="b"/>
            <a:pathLst>
              <a:path w="9474" h="874">
                <a:moveTo>
                  <a:pt x="0" y="0"/>
                </a:moveTo>
                <a:lnTo>
                  <a:pt x="9474" y="0"/>
                </a:lnTo>
                <a:lnTo>
                  <a:pt x="94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85640" y="4762440"/>
            <a:ext cx="324000" cy="304920"/>
          </a:xfrm>
          <a:custGeom>
            <a:avLst/>
            <a:gdLst/>
            <a:ahLst/>
            <a:rect l="0" t="0" r="r" b="b"/>
            <a:pathLst>
              <a:path w="900" h="847">
                <a:moveTo>
                  <a:pt x="0" y="0"/>
                </a:moveTo>
                <a:lnTo>
                  <a:pt x="900" y="0"/>
                </a:lnTo>
                <a:lnTo>
                  <a:pt x="9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809280" y="4762440"/>
            <a:ext cx="2514960" cy="304920"/>
          </a:xfrm>
          <a:custGeom>
            <a:avLst/>
            <a:gdLst/>
            <a:ahLst/>
            <a:rect l="0" t="0" r="r" b="b"/>
            <a:pathLst>
              <a:path w="6986" h="847">
                <a:moveTo>
                  <a:pt x="0" y="0"/>
                </a:moveTo>
                <a:lnTo>
                  <a:pt x="6986" y="0"/>
                </a:lnTo>
                <a:lnTo>
                  <a:pt x="698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323880" y="4762440"/>
            <a:ext cx="3410640" cy="304920"/>
          </a:xfrm>
          <a:custGeom>
            <a:avLst/>
            <a:gdLst/>
            <a:ahLst/>
            <a:rect l="0" t="0" r="r" b="b"/>
            <a:pathLst>
              <a:path w="9474" h="847">
                <a:moveTo>
                  <a:pt x="0" y="0"/>
                </a:moveTo>
                <a:lnTo>
                  <a:pt x="9474" y="0"/>
                </a:lnTo>
                <a:lnTo>
                  <a:pt x="947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85640" y="4762440"/>
            <a:ext cx="324000" cy="304920"/>
          </a:xfrm>
          <a:custGeom>
            <a:avLst/>
            <a:gdLst/>
            <a:ahLst/>
            <a:rect l="0" t="0" r="r" b="b"/>
            <a:pathLst>
              <a:path w="900" h="847">
                <a:moveTo>
                  <a:pt x="0" y="0"/>
                </a:moveTo>
                <a:lnTo>
                  <a:pt x="900" y="0"/>
                </a:lnTo>
                <a:lnTo>
                  <a:pt x="90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809280" y="4762440"/>
            <a:ext cx="2514960" cy="304920"/>
          </a:xfrm>
          <a:custGeom>
            <a:avLst/>
            <a:gdLst/>
            <a:ahLst/>
            <a:rect l="0" t="0" r="r" b="b"/>
            <a:pathLst>
              <a:path w="6986" h="847">
                <a:moveTo>
                  <a:pt x="0" y="0"/>
                </a:moveTo>
                <a:lnTo>
                  <a:pt x="6986" y="0"/>
                </a:lnTo>
                <a:lnTo>
                  <a:pt x="6986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323880" y="4762440"/>
            <a:ext cx="3410640" cy="304920"/>
          </a:xfrm>
          <a:custGeom>
            <a:avLst/>
            <a:gdLst/>
            <a:ahLst/>
            <a:rect l="0" t="0" r="r" b="b"/>
            <a:pathLst>
              <a:path w="9474" h="847">
                <a:moveTo>
                  <a:pt x="0" y="0"/>
                </a:moveTo>
                <a:lnTo>
                  <a:pt x="9474" y="0"/>
                </a:lnTo>
                <a:lnTo>
                  <a:pt x="9474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475920" y="2885760"/>
            <a:ext cx="10080" cy="324360"/>
          </a:xfrm>
          <a:custGeom>
            <a:avLst/>
            <a:gdLst/>
            <a:ahLst/>
            <a:rect l="0" t="0" r="r" b="b"/>
            <a:pathLst>
              <a:path w="28" h="901">
                <a:moveTo>
                  <a:pt x="0" y="0"/>
                </a:moveTo>
                <a:lnTo>
                  <a:pt x="28" y="0"/>
                </a:lnTo>
                <a:lnTo>
                  <a:pt x="28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475920" y="288576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927" y="0"/>
                </a:lnTo>
                <a:lnTo>
                  <a:pt x="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799920" y="2885760"/>
            <a:ext cx="9720" cy="324360"/>
          </a:xfrm>
          <a:custGeom>
            <a:avLst/>
            <a:gdLst/>
            <a:ahLst/>
            <a:rect l="0" t="0" r="r" b="b"/>
            <a:pathLst>
              <a:path w="27" h="901">
                <a:moveTo>
                  <a:pt x="0" y="0"/>
                </a:moveTo>
                <a:lnTo>
                  <a:pt x="27" y="0"/>
                </a:lnTo>
                <a:lnTo>
                  <a:pt x="27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809280" y="288576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3314520" y="2885760"/>
            <a:ext cx="9720" cy="324360"/>
          </a:xfrm>
          <a:custGeom>
            <a:avLst/>
            <a:gdLst/>
            <a:ahLst/>
            <a:rect l="0" t="0" r="r" b="b"/>
            <a:pathLst>
              <a:path w="27" h="901">
                <a:moveTo>
                  <a:pt x="0" y="0"/>
                </a:moveTo>
                <a:lnTo>
                  <a:pt x="27" y="0"/>
                </a:lnTo>
                <a:lnTo>
                  <a:pt x="27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3323880" y="2885760"/>
            <a:ext cx="3410640" cy="10080"/>
          </a:xfrm>
          <a:custGeom>
            <a:avLst/>
            <a:gdLst/>
            <a:ahLst/>
            <a:rect l="0" t="0" r="r" b="b"/>
            <a:pathLst>
              <a:path w="9474" h="28">
                <a:moveTo>
                  <a:pt x="0" y="0"/>
                </a:moveTo>
                <a:lnTo>
                  <a:pt x="9474" y="0"/>
                </a:lnTo>
                <a:lnTo>
                  <a:pt x="94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724440" y="2885760"/>
            <a:ext cx="10080" cy="324360"/>
          </a:xfrm>
          <a:custGeom>
            <a:avLst/>
            <a:gdLst/>
            <a:ahLst/>
            <a:rect l="0" t="0" r="r" b="b"/>
            <a:pathLst>
              <a:path w="28" h="901">
                <a:moveTo>
                  <a:pt x="0" y="0"/>
                </a:moveTo>
                <a:lnTo>
                  <a:pt x="28" y="0"/>
                </a:lnTo>
                <a:lnTo>
                  <a:pt x="28" y="901"/>
                </a:lnTo>
                <a:lnTo>
                  <a:pt x="0" y="901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475920" y="320004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927" y="0"/>
                </a:lnTo>
                <a:lnTo>
                  <a:pt x="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809280" y="320004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323880" y="3200040"/>
            <a:ext cx="3410640" cy="10080"/>
          </a:xfrm>
          <a:custGeom>
            <a:avLst/>
            <a:gdLst/>
            <a:ahLst/>
            <a:rect l="0" t="0" r="r" b="b"/>
            <a:pathLst>
              <a:path w="9474" h="28">
                <a:moveTo>
                  <a:pt x="0" y="0"/>
                </a:moveTo>
                <a:lnTo>
                  <a:pt x="9474" y="0"/>
                </a:lnTo>
                <a:lnTo>
                  <a:pt x="94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475920" y="32097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799920" y="32097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3314520" y="32097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6724440" y="32097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75920" y="352404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75920" y="3514680"/>
            <a:ext cx="333720" cy="9720"/>
          </a:xfrm>
          <a:custGeom>
            <a:avLst/>
            <a:gdLst/>
            <a:ahLst/>
            <a:rect l="0" t="0" r="r" b="b"/>
            <a:pathLst>
              <a:path w="927" h="27">
                <a:moveTo>
                  <a:pt x="0" y="0"/>
                </a:moveTo>
                <a:lnTo>
                  <a:pt x="927" y="0"/>
                </a:lnTo>
                <a:lnTo>
                  <a:pt x="9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799920" y="352404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809280" y="351468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3314520" y="352404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323880" y="3514680"/>
            <a:ext cx="3410640" cy="9720"/>
          </a:xfrm>
          <a:custGeom>
            <a:avLst/>
            <a:gdLst/>
            <a:ahLst/>
            <a:rect l="0" t="0" r="r" b="b"/>
            <a:pathLst>
              <a:path w="9474" h="27">
                <a:moveTo>
                  <a:pt x="0" y="0"/>
                </a:moveTo>
                <a:lnTo>
                  <a:pt x="9474" y="0"/>
                </a:lnTo>
                <a:lnTo>
                  <a:pt x="94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6724440" y="352404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475920" y="38289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75920" y="381924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927" y="0"/>
                </a:lnTo>
                <a:lnTo>
                  <a:pt x="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799920" y="38289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09280" y="381924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3314520" y="38289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323880" y="3819240"/>
            <a:ext cx="3410640" cy="10080"/>
          </a:xfrm>
          <a:custGeom>
            <a:avLst/>
            <a:gdLst/>
            <a:ahLst/>
            <a:rect l="0" t="0" r="r" b="b"/>
            <a:pathLst>
              <a:path w="9474" h="28">
                <a:moveTo>
                  <a:pt x="0" y="0"/>
                </a:moveTo>
                <a:lnTo>
                  <a:pt x="9474" y="0"/>
                </a:lnTo>
                <a:lnTo>
                  <a:pt x="94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6724440" y="38289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475920" y="41432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75920" y="413352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927" y="0"/>
                </a:lnTo>
                <a:lnTo>
                  <a:pt x="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799920" y="41432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809280" y="413352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3314520" y="41432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3323880" y="4133520"/>
            <a:ext cx="3410640" cy="10080"/>
          </a:xfrm>
          <a:custGeom>
            <a:avLst/>
            <a:gdLst/>
            <a:ahLst/>
            <a:rect l="0" t="0" r="r" b="b"/>
            <a:pathLst>
              <a:path w="9474" h="28">
                <a:moveTo>
                  <a:pt x="0" y="0"/>
                </a:moveTo>
                <a:lnTo>
                  <a:pt x="9474" y="0"/>
                </a:lnTo>
                <a:lnTo>
                  <a:pt x="94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6724440" y="41432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475920" y="445752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475920" y="4448160"/>
            <a:ext cx="333720" cy="9720"/>
          </a:xfrm>
          <a:custGeom>
            <a:avLst/>
            <a:gdLst/>
            <a:ahLst/>
            <a:rect l="0" t="0" r="r" b="b"/>
            <a:pathLst>
              <a:path w="927" h="27">
                <a:moveTo>
                  <a:pt x="0" y="0"/>
                </a:moveTo>
                <a:lnTo>
                  <a:pt x="927" y="0"/>
                </a:lnTo>
                <a:lnTo>
                  <a:pt x="9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799920" y="445752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809280" y="4448160"/>
            <a:ext cx="2514960" cy="9720"/>
          </a:xfrm>
          <a:custGeom>
            <a:avLst/>
            <a:gdLst/>
            <a:ahLst/>
            <a:rect l="0" t="0" r="r" b="b"/>
            <a:pathLst>
              <a:path w="6986" h="27">
                <a:moveTo>
                  <a:pt x="0" y="0"/>
                </a:moveTo>
                <a:lnTo>
                  <a:pt x="6986" y="0"/>
                </a:lnTo>
                <a:lnTo>
                  <a:pt x="69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3314520" y="445752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3323880" y="4448160"/>
            <a:ext cx="3410640" cy="9720"/>
          </a:xfrm>
          <a:custGeom>
            <a:avLst/>
            <a:gdLst/>
            <a:ahLst/>
            <a:rect l="0" t="0" r="r" b="b"/>
            <a:pathLst>
              <a:path w="9474" h="27">
                <a:moveTo>
                  <a:pt x="0" y="0"/>
                </a:moveTo>
                <a:lnTo>
                  <a:pt x="9474" y="0"/>
                </a:lnTo>
                <a:lnTo>
                  <a:pt x="94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6724440" y="445752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475920" y="47624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475920" y="475272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927" y="0"/>
                </a:lnTo>
                <a:lnTo>
                  <a:pt x="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799920" y="47624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809280" y="475272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3314520" y="47624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323880" y="4752720"/>
            <a:ext cx="3410640" cy="10080"/>
          </a:xfrm>
          <a:custGeom>
            <a:avLst/>
            <a:gdLst/>
            <a:ahLst/>
            <a:rect l="0" t="0" r="r" b="b"/>
            <a:pathLst>
              <a:path w="9474" h="28">
                <a:moveTo>
                  <a:pt x="0" y="0"/>
                </a:moveTo>
                <a:lnTo>
                  <a:pt x="9474" y="0"/>
                </a:lnTo>
                <a:lnTo>
                  <a:pt x="94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724440" y="47624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475920" y="506700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927" y="0"/>
                </a:lnTo>
                <a:lnTo>
                  <a:pt x="92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809280" y="5067000"/>
            <a:ext cx="2514960" cy="10080"/>
          </a:xfrm>
          <a:custGeom>
            <a:avLst/>
            <a:gdLst/>
            <a:ahLst/>
            <a:rect l="0" t="0" r="r" b="b"/>
            <a:pathLst>
              <a:path w="6986" h="28">
                <a:moveTo>
                  <a:pt x="0" y="0"/>
                </a:moveTo>
                <a:lnTo>
                  <a:pt x="6986" y="0"/>
                </a:lnTo>
                <a:lnTo>
                  <a:pt x="69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323880" y="5067000"/>
            <a:ext cx="3410640" cy="10080"/>
          </a:xfrm>
          <a:custGeom>
            <a:avLst/>
            <a:gdLst/>
            <a:ahLst/>
            <a:rect l="0" t="0" r="r" b="b"/>
            <a:pathLst>
              <a:path w="9474" h="28">
                <a:moveTo>
                  <a:pt x="0" y="0"/>
                </a:moveTo>
                <a:lnTo>
                  <a:pt x="9474" y="0"/>
                </a:lnTo>
                <a:lnTo>
                  <a:pt x="94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475920" y="5229000"/>
            <a:ext cx="11239920" cy="609840"/>
          </a:xfrm>
          <a:custGeom>
            <a:avLst/>
            <a:gdLst/>
            <a:ahLst/>
            <a:rect l="0" t="0" r="r" b="b"/>
            <a:pathLst>
              <a:path w="31222" h="1694">
                <a:moveTo>
                  <a:pt x="0" y="0"/>
                </a:moveTo>
                <a:lnTo>
                  <a:pt x="31222" y="0"/>
                </a:lnTo>
                <a:lnTo>
                  <a:pt x="31222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FFFB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475920" y="5229000"/>
            <a:ext cx="38520" cy="609840"/>
          </a:xfrm>
          <a:custGeom>
            <a:avLst/>
            <a:gdLst/>
            <a:ahLst/>
            <a:rect l="0" t="0" r="r" b="b"/>
            <a:pathLst>
              <a:path w="107" h="1694">
                <a:moveTo>
                  <a:pt x="0" y="0"/>
                </a:moveTo>
                <a:lnTo>
                  <a:pt x="107" y="0"/>
                </a:lnTo>
                <a:lnTo>
                  <a:pt x="107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>
            <a:srgbClr val="F0A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76280" y="1027080"/>
            <a:ext cx="35236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Load the Trace &amp; Get Oriented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66720" y="1708200"/>
            <a:ext cx="256140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python btf_viewer.py your-trace.btf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904920" y="2199960"/>
            <a:ext cx="581400" cy="181440"/>
          </a:xfrm>
          <a:custGeom>
            <a:avLst/>
            <a:gdLst/>
            <a:ahLst/>
            <a:rect l="0" t="0" r="r" b="b"/>
            <a:pathLst>
              <a:path w="1615" h="504">
                <a:moveTo>
                  <a:pt x="0" y="425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536" y="0"/>
                </a:lnTo>
                <a:cubicBezTo>
                  <a:pt x="1547" y="0"/>
                  <a:pt x="1557" y="2"/>
                  <a:pt x="1566" y="6"/>
                </a:cubicBezTo>
                <a:cubicBezTo>
                  <a:pt x="1576" y="10"/>
                  <a:pt x="1585" y="16"/>
                  <a:pt x="1592" y="24"/>
                </a:cubicBezTo>
                <a:cubicBezTo>
                  <a:pt x="1600" y="31"/>
                  <a:pt x="1605" y="40"/>
                  <a:pt x="1609" y="49"/>
                </a:cubicBezTo>
                <a:cubicBezTo>
                  <a:pt x="1613" y="59"/>
                  <a:pt x="1615" y="69"/>
                  <a:pt x="1615" y="80"/>
                </a:cubicBezTo>
                <a:lnTo>
                  <a:pt x="1615" y="425"/>
                </a:lnTo>
                <a:cubicBezTo>
                  <a:pt x="1615" y="435"/>
                  <a:pt x="1613" y="445"/>
                  <a:pt x="1609" y="455"/>
                </a:cubicBezTo>
                <a:cubicBezTo>
                  <a:pt x="1605" y="465"/>
                  <a:pt x="1600" y="473"/>
                  <a:pt x="1592" y="481"/>
                </a:cubicBezTo>
                <a:cubicBezTo>
                  <a:pt x="1585" y="488"/>
                  <a:pt x="1576" y="494"/>
                  <a:pt x="1566" y="498"/>
                </a:cubicBezTo>
                <a:cubicBezTo>
                  <a:pt x="1557" y="502"/>
                  <a:pt x="1547" y="504"/>
                  <a:pt x="1536" y="504"/>
                </a:cubicBezTo>
                <a:lnTo>
                  <a:pt x="80" y="504"/>
                </a:lnTo>
                <a:cubicBezTo>
                  <a:pt x="69" y="504"/>
                  <a:pt x="59" y="502"/>
                  <a:pt x="49" y="498"/>
                </a:cubicBezTo>
                <a:cubicBezTo>
                  <a:pt x="40" y="494"/>
                  <a:pt x="31" y="488"/>
                  <a:pt x="24" y="481"/>
                </a:cubicBezTo>
                <a:cubicBezTo>
                  <a:pt x="16" y="473"/>
                  <a:pt x="10" y="465"/>
                  <a:pt x="6" y="455"/>
                </a:cubicBezTo>
                <a:cubicBezTo>
                  <a:pt x="2" y="445"/>
                  <a:pt x="0" y="435"/>
                  <a:pt x="0" y="425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76280" y="2195640"/>
            <a:ext cx="3431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Or drag-and-drop onto the window /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File → Open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3953520" y="2216160"/>
            <a:ext cx="483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Ctrl+O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483440" y="219564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76280" y="2558520"/>
            <a:ext cx="15652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First Things to Do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09480" y="297288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#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1869840" y="2972880"/>
            <a:ext cx="389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4894920" y="2972880"/>
            <a:ext cx="264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09480" y="328716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285560" y="3295440"/>
            <a:ext cx="476640" cy="143280"/>
          </a:xfrm>
          <a:custGeom>
            <a:avLst/>
            <a:gdLst/>
            <a:ahLst/>
            <a:rect l="0" t="0" r="r" b="b"/>
            <a:pathLst>
              <a:path w="1324" h="398">
                <a:moveTo>
                  <a:pt x="0" y="31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245" y="0"/>
                </a:lnTo>
                <a:cubicBezTo>
                  <a:pt x="1255" y="0"/>
                  <a:pt x="1266" y="2"/>
                  <a:pt x="1275" y="6"/>
                </a:cubicBezTo>
                <a:cubicBezTo>
                  <a:pt x="1285" y="10"/>
                  <a:pt x="1294" y="16"/>
                  <a:pt x="1301" y="23"/>
                </a:cubicBezTo>
                <a:cubicBezTo>
                  <a:pt x="1308" y="31"/>
                  <a:pt x="1314" y="39"/>
                  <a:pt x="1318" y="49"/>
                </a:cubicBezTo>
                <a:cubicBezTo>
                  <a:pt x="1322" y="59"/>
                  <a:pt x="1324" y="69"/>
                  <a:pt x="1324" y="79"/>
                </a:cubicBezTo>
                <a:lnTo>
                  <a:pt x="1324" y="319"/>
                </a:lnTo>
                <a:cubicBezTo>
                  <a:pt x="1324" y="329"/>
                  <a:pt x="1322" y="339"/>
                  <a:pt x="1318" y="349"/>
                </a:cubicBezTo>
                <a:cubicBezTo>
                  <a:pt x="1314" y="359"/>
                  <a:pt x="1308" y="367"/>
                  <a:pt x="1301" y="375"/>
                </a:cubicBezTo>
                <a:cubicBezTo>
                  <a:pt x="1294" y="382"/>
                  <a:pt x="1285" y="388"/>
                  <a:pt x="1275" y="392"/>
                </a:cubicBezTo>
                <a:cubicBezTo>
                  <a:pt x="1266" y="396"/>
                  <a:pt x="1255" y="398"/>
                  <a:pt x="1245" y="398"/>
                </a:cubicBezTo>
                <a:lnTo>
                  <a:pt x="80" y="398"/>
                </a:lnTo>
                <a:cubicBezTo>
                  <a:pt x="69" y="398"/>
                  <a:pt x="59" y="396"/>
                  <a:pt x="49" y="392"/>
                </a:cubicBezTo>
                <a:cubicBezTo>
                  <a:pt x="40" y="388"/>
                  <a:pt x="31" y="382"/>
                  <a:pt x="24" y="375"/>
                </a:cubicBezTo>
                <a:cubicBezTo>
                  <a:pt x="16" y="367"/>
                  <a:pt x="10" y="359"/>
                  <a:pt x="6" y="349"/>
                </a:cubicBezTo>
                <a:cubicBezTo>
                  <a:pt x="2" y="339"/>
                  <a:pt x="0" y="329"/>
                  <a:pt x="0" y="31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936360" y="3287160"/>
            <a:ext cx="354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Press 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328760" y="3310200"/>
            <a:ext cx="3956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Ctrl+0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448800" y="3287160"/>
            <a:ext cx="1591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Fit the entire trace on screen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609480" y="360180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936360" y="3601800"/>
            <a:ext cx="1146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Switch to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View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448800" y="3601800"/>
            <a:ext cx="3015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See all cores at once — one row per core, expandable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609480" y="390636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936360" y="3906360"/>
            <a:ext cx="2257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Enable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CPU Load Graph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(toolbar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Load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3448800" y="3906360"/>
            <a:ext cx="2994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Instant per-core utilisation bar chart below the timeline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609480" y="422064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936360" y="4220640"/>
            <a:ext cx="1139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Read the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status bar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3448800" y="4220640"/>
            <a:ext cx="24249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 count, segment count, total trace span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609480" y="453528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936360" y="4535280"/>
            <a:ext cx="1258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panel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448800" y="4535280"/>
            <a:ext cx="3168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Summary, utilisation, and top tasks — no cursors needed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09480" y="4839840"/>
            <a:ext cx="12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936360" y="4839840"/>
            <a:ext cx="1931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Check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Trace Health (TICK)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badge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448800" y="4839840"/>
            <a:ext cx="2994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Green = healthy tick; amber/red = jitter or missed ticks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666720" y="5329440"/>
            <a:ext cx="10690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Core View first, Task View later. </a:t>
            </a:r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On SMP traces, Core View immediately reveals which cores are busy and which are idle before you start looking for specific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666720" y="5558040"/>
            <a:ext cx="3988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tasks.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475920" y="84744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302" name=""/>
          <p:cNvPicPr/>
          <p:nvPr/>
        </p:nvPicPr>
        <p:blipFill>
          <a:blip r:embed="rId1"/>
          <a:stretch/>
        </p:blipFill>
        <p:spPr>
          <a:xfrm>
            <a:off x="476280" y="1019160"/>
            <a:ext cx="8571960" cy="489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"/>
          <p:cNvSpPr txBox="1"/>
          <p:nvPr/>
        </p:nvSpPr>
        <p:spPr>
          <a:xfrm>
            <a:off x="476280" y="503280"/>
            <a:ext cx="29142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The BTF Viewer Interface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76280" y="6158160"/>
            <a:ext cx="9656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View with the </a:t>
            </a:r>
            <a:r>
              <a:rPr lang="en-US" sz="1200" b="1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CPU Load Graph </a:t>
            </a:r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enabled. The right panel shows </a:t>
            </a:r>
            <a:r>
              <a:rPr lang="en-US" sz="1200" b="1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Execution Time Per Slice </a:t>
            </a:r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with a distribution chart opened.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5638680" y="3010320"/>
            <a:ext cx="91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Step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111920" y="3610800"/>
            <a:ext cx="39700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Core-Level Health — CPU Utilisation &amp; Load Balance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475920" y="149508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485640" y="2724120"/>
            <a:ext cx="667080" cy="314640"/>
          </a:xfrm>
          <a:custGeom>
            <a:avLst/>
            <a:gdLst/>
            <a:ahLst/>
            <a:rect l="0" t="0" r="r" b="b"/>
            <a:pathLst>
              <a:path w="1853" h="874">
                <a:moveTo>
                  <a:pt x="0" y="0"/>
                </a:moveTo>
                <a:lnTo>
                  <a:pt x="1853" y="0"/>
                </a:lnTo>
                <a:lnTo>
                  <a:pt x="1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152360" y="2724120"/>
            <a:ext cx="2800800" cy="314640"/>
          </a:xfrm>
          <a:custGeom>
            <a:avLst/>
            <a:gdLst/>
            <a:ahLst/>
            <a:rect l="0" t="0" r="r" b="b"/>
            <a:pathLst>
              <a:path w="7780" h="874">
                <a:moveTo>
                  <a:pt x="0" y="0"/>
                </a:moveTo>
                <a:lnTo>
                  <a:pt x="7780" y="0"/>
                </a:lnTo>
                <a:lnTo>
                  <a:pt x="778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3952800" y="2724120"/>
            <a:ext cx="800280" cy="314640"/>
          </a:xfrm>
          <a:custGeom>
            <a:avLst/>
            <a:gdLst/>
            <a:ahLst/>
            <a:rect l="0" t="0" r="r" b="b"/>
            <a:pathLst>
              <a:path w="2223" h="874">
                <a:moveTo>
                  <a:pt x="0" y="0"/>
                </a:moveTo>
                <a:lnTo>
                  <a:pt x="2223" y="0"/>
                </a:lnTo>
                <a:lnTo>
                  <a:pt x="222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485640" y="2724120"/>
            <a:ext cx="667080" cy="314640"/>
          </a:xfrm>
          <a:custGeom>
            <a:avLst/>
            <a:gdLst/>
            <a:ahLst/>
            <a:rect l="0" t="0" r="r" b="b"/>
            <a:pathLst>
              <a:path w="1853" h="874">
                <a:moveTo>
                  <a:pt x="0" y="0"/>
                </a:moveTo>
                <a:lnTo>
                  <a:pt x="1853" y="0"/>
                </a:lnTo>
                <a:lnTo>
                  <a:pt x="1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1152360" y="2724120"/>
            <a:ext cx="2800800" cy="314640"/>
          </a:xfrm>
          <a:custGeom>
            <a:avLst/>
            <a:gdLst/>
            <a:ahLst/>
            <a:rect l="0" t="0" r="r" b="b"/>
            <a:pathLst>
              <a:path w="7780" h="874">
                <a:moveTo>
                  <a:pt x="0" y="0"/>
                </a:moveTo>
                <a:lnTo>
                  <a:pt x="7780" y="0"/>
                </a:lnTo>
                <a:lnTo>
                  <a:pt x="778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3952800" y="2724120"/>
            <a:ext cx="800280" cy="314640"/>
          </a:xfrm>
          <a:custGeom>
            <a:avLst/>
            <a:gdLst/>
            <a:ahLst/>
            <a:rect l="0" t="0" r="r" b="b"/>
            <a:pathLst>
              <a:path w="2223" h="874">
                <a:moveTo>
                  <a:pt x="0" y="0"/>
                </a:moveTo>
                <a:lnTo>
                  <a:pt x="2223" y="0"/>
                </a:lnTo>
                <a:lnTo>
                  <a:pt x="222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85640" y="3038400"/>
            <a:ext cx="667080" cy="304920"/>
          </a:xfrm>
          <a:custGeom>
            <a:avLst/>
            <a:gdLst/>
            <a:ahLst/>
            <a:rect l="0" t="0" r="r" b="b"/>
            <a:pathLst>
              <a:path w="1853" h="847">
                <a:moveTo>
                  <a:pt x="0" y="0"/>
                </a:moveTo>
                <a:lnTo>
                  <a:pt x="1853" y="0"/>
                </a:lnTo>
                <a:lnTo>
                  <a:pt x="185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152360" y="3038400"/>
            <a:ext cx="2800800" cy="304920"/>
          </a:xfrm>
          <a:custGeom>
            <a:avLst/>
            <a:gdLst/>
            <a:ahLst/>
            <a:rect l="0" t="0" r="r" b="b"/>
            <a:pathLst>
              <a:path w="7780" h="847">
                <a:moveTo>
                  <a:pt x="0" y="0"/>
                </a:moveTo>
                <a:lnTo>
                  <a:pt x="7780" y="0"/>
                </a:lnTo>
                <a:lnTo>
                  <a:pt x="778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3952800" y="3038400"/>
            <a:ext cx="800280" cy="304920"/>
          </a:xfrm>
          <a:custGeom>
            <a:avLst/>
            <a:gdLst/>
            <a:ahLst/>
            <a:rect l="0" t="0" r="r" b="b"/>
            <a:pathLst>
              <a:path w="2223" h="847">
                <a:moveTo>
                  <a:pt x="0" y="0"/>
                </a:moveTo>
                <a:lnTo>
                  <a:pt x="2223" y="0"/>
                </a:lnTo>
                <a:lnTo>
                  <a:pt x="222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485640" y="3342960"/>
            <a:ext cx="667080" cy="314640"/>
          </a:xfrm>
          <a:custGeom>
            <a:avLst/>
            <a:gdLst/>
            <a:ahLst/>
            <a:rect l="0" t="0" r="r" b="b"/>
            <a:pathLst>
              <a:path w="1853" h="874">
                <a:moveTo>
                  <a:pt x="0" y="0"/>
                </a:moveTo>
                <a:lnTo>
                  <a:pt x="1853" y="0"/>
                </a:lnTo>
                <a:lnTo>
                  <a:pt x="1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152360" y="3342960"/>
            <a:ext cx="2800800" cy="314640"/>
          </a:xfrm>
          <a:custGeom>
            <a:avLst/>
            <a:gdLst/>
            <a:ahLst/>
            <a:rect l="0" t="0" r="r" b="b"/>
            <a:pathLst>
              <a:path w="7780" h="874">
                <a:moveTo>
                  <a:pt x="0" y="0"/>
                </a:moveTo>
                <a:lnTo>
                  <a:pt x="7780" y="0"/>
                </a:lnTo>
                <a:lnTo>
                  <a:pt x="778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3952800" y="3342960"/>
            <a:ext cx="800280" cy="314640"/>
          </a:xfrm>
          <a:custGeom>
            <a:avLst/>
            <a:gdLst/>
            <a:ahLst/>
            <a:rect l="0" t="0" r="r" b="b"/>
            <a:pathLst>
              <a:path w="2223" h="874">
                <a:moveTo>
                  <a:pt x="0" y="0"/>
                </a:moveTo>
                <a:lnTo>
                  <a:pt x="2223" y="0"/>
                </a:lnTo>
                <a:lnTo>
                  <a:pt x="222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485640" y="3342960"/>
            <a:ext cx="667080" cy="314640"/>
          </a:xfrm>
          <a:custGeom>
            <a:avLst/>
            <a:gdLst/>
            <a:ahLst/>
            <a:rect l="0" t="0" r="r" b="b"/>
            <a:pathLst>
              <a:path w="1853" h="874">
                <a:moveTo>
                  <a:pt x="0" y="0"/>
                </a:moveTo>
                <a:lnTo>
                  <a:pt x="1853" y="0"/>
                </a:lnTo>
                <a:lnTo>
                  <a:pt x="1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152360" y="3342960"/>
            <a:ext cx="2800800" cy="314640"/>
          </a:xfrm>
          <a:custGeom>
            <a:avLst/>
            <a:gdLst/>
            <a:ahLst/>
            <a:rect l="0" t="0" r="r" b="b"/>
            <a:pathLst>
              <a:path w="7780" h="874">
                <a:moveTo>
                  <a:pt x="0" y="0"/>
                </a:moveTo>
                <a:lnTo>
                  <a:pt x="7780" y="0"/>
                </a:lnTo>
                <a:lnTo>
                  <a:pt x="778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3952800" y="3342960"/>
            <a:ext cx="800280" cy="314640"/>
          </a:xfrm>
          <a:custGeom>
            <a:avLst/>
            <a:gdLst/>
            <a:ahLst/>
            <a:rect l="0" t="0" r="r" b="b"/>
            <a:pathLst>
              <a:path w="2223" h="874">
                <a:moveTo>
                  <a:pt x="0" y="0"/>
                </a:moveTo>
                <a:lnTo>
                  <a:pt x="2223" y="0"/>
                </a:lnTo>
                <a:lnTo>
                  <a:pt x="222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85640" y="3657240"/>
            <a:ext cx="667080" cy="315000"/>
          </a:xfrm>
          <a:custGeom>
            <a:avLst/>
            <a:gdLst/>
            <a:ahLst/>
            <a:rect l="0" t="0" r="r" b="b"/>
            <a:pathLst>
              <a:path w="1853" h="875">
                <a:moveTo>
                  <a:pt x="0" y="0"/>
                </a:moveTo>
                <a:lnTo>
                  <a:pt x="1853" y="0"/>
                </a:lnTo>
                <a:lnTo>
                  <a:pt x="1853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152360" y="3657240"/>
            <a:ext cx="2800800" cy="315000"/>
          </a:xfrm>
          <a:custGeom>
            <a:avLst/>
            <a:gdLst/>
            <a:ahLst/>
            <a:rect l="0" t="0" r="r" b="b"/>
            <a:pathLst>
              <a:path w="7780" h="875">
                <a:moveTo>
                  <a:pt x="0" y="0"/>
                </a:moveTo>
                <a:lnTo>
                  <a:pt x="7780" y="0"/>
                </a:lnTo>
                <a:lnTo>
                  <a:pt x="7780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3952800" y="3657240"/>
            <a:ext cx="800280" cy="315000"/>
          </a:xfrm>
          <a:custGeom>
            <a:avLst/>
            <a:gdLst/>
            <a:ahLst/>
            <a:rect l="0" t="0" r="r" b="b"/>
            <a:pathLst>
              <a:path w="2223" h="875">
                <a:moveTo>
                  <a:pt x="0" y="0"/>
                </a:moveTo>
                <a:lnTo>
                  <a:pt x="2223" y="0"/>
                </a:lnTo>
                <a:lnTo>
                  <a:pt x="2223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475920" y="27241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475920" y="2724120"/>
            <a:ext cx="686160" cy="9720"/>
          </a:xfrm>
          <a:custGeom>
            <a:avLst/>
            <a:gdLst/>
            <a:ahLst/>
            <a:rect l="0" t="0" r="r" b="b"/>
            <a:pathLst>
              <a:path w="1906" h="27">
                <a:moveTo>
                  <a:pt x="0" y="0"/>
                </a:moveTo>
                <a:lnTo>
                  <a:pt x="1906" y="0"/>
                </a:lnTo>
                <a:lnTo>
                  <a:pt x="190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152360" y="27241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161720" y="2724120"/>
            <a:ext cx="2791440" cy="9720"/>
          </a:xfrm>
          <a:custGeom>
            <a:avLst/>
            <a:gdLst/>
            <a:ahLst/>
            <a:rect l="0" t="0" r="r" b="b"/>
            <a:pathLst>
              <a:path w="7754" h="27">
                <a:moveTo>
                  <a:pt x="0" y="0"/>
                </a:moveTo>
                <a:lnTo>
                  <a:pt x="7754" y="0"/>
                </a:lnTo>
                <a:lnTo>
                  <a:pt x="77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943080" y="27241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3952800" y="272412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2223" y="0"/>
                </a:lnTo>
                <a:lnTo>
                  <a:pt x="22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4743360" y="27241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475920" y="302868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161720" y="3028680"/>
            <a:ext cx="2791440" cy="10080"/>
          </a:xfrm>
          <a:custGeom>
            <a:avLst/>
            <a:gdLst/>
            <a:ah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3952800" y="302868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475920" y="30384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152360" y="3038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3943080" y="30384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4743360" y="3038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75920" y="33526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475920" y="334296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152360" y="33526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161720" y="3342960"/>
            <a:ext cx="2791440" cy="10080"/>
          </a:xfrm>
          <a:custGeom>
            <a:avLst/>
            <a:gdLst/>
            <a:ah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3943080" y="33526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3952800" y="334296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4743360" y="33526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475920" y="36669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475920" y="365724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152360" y="36669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161720" y="3657240"/>
            <a:ext cx="2791440" cy="10080"/>
          </a:xfrm>
          <a:custGeom>
            <a:avLst/>
            <a:gdLst/>
            <a:ah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3943080" y="36669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3952800" y="365724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4743360" y="36669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475920" y="396216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1906" y="0"/>
                </a:lnTo>
                <a:lnTo>
                  <a:pt x="190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161720" y="3962160"/>
            <a:ext cx="2791440" cy="10080"/>
          </a:xfrm>
          <a:custGeom>
            <a:avLst/>
            <a:gdLst/>
            <a:ahLst/>
            <a:rect l="0" t="0" r="r" b="b"/>
            <a:pathLst>
              <a:path w="7754" h="28">
                <a:moveTo>
                  <a:pt x="0" y="0"/>
                </a:moveTo>
                <a:lnTo>
                  <a:pt x="7754" y="0"/>
                </a:lnTo>
                <a:lnTo>
                  <a:pt x="775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3952800" y="3962160"/>
            <a:ext cx="800280" cy="10080"/>
          </a:xfrm>
          <a:custGeom>
            <a:avLst/>
            <a:gdLst/>
            <a:ahLst/>
            <a:rect l="0" t="0" r="r" b="b"/>
            <a:pathLst>
              <a:path w="2223" h="28">
                <a:moveTo>
                  <a:pt x="0" y="0"/>
                </a:moveTo>
                <a:lnTo>
                  <a:pt x="2223" y="0"/>
                </a:lnTo>
                <a:lnTo>
                  <a:pt x="22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485640" y="4466880"/>
            <a:ext cx="2362680" cy="315000"/>
          </a:xfrm>
          <a:custGeom>
            <a:avLst/>
            <a:gdLst/>
            <a:ahLst/>
            <a:rect l="0" t="0" r="r" b="b"/>
            <a:pathLst>
              <a:path w="6563" h="875">
                <a:moveTo>
                  <a:pt x="0" y="0"/>
                </a:moveTo>
                <a:lnTo>
                  <a:pt x="6563" y="0"/>
                </a:lnTo>
                <a:lnTo>
                  <a:pt x="6563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847960" y="4466880"/>
            <a:ext cx="3915000" cy="315000"/>
          </a:xfrm>
          <a:custGeom>
            <a:avLst/>
            <a:gdLst/>
            <a:ahLst/>
            <a:rect l="0" t="0" r="r" b="b"/>
            <a:pathLst>
              <a:path w="10875" h="875">
                <a:moveTo>
                  <a:pt x="0" y="0"/>
                </a:moveTo>
                <a:lnTo>
                  <a:pt x="10875" y="0"/>
                </a:lnTo>
                <a:lnTo>
                  <a:pt x="10875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485640" y="4466880"/>
            <a:ext cx="2362680" cy="315000"/>
          </a:xfrm>
          <a:custGeom>
            <a:avLst/>
            <a:gdLst/>
            <a:ahLst/>
            <a:rect l="0" t="0" r="r" b="b"/>
            <a:pathLst>
              <a:path w="6563" h="875">
                <a:moveTo>
                  <a:pt x="0" y="0"/>
                </a:moveTo>
                <a:lnTo>
                  <a:pt x="6563" y="0"/>
                </a:lnTo>
                <a:lnTo>
                  <a:pt x="6563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847960" y="4466880"/>
            <a:ext cx="3915000" cy="315000"/>
          </a:xfrm>
          <a:custGeom>
            <a:avLst/>
            <a:gdLst/>
            <a:ahLst/>
            <a:rect l="0" t="0" r="r" b="b"/>
            <a:pathLst>
              <a:path w="10875" h="875">
                <a:moveTo>
                  <a:pt x="0" y="0"/>
                </a:moveTo>
                <a:lnTo>
                  <a:pt x="10875" y="0"/>
                </a:lnTo>
                <a:lnTo>
                  <a:pt x="10875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485640" y="4781520"/>
            <a:ext cx="2362680" cy="314640"/>
          </a:xfrm>
          <a:custGeom>
            <a:avLst/>
            <a:gdLst/>
            <a:ahLst/>
            <a:rect l="0" t="0" r="r" b="b"/>
            <a:pathLst>
              <a:path w="6563" h="874">
                <a:moveTo>
                  <a:pt x="0" y="0"/>
                </a:moveTo>
                <a:lnTo>
                  <a:pt x="6563" y="0"/>
                </a:lnTo>
                <a:lnTo>
                  <a:pt x="656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847960" y="4781520"/>
            <a:ext cx="3915000" cy="314640"/>
          </a:xfrm>
          <a:custGeom>
            <a:avLst/>
            <a:gdLst/>
            <a:ahLst/>
            <a:rect l="0" t="0" r="r" b="b"/>
            <a:pathLst>
              <a:path w="10875" h="874">
                <a:moveTo>
                  <a:pt x="0" y="0"/>
                </a:moveTo>
                <a:lnTo>
                  <a:pt x="10875" y="0"/>
                </a:lnTo>
                <a:lnTo>
                  <a:pt x="1087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485640" y="5095800"/>
            <a:ext cx="2362680" cy="304920"/>
          </a:xfrm>
          <a:custGeom>
            <a:avLst/>
            <a:gdLst/>
            <a:ahLst/>
            <a:rect l="0" t="0" r="r" b="b"/>
            <a:pathLst>
              <a:path w="6563" h="847">
                <a:moveTo>
                  <a:pt x="0" y="0"/>
                </a:moveTo>
                <a:lnTo>
                  <a:pt x="6563" y="0"/>
                </a:lnTo>
                <a:lnTo>
                  <a:pt x="656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847960" y="5095800"/>
            <a:ext cx="3915000" cy="304920"/>
          </a:xfrm>
          <a:custGeom>
            <a:avLst/>
            <a:gdLst/>
            <a:ahLst/>
            <a:rect l="0" t="0" r="r" b="b"/>
            <a:pathLst>
              <a:path w="10875" h="847">
                <a:moveTo>
                  <a:pt x="0" y="0"/>
                </a:moveTo>
                <a:lnTo>
                  <a:pt x="10875" y="0"/>
                </a:lnTo>
                <a:lnTo>
                  <a:pt x="10875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485640" y="5095800"/>
            <a:ext cx="2362680" cy="304920"/>
          </a:xfrm>
          <a:custGeom>
            <a:avLst/>
            <a:gdLst/>
            <a:ahLst/>
            <a:rect l="0" t="0" r="r" b="b"/>
            <a:pathLst>
              <a:path w="6563" h="847">
                <a:moveTo>
                  <a:pt x="0" y="0"/>
                </a:moveTo>
                <a:lnTo>
                  <a:pt x="6563" y="0"/>
                </a:lnTo>
                <a:lnTo>
                  <a:pt x="6563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847960" y="5095800"/>
            <a:ext cx="3915000" cy="304920"/>
          </a:xfrm>
          <a:custGeom>
            <a:avLst/>
            <a:gdLst/>
            <a:ahLst/>
            <a:rect l="0" t="0" r="r" b="b"/>
            <a:pathLst>
              <a:path w="10875" h="847">
                <a:moveTo>
                  <a:pt x="0" y="0"/>
                </a:moveTo>
                <a:lnTo>
                  <a:pt x="10875" y="0"/>
                </a:lnTo>
                <a:lnTo>
                  <a:pt x="10875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485640" y="5400360"/>
            <a:ext cx="2362680" cy="314640"/>
          </a:xfrm>
          <a:custGeom>
            <a:avLst/>
            <a:gdLst/>
            <a:ahLst/>
            <a:rect l="0" t="0" r="r" b="b"/>
            <a:pathLst>
              <a:path w="6563" h="874">
                <a:moveTo>
                  <a:pt x="0" y="0"/>
                </a:moveTo>
                <a:lnTo>
                  <a:pt x="6563" y="0"/>
                </a:lnTo>
                <a:lnTo>
                  <a:pt x="656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2847960" y="5400360"/>
            <a:ext cx="3915000" cy="314640"/>
          </a:xfrm>
          <a:custGeom>
            <a:avLst/>
            <a:gdLst/>
            <a:ahLst/>
            <a:rect l="0" t="0" r="r" b="b"/>
            <a:pathLst>
              <a:path w="10875" h="874">
                <a:moveTo>
                  <a:pt x="0" y="0"/>
                </a:moveTo>
                <a:lnTo>
                  <a:pt x="10875" y="0"/>
                </a:lnTo>
                <a:lnTo>
                  <a:pt x="1087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475920" y="4466880"/>
            <a:ext cx="10080" cy="315000"/>
          </a:xfrm>
          <a:custGeom>
            <a:avLst/>
            <a:gdLst/>
            <a:ahLst/>
            <a:rect l="0" t="0" r="r" b="b"/>
            <a:pathLst>
              <a:path w="28" h="875">
                <a:moveTo>
                  <a:pt x="0" y="0"/>
                </a:moveTo>
                <a:lnTo>
                  <a:pt x="28" y="0"/>
                </a:lnTo>
                <a:lnTo>
                  <a:pt x="28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475920" y="4466880"/>
            <a:ext cx="2381760" cy="10080"/>
          </a:xfrm>
          <a:custGeom>
            <a:avLst/>
            <a:gdLst/>
            <a:ahLst/>
            <a:rect l="0" t="0" r="r" b="b"/>
            <a:pathLst>
              <a:path w="6616" h="28">
                <a:moveTo>
                  <a:pt x="0" y="0"/>
                </a:moveTo>
                <a:lnTo>
                  <a:pt x="6616" y="0"/>
                </a:lnTo>
                <a:lnTo>
                  <a:pt x="6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847960" y="4466880"/>
            <a:ext cx="9720" cy="315000"/>
          </a:xfrm>
          <a:custGeom>
            <a:avLst/>
            <a:gdLst/>
            <a:ah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2857320" y="446688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6762600" y="4466880"/>
            <a:ext cx="9720" cy="315000"/>
          </a:xfrm>
          <a:custGeom>
            <a:avLst/>
            <a:gdLst/>
            <a:ah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475920" y="4771800"/>
            <a:ext cx="2381760" cy="10080"/>
          </a:xfrm>
          <a:custGeom>
            <a:avLst/>
            <a:gdLst/>
            <a:ahLst/>
            <a:rect l="0" t="0" r="r" b="b"/>
            <a:pathLst>
              <a:path w="6616" h="28">
                <a:moveTo>
                  <a:pt x="0" y="0"/>
                </a:moveTo>
                <a:lnTo>
                  <a:pt x="6616" y="0"/>
                </a:lnTo>
                <a:lnTo>
                  <a:pt x="6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857320" y="477180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475920" y="47815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847960" y="47815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6762600" y="47815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475920" y="50958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75920" y="5086080"/>
            <a:ext cx="2381760" cy="10080"/>
          </a:xfrm>
          <a:custGeom>
            <a:avLst/>
            <a:gdLst/>
            <a:ahLst/>
            <a:rect l="0" t="0" r="r" b="b"/>
            <a:pathLst>
              <a:path w="6616" h="28">
                <a:moveTo>
                  <a:pt x="0" y="0"/>
                </a:moveTo>
                <a:lnTo>
                  <a:pt x="6616" y="0"/>
                </a:lnTo>
                <a:lnTo>
                  <a:pt x="6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847960" y="50958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857320" y="508608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6762600" y="50958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475920" y="54100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475920" y="5400360"/>
            <a:ext cx="2381760" cy="10080"/>
          </a:xfrm>
          <a:custGeom>
            <a:avLst/>
            <a:gdLst/>
            <a:ahLst/>
            <a:rect l="0" t="0" r="r" b="b"/>
            <a:pathLst>
              <a:path w="6616" h="28">
                <a:moveTo>
                  <a:pt x="0" y="0"/>
                </a:moveTo>
                <a:lnTo>
                  <a:pt x="6616" y="0"/>
                </a:lnTo>
                <a:lnTo>
                  <a:pt x="6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2847960" y="54100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857320" y="540036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6762600" y="54100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475920" y="5714640"/>
            <a:ext cx="2381760" cy="10080"/>
          </a:xfrm>
          <a:custGeom>
            <a:avLst/>
            <a:gdLst/>
            <a:ahLst/>
            <a:rect l="0" t="0" r="r" b="b"/>
            <a:pathLst>
              <a:path w="6616" h="28">
                <a:moveTo>
                  <a:pt x="0" y="0"/>
                </a:moveTo>
                <a:lnTo>
                  <a:pt x="6616" y="0"/>
                </a:lnTo>
                <a:lnTo>
                  <a:pt x="66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857320" y="5714640"/>
            <a:ext cx="3915000" cy="10080"/>
          </a:xfrm>
          <a:custGeom>
            <a:avLst/>
            <a:gdLst/>
            <a:ahLst/>
            <a:rect l="0" t="0" r="r" b="b"/>
            <a:pathLst>
              <a:path w="10875" h="28">
                <a:moveTo>
                  <a:pt x="0" y="0"/>
                </a:moveTo>
                <a:lnTo>
                  <a:pt x="10875" y="0"/>
                </a:lnTo>
                <a:lnTo>
                  <a:pt x="1087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476280" y="1141560"/>
            <a:ext cx="4458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Is the Workload Distributed Correctly?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476280" y="1672920"/>
            <a:ext cx="15040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What to Look For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4140000" y="2393280"/>
            <a:ext cx="101880" cy="124560"/>
          </a:xfrm>
          <a:custGeom>
            <a:avLst/>
            <a:gdLst/>
            <a:ahLst/>
            <a:rect l="0" t="0" r="r" b="b"/>
            <a:pathLst>
              <a:path w="283" h="346">
                <a:moveTo>
                  <a:pt x="52" y="31"/>
                </a:moveTo>
                <a:cubicBezTo>
                  <a:pt x="50" y="28"/>
                  <a:pt x="48" y="27"/>
                  <a:pt x="47" y="26"/>
                </a:cubicBezTo>
                <a:cubicBezTo>
                  <a:pt x="45" y="26"/>
                  <a:pt x="43" y="25"/>
                  <a:pt x="39" y="25"/>
                </a:cubicBezTo>
                <a:cubicBezTo>
                  <a:pt x="35" y="24"/>
                  <a:pt x="27" y="24"/>
                  <a:pt x="17" y="23"/>
                </a:cubicBezTo>
                <a:lnTo>
                  <a:pt x="0" y="23"/>
                </a:lnTo>
                <a:lnTo>
                  <a:pt x="0" y="0"/>
                </a:lnTo>
                <a:lnTo>
                  <a:pt x="6" y="0"/>
                </a:lnTo>
                <a:cubicBezTo>
                  <a:pt x="10" y="1"/>
                  <a:pt x="35" y="1"/>
                  <a:pt x="80" y="1"/>
                </a:cubicBezTo>
                <a:cubicBezTo>
                  <a:pt x="128" y="1"/>
                  <a:pt x="156" y="1"/>
                  <a:pt x="165" y="0"/>
                </a:cubicBezTo>
                <a:lnTo>
                  <a:pt x="171" y="0"/>
                </a:lnTo>
                <a:lnTo>
                  <a:pt x="171" y="23"/>
                </a:lnTo>
                <a:lnTo>
                  <a:pt x="156" y="23"/>
                </a:lnTo>
                <a:cubicBezTo>
                  <a:pt x="136" y="23"/>
                  <a:pt x="123" y="24"/>
                  <a:pt x="118" y="24"/>
                </a:cubicBezTo>
                <a:cubicBezTo>
                  <a:pt x="113" y="25"/>
                  <a:pt x="109" y="27"/>
                  <a:pt x="105" y="31"/>
                </a:cubicBezTo>
                <a:lnTo>
                  <a:pt x="105" y="173"/>
                </a:lnTo>
                <a:lnTo>
                  <a:pt x="105" y="281"/>
                </a:lnTo>
                <a:cubicBezTo>
                  <a:pt x="105" y="305"/>
                  <a:pt x="106" y="318"/>
                  <a:pt x="107" y="320"/>
                </a:cubicBezTo>
                <a:cubicBezTo>
                  <a:pt x="109" y="322"/>
                  <a:pt x="122" y="323"/>
                  <a:pt x="146" y="323"/>
                </a:cubicBezTo>
                <a:cubicBezTo>
                  <a:pt x="171" y="323"/>
                  <a:pt x="187" y="322"/>
                  <a:pt x="196" y="319"/>
                </a:cubicBezTo>
                <a:cubicBezTo>
                  <a:pt x="216" y="314"/>
                  <a:pt x="231" y="304"/>
                  <a:pt x="240" y="291"/>
                </a:cubicBezTo>
                <a:cubicBezTo>
                  <a:pt x="250" y="277"/>
                  <a:pt x="256" y="258"/>
                  <a:pt x="260" y="235"/>
                </a:cubicBezTo>
                <a:cubicBezTo>
                  <a:pt x="260" y="233"/>
                  <a:pt x="260" y="230"/>
                  <a:pt x="260" y="226"/>
                </a:cubicBezTo>
                <a:cubicBezTo>
                  <a:pt x="260" y="222"/>
                  <a:pt x="261" y="218"/>
                  <a:pt x="262" y="214"/>
                </a:cubicBezTo>
                <a:cubicBezTo>
                  <a:pt x="262" y="211"/>
                  <a:pt x="263" y="209"/>
                  <a:pt x="263" y="209"/>
                </a:cubicBezTo>
                <a:cubicBezTo>
                  <a:pt x="263" y="209"/>
                  <a:pt x="266" y="209"/>
                  <a:pt x="273" y="208"/>
                </a:cubicBezTo>
                <a:lnTo>
                  <a:pt x="283" y="208"/>
                </a:lnTo>
                <a:lnTo>
                  <a:pt x="283" y="211"/>
                </a:lnTo>
                <a:cubicBezTo>
                  <a:pt x="282" y="212"/>
                  <a:pt x="280" y="234"/>
                  <a:pt x="276" y="277"/>
                </a:cubicBezTo>
                <a:cubicBezTo>
                  <a:pt x="272" y="320"/>
                  <a:pt x="269" y="342"/>
                  <a:pt x="269" y="344"/>
                </a:cubicBezTo>
                <a:lnTo>
                  <a:pt x="269" y="346"/>
                </a:lnTo>
                <a:lnTo>
                  <a:pt x="0" y="346"/>
                </a:lnTo>
                <a:lnTo>
                  <a:pt x="0" y="323"/>
                </a:lnTo>
                <a:lnTo>
                  <a:pt x="17" y="323"/>
                </a:lnTo>
                <a:cubicBezTo>
                  <a:pt x="31" y="323"/>
                  <a:pt x="40" y="322"/>
                  <a:pt x="43" y="322"/>
                </a:cubicBezTo>
                <a:cubicBezTo>
                  <a:pt x="46" y="321"/>
                  <a:pt x="49" y="319"/>
                  <a:pt x="52" y="315"/>
                </a:cubicBezTo>
                <a:lnTo>
                  <a:pt x="52" y="3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4254480" y="2436120"/>
            <a:ext cx="81000" cy="83520"/>
          </a:xfrm>
          <a:custGeom>
            <a:avLst/>
            <a:gdLst/>
            <a:ahLst/>
            <a:rect l="0" t="0" r="r" b="b"/>
            <a:pathLst>
              <a:path w="225" h="232">
                <a:moveTo>
                  <a:pt x="0" y="119"/>
                </a:moveTo>
                <a:cubicBezTo>
                  <a:pt x="0" y="87"/>
                  <a:pt x="11" y="59"/>
                  <a:pt x="33" y="35"/>
                </a:cubicBezTo>
                <a:cubicBezTo>
                  <a:pt x="55" y="12"/>
                  <a:pt x="81" y="0"/>
                  <a:pt x="112" y="0"/>
                </a:cubicBezTo>
                <a:cubicBezTo>
                  <a:pt x="143" y="0"/>
                  <a:pt x="170" y="11"/>
                  <a:pt x="191" y="34"/>
                </a:cubicBezTo>
                <a:cubicBezTo>
                  <a:pt x="213" y="58"/>
                  <a:pt x="224" y="86"/>
                  <a:pt x="225" y="119"/>
                </a:cubicBezTo>
                <a:cubicBezTo>
                  <a:pt x="225" y="151"/>
                  <a:pt x="214" y="178"/>
                  <a:pt x="192" y="199"/>
                </a:cubicBezTo>
                <a:cubicBezTo>
                  <a:pt x="171" y="221"/>
                  <a:pt x="144" y="232"/>
                  <a:pt x="112" y="232"/>
                </a:cubicBezTo>
                <a:cubicBezTo>
                  <a:pt x="79" y="232"/>
                  <a:pt x="53" y="221"/>
                  <a:pt x="32" y="198"/>
                </a:cubicBezTo>
                <a:cubicBezTo>
                  <a:pt x="11" y="176"/>
                  <a:pt x="0" y="149"/>
                  <a:pt x="0" y="119"/>
                </a:cubicBezTo>
                <a:moveTo>
                  <a:pt x="112" y="212"/>
                </a:moveTo>
                <a:cubicBezTo>
                  <a:pt x="154" y="212"/>
                  <a:pt x="175" y="185"/>
                  <a:pt x="175" y="130"/>
                </a:cubicBezTo>
                <a:lnTo>
                  <a:pt x="175" y="114"/>
                </a:lnTo>
                <a:lnTo>
                  <a:pt x="175" y="101"/>
                </a:lnTo>
                <a:cubicBezTo>
                  <a:pt x="175" y="93"/>
                  <a:pt x="175" y="87"/>
                  <a:pt x="174" y="82"/>
                </a:cubicBezTo>
                <a:cubicBezTo>
                  <a:pt x="174" y="76"/>
                  <a:pt x="173" y="70"/>
                  <a:pt x="171" y="62"/>
                </a:cubicBezTo>
                <a:cubicBezTo>
                  <a:pt x="169" y="55"/>
                  <a:pt x="166" y="49"/>
                  <a:pt x="163" y="43"/>
                </a:cubicBezTo>
                <a:cubicBezTo>
                  <a:pt x="159" y="39"/>
                  <a:pt x="154" y="34"/>
                  <a:pt x="147" y="29"/>
                </a:cubicBezTo>
                <a:cubicBezTo>
                  <a:pt x="140" y="24"/>
                  <a:pt x="132" y="21"/>
                  <a:pt x="122" y="19"/>
                </a:cubicBezTo>
                <a:cubicBezTo>
                  <a:pt x="120" y="19"/>
                  <a:pt x="118" y="18"/>
                  <a:pt x="114" y="18"/>
                </a:cubicBezTo>
                <a:cubicBezTo>
                  <a:pt x="103" y="18"/>
                  <a:pt x="93" y="21"/>
                  <a:pt x="84" y="25"/>
                </a:cubicBezTo>
                <a:cubicBezTo>
                  <a:pt x="70" y="32"/>
                  <a:pt x="60" y="42"/>
                  <a:pt x="56" y="56"/>
                </a:cubicBezTo>
                <a:cubicBezTo>
                  <a:pt x="52" y="70"/>
                  <a:pt x="49" y="85"/>
                  <a:pt x="49" y="103"/>
                </a:cubicBezTo>
                <a:lnTo>
                  <a:pt x="49" y="113"/>
                </a:lnTo>
                <a:cubicBezTo>
                  <a:pt x="49" y="145"/>
                  <a:pt x="53" y="168"/>
                  <a:pt x="59" y="181"/>
                </a:cubicBezTo>
                <a:cubicBezTo>
                  <a:pt x="70" y="202"/>
                  <a:pt x="87" y="212"/>
                  <a:pt x="112" y="21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4346640" y="24361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2" y="72"/>
                </a:moveTo>
                <a:cubicBezTo>
                  <a:pt x="52" y="72"/>
                  <a:pt x="48" y="72"/>
                  <a:pt x="41" y="72"/>
                </a:cubicBezTo>
                <a:cubicBezTo>
                  <a:pt x="33" y="72"/>
                  <a:pt x="27" y="70"/>
                  <a:pt x="22" y="64"/>
                </a:cubicBezTo>
                <a:cubicBezTo>
                  <a:pt x="17" y="59"/>
                  <a:pt x="14" y="53"/>
                  <a:pt x="14" y="45"/>
                </a:cubicBezTo>
                <a:cubicBezTo>
                  <a:pt x="14" y="33"/>
                  <a:pt x="20" y="23"/>
                  <a:pt x="31" y="13"/>
                </a:cubicBezTo>
                <a:cubicBezTo>
                  <a:pt x="43" y="4"/>
                  <a:pt x="63" y="0"/>
                  <a:pt x="93" y="0"/>
                </a:cubicBezTo>
                <a:cubicBezTo>
                  <a:pt x="118" y="0"/>
                  <a:pt x="138" y="5"/>
                  <a:pt x="153" y="16"/>
                </a:cubicBezTo>
                <a:cubicBezTo>
                  <a:pt x="169" y="27"/>
                  <a:pt x="179" y="40"/>
                  <a:pt x="184" y="54"/>
                </a:cubicBezTo>
                <a:cubicBezTo>
                  <a:pt x="185" y="59"/>
                  <a:pt x="186" y="64"/>
                  <a:pt x="186" y="70"/>
                </a:cubicBezTo>
                <a:cubicBezTo>
                  <a:pt x="186" y="76"/>
                  <a:pt x="186" y="96"/>
                  <a:pt x="187" y="129"/>
                </a:cubicBezTo>
                <a:lnTo>
                  <a:pt x="187" y="165"/>
                </a:lnTo>
                <a:cubicBezTo>
                  <a:pt x="187" y="181"/>
                  <a:pt x="188" y="192"/>
                  <a:pt x="189" y="198"/>
                </a:cubicBezTo>
                <a:cubicBezTo>
                  <a:pt x="191" y="204"/>
                  <a:pt x="194" y="207"/>
                  <a:pt x="200" y="207"/>
                </a:cubicBezTo>
                <a:cubicBezTo>
                  <a:pt x="205" y="207"/>
                  <a:pt x="208" y="204"/>
                  <a:pt x="210" y="199"/>
                </a:cubicBezTo>
                <a:cubicBezTo>
                  <a:pt x="212" y="194"/>
                  <a:pt x="212" y="185"/>
                  <a:pt x="212" y="172"/>
                </a:cubicBezTo>
                <a:lnTo>
                  <a:pt x="212" y="154"/>
                </a:lnTo>
                <a:lnTo>
                  <a:pt x="233" y="154"/>
                </a:lnTo>
                <a:lnTo>
                  <a:pt x="233" y="174"/>
                </a:lnTo>
                <a:cubicBezTo>
                  <a:pt x="232" y="187"/>
                  <a:pt x="232" y="195"/>
                  <a:pt x="231" y="197"/>
                </a:cubicBezTo>
                <a:cubicBezTo>
                  <a:pt x="228" y="208"/>
                  <a:pt x="222" y="215"/>
                  <a:pt x="213" y="221"/>
                </a:cubicBezTo>
                <a:cubicBezTo>
                  <a:pt x="205" y="227"/>
                  <a:pt x="195" y="230"/>
                  <a:pt x="186" y="230"/>
                </a:cubicBezTo>
                <a:cubicBezTo>
                  <a:pt x="176" y="231"/>
                  <a:pt x="168" y="228"/>
                  <a:pt x="162" y="221"/>
                </a:cubicBezTo>
                <a:cubicBezTo>
                  <a:pt x="156" y="215"/>
                  <a:pt x="152" y="208"/>
                  <a:pt x="150" y="200"/>
                </a:cubicBezTo>
                <a:lnTo>
                  <a:pt x="150" y="198"/>
                </a:lnTo>
                <a:lnTo>
                  <a:pt x="149" y="199"/>
                </a:lnTo>
                <a:cubicBezTo>
                  <a:pt x="148" y="200"/>
                  <a:pt x="147" y="201"/>
                  <a:pt x="146" y="203"/>
                </a:cubicBezTo>
                <a:cubicBezTo>
                  <a:pt x="145" y="204"/>
                  <a:pt x="144" y="205"/>
                  <a:pt x="142" y="207"/>
                </a:cubicBezTo>
                <a:cubicBezTo>
                  <a:pt x="141" y="209"/>
                  <a:pt x="139" y="211"/>
                  <a:pt x="136" y="213"/>
                </a:cubicBezTo>
                <a:cubicBezTo>
                  <a:pt x="134" y="214"/>
                  <a:pt x="131" y="216"/>
                  <a:pt x="129" y="219"/>
                </a:cubicBezTo>
                <a:cubicBezTo>
                  <a:pt x="126" y="221"/>
                  <a:pt x="123" y="223"/>
                  <a:pt x="119" y="224"/>
                </a:cubicBezTo>
                <a:cubicBezTo>
                  <a:pt x="116" y="226"/>
                  <a:pt x="112" y="227"/>
                  <a:pt x="108" y="228"/>
                </a:cubicBezTo>
                <a:cubicBezTo>
                  <a:pt x="103" y="230"/>
                  <a:pt x="99" y="231"/>
                  <a:pt x="94" y="231"/>
                </a:cubicBezTo>
                <a:cubicBezTo>
                  <a:pt x="89" y="232"/>
                  <a:pt x="84" y="233"/>
                  <a:pt x="79" y="233"/>
                </a:cubicBezTo>
                <a:cubicBezTo>
                  <a:pt x="58" y="233"/>
                  <a:pt x="40" y="228"/>
                  <a:pt x="24" y="217"/>
                </a:cubicBezTo>
                <a:cubicBezTo>
                  <a:pt x="8" y="207"/>
                  <a:pt x="0" y="192"/>
                  <a:pt x="0" y="173"/>
                </a:cubicBezTo>
                <a:cubicBezTo>
                  <a:pt x="0" y="166"/>
                  <a:pt x="1" y="159"/>
                  <a:pt x="3" y="153"/>
                </a:cubicBezTo>
                <a:cubicBezTo>
                  <a:pt x="6" y="147"/>
                  <a:pt x="10" y="140"/>
                  <a:pt x="17" y="132"/>
                </a:cubicBezTo>
                <a:cubicBezTo>
                  <a:pt x="24" y="125"/>
                  <a:pt x="32" y="119"/>
                  <a:pt x="41" y="114"/>
                </a:cubicBezTo>
                <a:cubicBezTo>
                  <a:pt x="51" y="108"/>
                  <a:pt x="64" y="104"/>
                  <a:pt x="81" y="99"/>
                </a:cubicBezTo>
                <a:cubicBezTo>
                  <a:pt x="97" y="95"/>
                  <a:pt x="117" y="92"/>
                  <a:pt x="137" y="92"/>
                </a:cubicBezTo>
                <a:lnTo>
                  <a:pt x="144" y="92"/>
                </a:lnTo>
                <a:lnTo>
                  <a:pt x="144" y="81"/>
                </a:lnTo>
                <a:cubicBezTo>
                  <a:pt x="144" y="68"/>
                  <a:pt x="143" y="60"/>
                  <a:pt x="141" y="54"/>
                </a:cubicBezTo>
                <a:cubicBezTo>
                  <a:pt x="134" y="30"/>
                  <a:pt x="117" y="18"/>
                  <a:pt x="91" y="18"/>
                </a:cubicBezTo>
                <a:cubicBezTo>
                  <a:pt x="85" y="18"/>
                  <a:pt x="79" y="19"/>
                  <a:pt x="74" y="19"/>
                </a:cubicBezTo>
                <a:cubicBezTo>
                  <a:pt x="69" y="19"/>
                  <a:pt x="64" y="20"/>
                  <a:pt x="61" y="21"/>
                </a:cubicBezTo>
                <a:cubicBezTo>
                  <a:pt x="58" y="22"/>
                  <a:pt x="57" y="23"/>
                  <a:pt x="57" y="23"/>
                </a:cubicBezTo>
                <a:cubicBezTo>
                  <a:pt x="65" y="28"/>
                  <a:pt x="68" y="35"/>
                  <a:pt x="68" y="45"/>
                </a:cubicBezTo>
                <a:cubicBezTo>
                  <a:pt x="68" y="53"/>
                  <a:pt x="66" y="60"/>
                  <a:pt x="60" y="64"/>
                </a:cubicBezTo>
                <a:lnTo>
                  <a:pt x="52" y="72"/>
                </a:lnTo>
                <a:moveTo>
                  <a:pt x="46" y="174"/>
                </a:moveTo>
                <a:cubicBezTo>
                  <a:pt x="46" y="184"/>
                  <a:pt x="50" y="193"/>
                  <a:pt x="58" y="201"/>
                </a:cubicBezTo>
                <a:cubicBezTo>
                  <a:pt x="66" y="210"/>
                  <a:pt x="76" y="214"/>
                  <a:pt x="88" y="214"/>
                </a:cubicBezTo>
                <a:cubicBezTo>
                  <a:pt x="101" y="214"/>
                  <a:pt x="113" y="210"/>
                  <a:pt x="123" y="203"/>
                </a:cubicBezTo>
                <a:cubicBezTo>
                  <a:pt x="133" y="195"/>
                  <a:pt x="139" y="185"/>
                  <a:pt x="143" y="172"/>
                </a:cubicBezTo>
                <a:cubicBezTo>
                  <a:pt x="143" y="170"/>
                  <a:pt x="144" y="159"/>
                  <a:pt x="144" y="139"/>
                </a:cubicBezTo>
                <a:cubicBezTo>
                  <a:pt x="144" y="119"/>
                  <a:pt x="144" y="109"/>
                  <a:pt x="144" y="109"/>
                </a:cubicBezTo>
                <a:cubicBezTo>
                  <a:pt x="141" y="109"/>
                  <a:pt x="137" y="110"/>
                  <a:pt x="133" y="110"/>
                </a:cubicBezTo>
                <a:cubicBezTo>
                  <a:pt x="129" y="110"/>
                  <a:pt x="121" y="112"/>
                  <a:pt x="110" y="115"/>
                </a:cubicBezTo>
                <a:cubicBezTo>
                  <a:pt x="99" y="117"/>
                  <a:pt x="89" y="121"/>
                  <a:pt x="80" y="125"/>
                </a:cubicBezTo>
                <a:cubicBezTo>
                  <a:pt x="71" y="129"/>
                  <a:pt x="64" y="135"/>
                  <a:pt x="57" y="143"/>
                </a:cubicBezTo>
                <a:cubicBezTo>
                  <a:pt x="50" y="152"/>
                  <a:pt x="46" y="162"/>
                  <a:pt x="46" y="17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4437360" y="2391120"/>
            <a:ext cx="91800" cy="128880"/>
          </a:xfrm>
          <a:custGeom>
            <a:avLst/>
            <a:gdLst/>
            <a:ahLst/>
            <a:rect l="0" t="0" r="r" b="b"/>
            <a:pathLst>
              <a:path w="255" h="358">
                <a:moveTo>
                  <a:pt x="173" y="101"/>
                </a:moveTo>
                <a:cubicBezTo>
                  <a:pt x="173" y="96"/>
                  <a:pt x="173" y="89"/>
                  <a:pt x="173" y="81"/>
                </a:cubicBezTo>
                <a:cubicBezTo>
                  <a:pt x="173" y="73"/>
                  <a:pt x="174" y="67"/>
                  <a:pt x="174" y="64"/>
                </a:cubicBezTo>
                <a:cubicBezTo>
                  <a:pt x="174" y="49"/>
                  <a:pt x="172" y="39"/>
                  <a:pt x="169" y="36"/>
                </a:cubicBezTo>
                <a:cubicBezTo>
                  <a:pt x="165" y="32"/>
                  <a:pt x="157" y="30"/>
                  <a:pt x="143" y="29"/>
                </a:cubicBezTo>
                <a:lnTo>
                  <a:pt x="134" y="29"/>
                </a:lnTo>
                <a:lnTo>
                  <a:pt x="134" y="18"/>
                </a:lnTo>
                <a:cubicBezTo>
                  <a:pt x="134" y="10"/>
                  <a:pt x="134" y="6"/>
                  <a:pt x="135" y="6"/>
                </a:cubicBezTo>
                <a:lnTo>
                  <a:pt x="140" y="5"/>
                </a:lnTo>
                <a:cubicBezTo>
                  <a:pt x="143" y="5"/>
                  <a:pt x="148" y="5"/>
                  <a:pt x="155" y="4"/>
                </a:cubicBezTo>
                <a:cubicBezTo>
                  <a:pt x="161" y="4"/>
                  <a:pt x="167" y="4"/>
                  <a:pt x="173" y="3"/>
                </a:cubicBezTo>
                <a:cubicBezTo>
                  <a:pt x="179" y="3"/>
                  <a:pt x="185" y="3"/>
                  <a:pt x="192" y="2"/>
                </a:cubicBezTo>
                <a:cubicBezTo>
                  <a:pt x="200" y="2"/>
                  <a:pt x="205" y="2"/>
                  <a:pt x="208" y="1"/>
                </a:cubicBezTo>
                <a:cubicBezTo>
                  <a:pt x="212" y="0"/>
                  <a:pt x="213" y="0"/>
                  <a:pt x="214" y="0"/>
                </a:cubicBezTo>
                <a:lnTo>
                  <a:pt x="215" y="0"/>
                </a:lnTo>
                <a:lnTo>
                  <a:pt x="215" y="154"/>
                </a:lnTo>
                <a:cubicBezTo>
                  <a:pt x="215" y="257"/>
                  <a:pt x="215" y="310"/>
                  <a:pt x="216" y="311"/>
                </a:cubicBezTo>
                <a:cubicBezTo>
                  <a:pt x="217" y="318"/>
                  <a:pt x="219" y="322"/>
                  <a:pt x="223" y="324"/>
                </a:cubicBezTo>
                <a:cubicBezTo>
                  <a:pt x="227" y="326"/>
                  <a:pt x="234" y="328"/>
                  <a:pt x="246" y="329"/>
                </a:cubicBezTo>
                <a:lnTo>
                  <a:pt x="255" y="329"/>
                </a:lnTo>
                <a:lnTo>
                  <a:pt x="255" y="352"/>
                </a:lnTo>
                <a:cubicBezTo>
                  <a:pt x="254" y="352"/>
                  <a:pt x="241" y="353"/>
                  <a:pt x="216" y="355"/>
                </a:cubicBezTo>
                <a:cubicBezTo>
                  <a:pt x="190" y="356"/>
                  <a:pt x="177" y="358"/>
                  <a:pt x="175" y="358"/>
                </a:cubicBezTo>
                <a:lnTo>
                  <a:pt x="172" y="358"/>
                </a:lnTo>
                <a:lnTo>
                  <a:pt x="172" y="330"/>
                </a:lnTo>
                <a:lnTo>
                  <a:pt x="168" y="334"/>
                </a:lnTo>
                <a:cubicBezTo>
                  <a:pt x="148" y="350"/>
                  <a:pt x="126" y="358"/>
                  <a:pt x="102" y="358"/>
                </a:cubicBezTo>
                <a:cubicBezTo>
                  <a:pt x="76" y="358"/>
                  <a:pt x="53" y="348"/>
                  <a:pt x="32" y="327"/>
                </a:cubicBezTo>
                <a:cubicBezTo>
                  <a:pt x="11" y="306"/>
                  <a:pt x="0" y="278"/>
                  <a:pt x="0" y="243"/>
                </a:cubicBezTo>
                <a:cubicBezTo>
                  <a:pt x="0" y="209"/>
                  <a:pt x="11" y="181"/>
                  <a:pt x="32" y="160"/>
                </a:cubicBezTo>
                <a:cubicBezTo>
                  <a:pt x="54" y="139"/>
                  <a:pt x="78" y="128"/>
                  <a:pt x="107" y="128"/>
                </a:cubicBezTo>
                <a:cubicBezTo>
                  <a:pt x="132" y="128"/>
                  <a:pt x="154" y="136"/>
                  <a:pt x="173" y="153"/>
                </a:cubicBezTo>
                <a:lnTo>
                  <a:pt x="173" y="101"/>
                </a:lnTo>
                <a:moveTo>
                  <a:pt x="172" y="178"/>
                </a:moveTo>
                <a:cubicBezTo>
                  <a:pt x="157" y="157"/>
                  <a:pt x="138" y="147"/>
                  <a:pt x="115" y="147"/>
                </a:cubicBezTo>
                <a:cubicBezTo>
                  <a:pt x="98" y="147"/>
                  <a:pt x="84" y="153"/>
                  <a:pt x="71" y="165"/>
                </a:cubicBezTo>
                <a:cubicBezTo>
                  <a:pt x="62" y="174"/>
                  <a:pt x="56" y="185"/>
                  <a:pt x="54" y="197"/>
                </a:cubicBezTo>
                <a:cubicBezTo>
                  <a:pt x="51" y="209"/>
                  <a:pt x="50" y="225"/>
                  <a:pt x="49" y="245"/>
                </a:cubicBezTo>
                <a:cubicBezTo>
                  <a:pt x="49" y="263"/>
                  <a:pt x="51" y="279"/>
                  <a:pt x="53" y="291"/>
                </a:cubicBezTo>
                <a:cubicBezTo>
                  <a:pt x="55" y="303"/>
                  <a:pt x="61" y="314"/>
                  <a:pt x="71" y="322"/>
                </a:cubicBezTo>
                <a:cubicBezTo>
                  <a:pt x="81" y="334"/>
                  <a:pt x="94" y="339"/>
                  <a:pt x="110" y="339"/>
                </a:cubicBezTo>
                <a:cubicBezTo>
                  <a:pt x="134" y="339"/>
                  <a:pt x="155" y="326"/>
                  <a:pt x="172" y="299"/>
                </a:cubicBezTo>
                <a:lnTo>
                  <a:pt x="172" y="17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4583160" y="2393280"/>
            <a:ext cx="113760" cy="124560"/>
          </a:xfrm>
          <a:custGeom>
            <a:avLst/>
            <a:gdLst/>
            <a:ahLst/>
            <a:rect l="0" t="0" r="r" b="b"/>
            <a:pathLst>
              <a:path w="316" h="346">
                <a:moveTo>
                  <a:pt x="52" y="31"/>
                </a:moveTo>
                <a:cubicBezTo>
                  <a:pt x="50" y="28"/>
                  <a:pt x="48" y="27"/>
                  <a:pt x="46" y="26"/>
                </a:cubicBezTo>
                <a:cubicBezTo>
                  <a:pt x="45" y="26"/>
                  <a:pt x="42" y="25"/>
                  <a:pt x="38" y="25"/>
                </a:cubicBezTo>
                <a:cubicBezTo>
                  <a:pt x="34" y="24"/>
                  <a:pt x="27" y="24"/>
                  <a:pt x="17" y="23"/>
                </a:cubicBezTo>
                <a:lnTo>
                  <a:pt x="0" y="23"/>
                </a:lnTo>
                <a:lnTo>
                  <a:pt x="0" y="0"/>
                </a:lnTo>
                <a:lnTo>
                  <a:pt x="102" y="0"/>
                </a:lnTo>
                <a:lnTo>
                  <a:pt x="121" y="0"/>
                </a:lnTo>
                <a:lnTo>
                  <a:pt x="161" y="0"/>
                </a:lnTo>
                <a:cubicBezTo>
                  <a:pt x="187" y="0"/>
                  <a:pt x="206" y="1"/>
                  <a:pt x="218" y="2"/>
                </a:cubicBezTo>
                <a:cubicBezTo>
                  <a:pt x="230" y="4"/>
                  <a:pt x="242" y="9"/>
                  <a:pt x="254" y="16"/>
                </a:cubicBezTo>
                <a:cubicBezTo>
                  <a:pt x="269" y="24"/>
                  <a:pt x="280" y="35"/>
                  <a:pt x="289" y="47"/>
                </a:cubicBezTo>
                <a:cubicBezTo>
                  <a:pt x="297" y="59"/>
                  <a:pt x="302" y="73"/>
                  <a:pt x="302" y="87"/>
                </a:cubicBezTo>
                <a:cubicBezTo>
                  <a:pt x="302" y="105"/>
                  <a:pt x="294" y="120"/>
                  <a:pt x="281" y="134"/>
                </a:cubicBezTo>
                <a:cubicBezTo>
                  <a:pt x="267" y="149"/>
                  <a:pt x="249" y="159"/>
                  <a:pt x="226" y="164"/>
                </a:cubicBezTo>
                <a:lnTo>
                  <a:pt x="221" y="166"/>
                </a:lnTo>
                <a:cubicBezTo>
                  <a:pt x="246" y="169"/>
                  <a:pt x="268" y="178"/>
                  <a:pt x="287" y="194"/>
                </a:cubicBezTo>
                <a:cubicBezTo>
                  <a:pt x="306" y="209"/>
                  <a:pt x="316" y="228"/>
                  <a:pt x="316" y="252"/>
                </a:cubicBezTo>
                <a:cubicBezTo>
                  <a:pt x="316" y="275"/>
                  <a:pt x="307" y="295"/>
                  <a:pt x="289" y="312"/>
                </a:cubicBezTo>
                <a:cubicBezTo>
                  <a:pt x="272" y="330"/>
                  <a:pt x="250" y="341"/>
                  <a:pt x="223" y="345"/>
                </a:cubicBezTo>
                <a:cubicBezTo>
                  <a:pt x="219" y="345"/>
                  <a:pt x="180" y="346"/>
                  <a:pt x="108" y="346"/>
                </a:cubicBezTo>
                <a:lnTo>
                  <a:pt x="0" y="346"/>
                </a:lnTo>
                <a:lnTo>
                  <a:pt x="0" y="323"/>
                </a:lnTo>
                <a:lnTo>
                  <a:pt x="17" y="323"/>
                </a:lnTo>
                <a:cubicBezTo>
                  <a:pt x="31" y="323"/>
                  <a:pt x="39" y="322"/>
                  <a:pt x="42" y="322"/>
                </a:cubicBezTo>
                <a:cubicBezTo>
                  <a:pt x="45" y="321"/>
                  <a:pt x="49" y="319"/>
                  <a:pt x="52" y="315"/>
                </a:cubicBezTo>
                <a:lnTo>
                  <a:pt x="52" y="31"/>
                </a:lnTo>
                <a:moveTo>
                  <a:pt x="244" y="87"/>
                </a:moveTo>
                <a:cubicBezTo>
                  <a:pt x="244" y="70"/>
                  <a:pt x="240" y="56"/>
                  <a:pt x="231" y="45"/>
                </a:cubicBezTo>
                <a:cubicBezTo>
                  <a:pt x="222" y="33"/>
                  <a:pt x="211" y="26"/>
                  <a:pt x="196" y="24"/>
                </a:cubicBezTo>
                <a:cubicBezTo>
                  <a:pt x="196" y="24"/>
                  <a:pt x="194" y="24"/>
                  <a:pt x="190" y="24"/>
                </a:cubicBezTo>
                <a:cubicBezTo>
                  <a:pt x="185" y="24"/>
                  <a:pt x="180" y="24"/>
                  <a:pt x="173" y="24"/>
                </a:cubicBezTo>
                <a:cubicBezTo>
                  <a:pt x="167" y="24"/>
                  <a:pt x="160" y="24"/>
                  <a:pt x="154" y="23"/>
                </a:cubicBezTo>
                <a:cubicBezTo>
                  <a:pt x="132" y="23"/>
                  <a:pt x="118" y="23"/>
                  <a:pt x="113" y="24"/>
                </a:cubicBezTo>
                <a:cubicBezTo>
                  <a:pt x="108" y="24"/>
                  <a:pt x="104" y="25"/>
                  <a:pt x="103" y="28"/>
                </a:cubicBezTo>
                <a:cubicBezTo>
                  <a:pt x="102" y="29"/>
                  <a:pt x="102" y="51"/>
                  <a:pt x="102" y="94"/>
                </a:cubicBezTo>
                <a:lnTo>
                  <a:pt x="102" y="157"/>
                </a:lnTo>
                <a:lnTo>
                  <a:pt x="144" y="157"/>
                </a:lnTo>
                <a:lnTo>
                  <a:pt x="186" y="157"/>
                </a:lnTo>
                <a:lnTo>
                  <a:pt x="191" y="156"/>
                </a:lnTo>
                <a:cubicBezTo>
                  <a:pt x="192" y="155"/>
                  <a:pt x="194" y="155"/>
                  <a:pt x="197" y="154"/>
                </a:cubicBezTo>
                <a:cubicBezTo>
                  <a:pt x="199" y="153"/>
                  <a:pt x="203" y="151"/>
                  <a:pt x="209" y="148"/>
                </a:cubicBezTo>
                <a:cubicBezTo>
                  <a:pt x="215" y="144"/>
                  <a:pt x="221" y="140"/>
                  <a:pt x="225" y="135"/>
                </a:cubicBezTo>
                <a:cubicBezTo>
                  <a:pt x="230" y="131"/>
                  <a:pt x="234" y="124"/>
                  <a:pt x="238" y="116"/>
                </a:cubicBezTo>
                <a:cubicBezTo>
                  <a:pt x="242" y="107"/>
                  <a:pt x="244" y="97"/>
                  <a:pt x="244" y="87"/>
                </a:cubicBezTo>
                <a:moveTo>
                  <a:pt x="257" y="251"/>
                </a:moveTo>
                <a:cubicBezTo>
                  <a:pt x="257" y="234"/>
                  <a:pt x="253" y="218"/>
                  <a:pt x="243" y="204"/>
                </a:cubicBezTo>
                <a:cubicBezTo>
                  <a:pt x="234" y="189"/>
                  <a:pt x="220" y="180"/>
                  <a:pt x="203" y="176"/>
                </a:cubicBezTo>
                <a:lnTo>
                  <a:pt x="152" y="176"/>
                </a:lnTo>
                <a:lnTo>
                  <a:pt x="102" y="176"/>
                </a:lnTo>
                <a:lnTo>
                  <a:pt x="102" y="245"/>
                </a:lnTo>
                <a:lnTo>
                  <a:pt x="102" y="288"/>
                </a:lnTo>
                <a:cubicBezTo>
                  <a:pt x="102" y="308"/>
                  <a:pt x="102" y="318"/>
                  <a:pt x="104" y="320"/>
                </a:cubicBezTo>
                <a:cubicBezTo>
                  <a:pt x="106" y="322"/>
                  <a:pt x="123" y="323"/>
                  <a:pt x="155" y="323"/>
                </a:cubicBezTo>
                <a:lnTo>
                  <a:pt x="179" y="323"/>
                </a:lnTo>
                <a:cubicBezTo>
                  <a:pt x="194" y="323"/>
                  <a:pt x="204" y="322"/>
                  <a:pt x="210" y="319"/>
                </a:cubicBezTo>
                <a:cubicBezTo>
                  <a:pt x="224" y="315"/>
                  <a:pt x="236" y="306"/>
                  <a:pt x="244" y="294"/>
                </a:cubicBezTo>
                <a:cubicBezTo>
                  <a:pt x="253" y="281"/>
                  <a:pt x="257" y="267"/>
                  <a:pt x="257" y="25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4713120" y="24361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3" y="72"/>
                </a:moveTo>
                <a:cubicBezTo>
                  <a:pt x="53" y="72"/>
                  <a:pt x="49" y="72"/>
                  <a:pt x="42" y="72"/>
                </a:cubicBezTo>
                <a:cubicBezTo>
                  <a:pt x="34" y="72"/>
                  <a:pt x="28" y="70"/>
                  <a:pt x="23" y="64"/>
                </a:cubicBezTo>
                <a:cubicBezTo>
                  <a:pt x="18" y="59"/>
                  <a:pt x="15" y="53"/>
                  <a:pt x="15" y="45"/>
                </a:cubicBezTo>
                <a:cubicBezTo>
                  <a:pt x="15" y="33"/>
                  <a:pt x="21" y="23"/>
                  <a:pt x="33" y="13"/>
                </a:cubicBezTo>
                <a:cubicBezTo>
                  <a:pt x="44" y="4"/>
                  <a:pt x="65" y="0"/>
                  <a:pt x="94" y="0"/>
                </a:cubicBezTo>
                <a:cubicBezTo>
                  <a:pt x="119" y="0"/>
                  <a:pt x="138" y="5"/>
                  <a:pt x="154" y="16"/>
                </a:cubicBezTo>
                <a:cubicBezTo>
                  <a:pt x="169" y="27"/>
                  <a:pt x="179" y="40"/>
                  <a:pt x="184" y="54"/>
                </a:cubicBezTo>
                <a:cubicBezTo>
                  <a:pt x="186" y="59"/>
                  <a:pt x="186" y="64"/>
                  <a:pt x="186" y="70"/>
                </a:cubicBezTo>
                <a:cubicBezTo>
                  <a:pt x="186" y="76"/>
                  <a:pt x="187" y="96"/>
                  <a:pt x="187" y="129"/>
                </a:cubicBezTo>
                <a:lnTo>
                  <a:pt x="187" y="165"/>
                </a:lnTo>
                <a:cubicBezTo>
                  <a:pt x="187" y="181"/>
                  <a:pt x="188" y="192"/>
                  <a:pt x="190" y="198"/>
                </a:cubicBezTo>
                <a:cubicBezTo>
                  <a:pt x="191" y="204"/>
                  <a:pt x="195" y="207"/>
                  <a:pt x="200" y="207"/>
                </a:cubicBezTo>
                <a:cubicBezTo>
                  <a:pt x="205" y="207"/>
                  <a:pt x="209" y="204"/>
                  <a:pt x="210" y="199"/>
                </a:cubicBezTo>
                <a:cubicBezTo>
                  <a:pt x="212" y="194"/>
                  <a:pt x="213" y="185"/>
                  <a:pt x="213" y="172"/>
                </a:cubicBezTo>
                <a:lnTo>
                  <a:pt x="213" y="154"/>
                </a:lnTo>
                <a:lnTo>
                  <a:pt x="233" y="154"/>
                </a:lnTo>
                <a:lnTo>
                  <a:pt x="233" y="174"/>
                </a:lnTo>
                <a:cubicBezTo>
                  <a:pt x="233" y="187"/>
                  <a:pt x="232" y="195"/>
                  <a:pt x="231" y="197"/>
                </a:cubicBezTo>
                <a:cubicBezTo>
                  <a:pt x="228" y="208"/>
                  <a:pt x="223" y="215"/>
                  <a:pt x="214" y="221"/>
                </a:cubicBezTo>
                <a:cubicBezTo>
                  <a:pt x="205" y="227"/>
                  <a:pt x="196" y="230"/>
                  <a:pt x="186" y="230"/>
                </a:cubicBezTo>
                <a:cubicBezTo>
                  <a:pt x="176" y="231"/>
                  <a:pt x="168" y="228"/>
                  <a:pt x="162" y="221"/>
                </a:cubicBezTo>
                <a:cubicBezTo>
                  <a:pt x="156" y="215"/>
                  <a:pt x="152" y="208"/>
                  <a:pt x="150" y="200"/>
                </a:cubicBezTo>
                <a:lnTo>
                  <a:pt x="150" y="198"/>
                </a:lnTo>
                <a:lnTo>
                  <a:pt x="149" y="199"/>
                </a:lnTo>
                <a:cubicBezTo>
                  <a:pt x="148" y="200"/>
                  <a:pt x="148" y="201"/>
                  <a:pt x="147" y="203"/>
                </a:cubicBezTo>
                <a:cubicBezTo>
                  <a:pt x="146" y="204"/>
                  <a:pt x="144" y="205"/>
                  <a:pt x="142" y="207"/>
                </a:cubicBezTo>
                <a:cubicBezTo>
                  <a:pt x="141" y="209"/>
                  <a:pt x="139" y="211"/>
                  <a:pt x="136" y="213"/>
                </a:cubicBezTo>
                <a:cubicBezTo>
                  <a:pt x="134" y="214"/>
                  <a:pt x="132" y="216"/>
                  <a:pt x="129" y="219"/>
                </a:cubicBezTo>
                <a:cubicBezTo>
                  <a:pt x="126" y="221"/>
                  <a:pt x="123" y="223"/>
                  <a:pt x="120" y="224"/>
                </a:cubicBezTo>
                <a:cubicBezTo>
                  <a:pt x="116" y="226"/>
                  <a:pt x="113" y="227"/>
                  <a:pt x="109" y="228"/>
                </a:cubicBezTo>
                <a:cubicBezTo>
                  <a:pt x="105" y="230"/>
                  <a:pt x="100" y="231"/>
                  <a:pt x="95" y="231"/>
                </a:cubicBezTo>
                <a:cubicBezTo>
                  <a:pt x="91" y="232"/>
                  <a:pt x="86" y="233"/>
                  <a:pt x="80" y="233"/>
                </a:cubicBezTo>
                <a:cubicBezTo>
                  <a:pt x="60" y="233"/>
                  <a:pt x="41" y="228"/>
                  <a:pt x="25" y="217"/>
                </a:cubicBezTo>
                <a:cubicBezTo>
                  <a:pt x="8" y="207"/>
                  <a:pt x="0" y="192"/>
                  <a:pt x="0" y="173"/>
                </a:cubicBezTo>
                <a:cubicBezTo>
                  <a:pt x="0" y="166"/>
                  <a:pt x="1" y="159"/>
                  <a:pt x="3" y="153"/>
                </a:cubicBezTo>
                <a:cubicBezTo>
                  <a:pt x="6" y="147"/>
                  <a:pt x="10" y="140"/>
                  <a:pt x="18" y="132"/>
                </a:cubicBezTo>
                <a:cubicBezTo>
                  <a:pt x="25" y="125"/>
                  <a:pt x="33" y="119"/>
                  <a:pt x="42" y="114"/>
                </a:cubicBezTo>
                <a:cubicBezTo>
                  <a:pt x="52" y="108"/>
                  <a:pt x="65" y="104"/>
                  <a:pt x="82" y="99"/>
                </a:cubicBezTo>
                <a:cubicBezTo>
                  <a:pt x="99" y="95"/>
                  <a:pt x="117" y="92"/>
                  <a:pt x="137" y="92"/>
                </a:cubicBezTo>
                <a:lnTo>
                  <a:pt x="145" y="92"/>
                </a:lnTo>
                <a:lnTo>
                  <a:pt x="145" y="81"/>
                </a:lnTo>
                <a:cubicBezTo>
                  <a:pt x="145" y="68"/>
                  <a:pt x="144" y="60"/>
                  <a:pt x="141" y="54"/>
                </a:cubicBezTo>
                <a:cubicBezTo>
                  <a:pt x="134" y="30"/>
                  <a:pt x="118" y="18"/>
                  <a:pt x="92" y="18"/>
                </a:cubicBezTo>
                <a:cubicBezTo>
                  <a:pt x="86" y="18"/>
                  <a:pt x="81" y="19"/>
                  <a:pt x="75" y="19"/>
                </a:cubicBezTo>
                <a:cubicBezTo>
                  <a:pt x="70" y="19"/>
                  <a:pt x="66" y="20"/>
                  <a:pt x="63" y="21"/>
                </a:cubicBezTo>
                <a:cubicBezTo>
                  <a:pt x="60" y="22"/>
                  <a:pt x="58" y="23"/>
                  <a:pt x="59" y="23"/>
                </a:cubicBezTo>
                <a:cubicBezTo>
                  <a:pt x="66" y="28"/>
                  <a:pt x="70" y="35"/>
                  <a:pt x="70" y="45"/>
                </a:cubicBezTo>
                <a:cubicBezTo>
                  <a:pt x="70" y="53"/>
                  <a:pt x="67" y="60"/>
                  <a:pt x="62" y="64"/>
                </a:cubicBezTo>
                <a:lnTo>
                  <a:pt x="53" y="72"/>
                </a:lnTo>
                <a:moveTo>
                  <a:pt x="47" y="174"/>
                </a:moveTo>
                <a:cubicBezTo>
                  <a:pt x="47" y="184"/>
                  <a:pt x="51" y="193"/>
                  <a:pt x="60" y="201"/>
                </a:cubicBezTo>
                <a:cubicBezTo>
                  <a:pt x="68" y="210"/>
                  <a:pt x="78" y="214"/>
                  <a:pt x="89" y="214"/>
                </a:cubicBezTo>
                <a:cubicBezTo>
                  <a:pt x="102" y="214"/>
                  <a:pt x="114" y="210"/>
                  <a:pt x="123" y="203"/>
                </a:cubicBezTo>
                <a:cubicBezTo>
                  <a:pt x="133" y="195"/>
                  <a:pt x="140" y="185"/>
                  <a:pt x="143" y="172"/>
                </a:cubicBezTo>
                <a:cubicBezTo>
                  <a:pt x="144" y="170"/>
                  <a:pt x="144" y="159"/>
                  <a:pt x="145" y="139"/>
                </a:cubicBezTo>
                <a:cubicBezTo>
                  <a:pt x="145" y="119"/>
                  <a:pt x="144" y="109"/>
                  <a:pt x="144" y="109"/>
                </a:cubicBezTo>
                <a:cubicBezTo>
                  <a:pt x="141" y="109"/>
                  <a:pt x="138" y="110"/>
                  <a:pt x="133" y="110"/>
                </a:cubicBezTo>
                <a:cubicBezTo>
                  <a:pt x="129" y="110"/>
                  <a:pt x="121" y="112"/>
                  <a:pt x="111" y="115"/>
                </a:cubicBezTo>
                <a:cubicBezTo>
                  <a:pt x="100" y="117"/>
                  <a:pt x="90" y="121"/>
                  <a:pt x="81" y="125"/>
                </a:cubicBezTo>
                <a:cubicBezTo>
                  <a:pt x="73" y="129"/>
                  <a:pt x="65" y="135"/>
                  <a:pt x="58" y="143"/>
                </a:cubicBezTo>
                <a:cubicBezTo>
                  <a:pt x="51" y="152"/>
                  <a:pt x="48" y="162"/>
                  <a:pt x="47" y="17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4802760" y="2391120"/>
            <a:ext cx="43560" cy="126720"/>
          </a:xfrm>
          <a:custGeom>
            <a:avLst/>
            <a:gdLst/>
            <a:ahLst/>
            <a:rect l="0" t="0" r="r" b="b"/>
            <a:pathLst>
              <a:path w="121" h="352">
                <a:moveTo>
                  <a:pt x="8" y="329"/>
                </a:moveTo>
                <a:lnTo>
                  <a:pt x="15" y="329"/>
                </a:lnTo>
                <a:cubicBezTo>
                  <a:pt x="28" y="329"/>
                  <a:pt x="36" y="327"/>
                  <a:pt x="39" y="322"/>
                </a:cubicBezTo>
                <a:lnTo>
                  <a:pt x="39" y="318"/>
                </a:lnTo>
                <a:cubicBezTo>
                  <a:pt x="39" y="315"/>
                  <a:pt x="39" y="311"/>
                  <a:pt x="39" y="306"/>
                </a:cubicBezTo>
                <a:cubicBezTo>
                  <a:pt x="39" y="302"/>
                  <a:pt x="39" y="296"/>
                  <a:pt x="39" y="290"/>
                </a:cubicBezTo>
                <a:cubicBezTo>
                  <a:pt x="39" y="283"/>
                  <a:pt x="39" y="276"/>
                  <a:pt x="39" y="268"/>
                </a:cubicBezTo>
                <a:cubicBezTo>
                  <a:pt x="39" y="260"/>
                  <a:pt x="39" y="251"/>
                  <a:pt x="39" y="243"/>
                </a:cubicBezTo>
                <a:cubicBezTo>
                  <a:pt x="39" y="234"/>
                  <a:pt x="39" y="225"/>
                  <a:pt x="39" y="215"/>
                </a:cubicBezTo>
                <a:cubicBezTo>
                  <a:pt x="39" y="205"/>
                  <a:pt x="39" y="194"/>
                  <a:pt x="39" y="185"/>
                </a:cubicBezTo>
                <a:cubicBezTo>
                  <a:pt x="39" y="172"/>
                  <a:pt x="39" y="159"/>
                  <a:pt x="39" y="146"/>
                </a:cubicBezTo>
                <a:cubicBezTo>
                  <a:pt x="39" y="132"/>
                  <a:pt x="39" y="119"/>
                  <a:pt x="39" y="108"/>
                </a:cubicBezTo>
                <a:cubicBezTo>
                  <a:pt x="39" y="96"/>
                  <a:pt x="39" y="86"/>
                  <a:pt x="39" y="77"/>
                </a:cubicBezTo>
                <a:cubicBezTo>
                  <a:pt x="39" y="68"/>
                  <a:pt x="39" y="61"/>
                  <a:pt x="39" y="55"/>
                </a:cubicBezTo>
                <a:cubicBezTo>
                  <a:pt x="38" y="49"/>
                  <a:pt x="38" y="46"/>
                  <a:pt x="39" y="46"/>
                </a:cubicBezTo>
                <a:cubicBezTo>
                  <a:pt x="38" y="40"/>
                  <a:pt x="35" y="36"/>
                  <a:pt x="32" y="34"/>
                </a:cubicBezTo>
                <a:cubicBezTo>
                  <a:pt x="28" y="32"/>
                  <a:pt x="20" y="30"/>
                  <a:pt x="9" y="29"/>
                </a:cubicBezTo>
                <a:lnTo>
                  <a:pt x="0" y="29"/>
                </a:lnTo>
                <a:lnTo>
                  <a:pt x="0" y="18"/>
                </a:lnTo>
                <a:cubicBezTo>
                  <a:pt x="0" y="10"/>
                  <a:pt x="0" y="6"/>
                  <a:pt x="1" y="6"/>
                </a:cubicBezTo>
                <a:lnTo>
                  <a:pt x="6" y="5"/>
                </a:lnTo>
                <a:cubicBezTo>
                  <a:pt x="9" y="5"/>
                  <a:pt x="14" y="5"/>
                  <a:pt x="20" y="4"/>
                </a:cubicBezTo>
                <a:cubicBezTo>
                  <a:pt x="27" y="4"/>
                  <a:pt x="33" y="4"/>
                  <a:pt x="39" y="3"/>
                </a:cubicBezTo>
                <a:cubicBezTo>
                  <a:pt x="45" y="3"/>
                  <a:pt x="52" y="3"/>
                  <a:pt x="59" y="2"/>
                </a:cubicBezTo>
                <a:cubicBezTo>
                  <a:pt x="66" y="2"/>
                  <a:pt x="71" y="2"/>
                  <a:pt x="74" y="1"/>
                </a:cubicBezTo>
                <a:cubicBezTo>
                  <a:pt x="77" y="0"/>
                  <a:pt x="79" y="0"/>
                  <a:pt x="80" y="0"/>
                </a:cubicBezTo>
                <a:lnTo>
                  <a:pt x="81" y="0"/>
                </a:lnTo>
                <a:lnTo>
                  <a:pt x="81" y="160"/>
                </a:lnTo>
                <a:cubicBezTo>
                  <a:pt x="81" y="268"/>
                  <a:pt x="81" y="321"/>
                  <a:pt x="82" y="322"/>
                </a:cubicBezTo>
                <a:cubicBezTo>
                  <a:pt x="83" y="325"/>
                  <a:pt x="85" y="326"/>
                  <a:pt x="88" y="328"/>
                </a:cubicBezTo>
                <a:cubicBezTo>
                  <a:pt x="95" y="329"/>
                  <a:pt x="103" y="329"/>
                  <a:pt x="112" y="329"/>
                </a:cubicBezTo>
                <a:lnTo>
                  <a:pt x="121" y="329"/>
                </a:lnTo>
                <a:lnTo>
                  <a:pt x="121" y="352"/>
                </a:lnTo>
                <a:lnTo>
                  <a:pt x="116" y="352"/>
                </a:lnTo>
                <a:lnTo>
                  <a:pt x="105" y="352"/>
                </a:lnTo>
                <a:cubicBezTo>
                  <a:pt x="97" y="351"/>
                  <a:pt x="89" y="351"/>
                  <a:pt x="80" y="351"/>
                </a:cubicBezTo>
                <a:cubicBezTo>
                  <a:pt x="71" y="351"/>
                  <a:pt x="65" y="351"/>
                  <a:pt x="61" y="351"/>
                </a:cubicBezTo>
                <a:cubicBezTo>
                  <a:pt x="57" y="350"/>
                  <a:pt x="50" y="350"/>
                  <a:pt x="41" y="351"/>
                </a:cubicBezTo>
                <a:cubicBezTo>
                  <a:pt x="32" y="351"/>
                  <a:pt x="23" y="351"/>
                  <a:pt x="15" y="352"/>
                </a:cubicBezTo>
                <a:lnTo>
                  <a:pt x="4" y="352"/>
                </a:lnTo>
                <a:lnTo>
                  <a:pt x="0" y="352"/>
                </a:lnTo>
                <a:lnTo>
                  <a:pt x="0" y="329"/>
                </a:lnTo>
                <a:lnTo>
                  <a:pt x="8" y="32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4854600" y="2436120"/>
            <a:ext cx="83880" cy="83880"/>
          </a:xfrm>
          <a:custGeom>
            <a:avLst/>
            <a:gdLst/>
            <a:ahLst/>
            <a:rect l="0" t="0" r="r" b="b"/>
            <a:pathLst>
              <a:path w="233" h="233">
                <a:moveTo>
                  <a:pt x="52" y="72"/>
                </a:moveTo>
                <a:cubicBezTo>
                  <a:pt x="52" y="72"/>
                  <a:pt x="49" y="72"/>
                  <a:pt x="41" y="72"/>
                </a:cubicBezTo>
                <a:cubicBezTo>
                  <a:pt x="34" y="72"/>
                  <a:pt x="28" y="70"/>
                  <a:pt x="23" y="64"/>
                </a:cubicBezTo>
                <a:cubicBezTo>
                  <a:pt x="17" y="59"/>
                  <a:pt x="15" y="53"/>
                  <a:pt x="15" y="45"/>
                </a:cubicBezTo>
                <a:cubicBezTo>
                  <a:pt x="15" y="33"/>
                  <a:pt x="21" y="23"/>
                  <a:pt x="32" y="13"/>
                </a:cubicBezTo>
                <a:cubicBezTo>
                  <a:pt x="44" y="4"/>
                  <a:pt x="64" y="0"/>
                  <a:pt x="94" y="0"/>
                </a:cubicBezTo>
                <a:cubicBezTo>
                  <a:pt x="119" y="0"/>
                  <a:pt x="139" y="5"/>
                  <a:pt x="154" y="16"/>
                </a:cubicBezTo>
                <a:cubicBezTo>
                  <a:pt x="169" y="27"/>
                  <a:pt x="179" y="40"/>
                  <a:pt x="184" y="54"/>
                </a:cubicBezTo>
                <a:cubicBezTo>
                  <a:pt x="186" y="59"/>
                  <a:pt x="187" y="64"/>
                  <a:pt x="187" y="70"/>
                </a:cubicBezTo>
                <a:cubicBezTo>
                  <a:pt x="187" y="76"/>
                  <a:pt x="187" y="96"/>
                  <a:pt x="187" y="129"/>
                </a:cubicBezTo>
                <a:lnTo>
                  <a:pt x="187" y="165"/>
                </a:lnTo>
                <a:cubicBezTo>
                  <a:pt x="187" y="181"/>
                  <a:pt x="188" y="192"/>
                  <a:pt x="190" y="198"/>
                </a:cubicBezTo>
                <a:cubicBezTo>
                  <a:pt x="192" y="204"/>
                  <a:pt x="195" y="207"/>
                  <a:pt x="200" y="207"/>
                </a:cubicBezTo>
                <a:cubicBezTo>
                  <a:pt x="206" y="207"/>
                  <a:pt x="209" y="204"/>
                  <a:pt x="211" y="199"/>
                </a:cubicBezTo>
                <a:cubicBezTo>
                  <a:pt x="212" y="194"/>
                  <a:pt x="213" y="185"/>
                  <a:pt x="213" y="172"/>
                </a:cubicBezTo>
                <a:lnTo>
                  <a:pt x="213" y="154"/>
                </a:lnTo>
                <a:lnTo>
                  <a:pt x="233" y="154"/>
                </a:lnTo>
                <a:lnTo>
                  <a:pt x="233" y="174"/>
                </a:lnTo>
                <a:cubicBezTo>
                  <a:pt x="233" y="187"/>
                  <a:pt x="233" y="195"/>
                  <a:pt x="232" y="197"/>
                </a:cubicBezTo>
                <a:cubicBezTo>
                  <a:pt x="229" y="208"/>
                  <a:pt x="223" y="215"/>
                  <a:pt x="214" y="221"/>
                </a:cubicBezTo>
                <a:cubicBezTo>
                  <a:pt x="205" y="227"/>
                  <a:pt x="196" y="230"/>
                  <a:pt x="186" y="230"/>
                </a:cubicBezTo>
                <a:cubicBezTo>
                  <a:pt x="177" y="231"/>
                  <a:pt x="169" y="228"/>
                  <a:pt x="163" y="221"/>
                </a:cubicBezTo>
                <a:cubicBezTo>
                  <a:pt x="157" y="215"/>
                  <a:pt x="152" y="208"/>
                  <a:pt x="150" y="200"/>
                </a:cubicBezTo>
                <a:lnTo>
                  <a:pt x="150" y="198"/>
                </a:lnTo>
                <a:lnTo>
                  <a:pt x="149" y="199"/>
                </a:lnTo>
                <a:cubicBezTo>
                  <a:pt x="149" y="200"/>
                  <a:pt x="148" y="201"/>
                  <a:pt x="147" y="203"/>
                </a:cubicBezTo>
                <a:cubicBezTo>
                  <a:pt x="146" y="204"/>
                  <a:pt x="145" y="205"/>
                  <a:pt x="143" y="207"/>
                </a:cubicBezTo>
                <a:cubicBezTo>
                  <a:pt x="141" y="209"/>
                  <a:pt x="139" y="211"/>
                  <a:pt x="137" y="213"/>
                </a:cubicBezTo>
                <a:cubicBezTo>
                  <a:pt x="134" y="214"/>
                  <a:pt x="132" y="216"/>
                  <a:pt x="129" y="219"/>
                </a:cubicBezTo>
                <a:cubicBezTo>
                  <a:pt x="127" y="221"/>
                  <a:pt x="123" y="223"/>
                  <a:pt x="120" y="224"/>
                </a:cubicBezTo>
                <a:cubicBezTo>
                  <a:pt x="117" y="226"/>
                  <a:pt x="113" y="227"/>
                  <a:pt x="109" y="228"/>
                </a:cubicBezTo>
                <a:cubicBezTo>
                  <a:pt x="105" y="230"/>
                  <a:pt x="101" y="231"/>
                  <a:pt x="96" y="231"/>
                </a:cubicBezTo>
                <a:cubicBezTo>
                  <a:pt x="91" y="232"/>
                  <a:pt x="85" y="233"/>
                  <a:pt x="79" y="233"/>
                </a:cubicBezTo>
                <a:cubicBezTo>
                  <a:pt x="59" y="233"/>
                  <a:pt x="41" y="228"/>
                  <a:pt x="25" y="217"/>
                </a:cubicBezTo>
                <a:cubicBezTo>
                  <a:pt x="8" y="207"/>
                  <a:pt x="0" y="192"/>
                  <a:pt x="0" y="173"/>
                </a:cubicBezTo>
                <a:cubicBezTo>
                  <a:pt x="0" y="166"/>
                  <a:pt x="1" y="159"/>
                  <a:pt x="4" y="153"/>
                </a:cubicBezTo>
                <a:cubicBezTo>
                  <a:pt x="6" y="147"/>
                  <a:pt x="11" y="140"/>
                  <a:pt x="17" y="132"/>
                </a:cubicBezTo>
                <a:cubicBezTo>
                  <a:pt x="24" y="125"/>
                  <a:pt x="32" y="119"/>
                  <a:pt x="42" y="114"/>
                </a:cubicBezTo>
                <a:cubicBezTo>
                  <a:pt x="51" y="108"/>
                  <a:pt x="64" y="104"/>
                  <a:pt x="81" y="99"/>
                </a:cubicBezTo>
                <a:cubicBezTo>
                  <a:pt x="99" y="95"/>
                  <a:pt x="118" y="92"/>
                  <a:pt x="138" y="92"/>
                </a:cubicBezTo>
                <a:lnTo>
                  <a:pt x="145" y="92"/>
                </a:lnTo>
                <a:lnTo>
                  <a:pt x="145" y="81"/>
                </a:lnTo>
                <a:cubicBezTo>
                  <a:pt x="145" y="68"/>
                  <a:pt x="144" y="60"/>
                  <a:pt x="142" y="54"/>
                </a:cubicBezTo>
                <a:cubicBezTo>
                  <a:pt x="134" y="30"/>
                  <a:pt x="118" y="18"/>
                  <a:pt x="93" y="18"/>
                </a:cubicBezTo>
                <a:cubicBezTo>
                  <a:pt x="86" y="18"/>
                  <a:pt x="80" y="19"/>
                  <a:pt x="75" y="19"/>
                </a:cubicBezTo>
                <a:cubicBezTo>
                  <a:pt x="69" y="19"/>
                  <a:pt x="65" y="20"/>
                  <a:pt x="62" y="21"/>
                </a:cubicBezTo>
                <a:cubicBezTo>
                  <a:pt x="59" y="22"/>
                  <a:pt x="58" y="23"/>
                  <a:pt x="58" y="23"/>
                </a:cubicBezTo>
                <a:cubicBezTo>
                  <a:pt x="65" y="28"/>
                  <a:pt x="69" y="35"/>
                  <a:pt x="69" y="45"/>
                </a:cubicBezTo>
                <a:cubicBezTo>
                  <a:pt x="69" y="53"/>
                  <a:pt x="66" y="60"/>
                  <a:pt x="61" y="64"/>
                </a:cubicBezTo>
                <a:lnTo>
                  <a:pt x="52" y="72"/>
                </a:lnTo>
                <a:moveTo>
                  <a:pt x="47" y="174"/>
                </a:moveTo>
                <a:cubicBezTo>
                  <a:pt x="47" y="184"/>
                  <a:pt x="51" y="193"/>
                  <a:pt x="59" y="201"/>
                </a:cubicBezTo>
                <a:cubicBezTo>
                  <a:pt x="67" y="210"/>
                  <a:pt x="77" y="214"/>
                  <a:pt x="90" y="214"/>
                </a:cubicBezTo>
                <a:cubicBezTo>
                  <a:pt x="103" y="214"/>
                  <a:pt x="114" y="210"/>
                  <a:pt x="124" y="203"/>
                </a:cubicBezTo>
                <a:cubicBezTo>
                  <a:pt x="133" y="195"/>
                  <a:pt x="140" y="185"/>
                  <a:pt x="143" y="172"/>
                </a:cubicBezTo>
                <a:cubicBezTo>
                  <a:pt x="144" y="170"/>
                  <a:pt x="145" y="159"/>
                  <a:pt x="145" y="139"/>
                </a:cubicBezTo>
                <a:cubicBezTo>
                  <a:pt x="145" y="119"/>
                  <a:pt x="145" y="109"/>
                  <a:pt x="144" y="109"/>
                </a:cubicBezTo>
                <a:cubicBezTo>
                  <a:pt x="142" y="109"/>
                  <a:pt x="138" y="110"/>
                  <a:pt x="134" y="110"/>
                </a:cubicBezTo>
                <a:cubicBezTo>
                  <a:pt x="129" y="110"/>
                  <a:pt x="122" y="112"/>
                  <a:pt x="111" y="115"/>
                </a:cubicBezTo>
                <a:cubicBezTo>
                  <a:pt x="100" y="117"/>
                  <a:pt x="90" y="121"/>
                  <a:pt x="81" y="125"/>
                </a:cubicBezTo>
                <a:cubicBezTo>
                  <a:pt x="72" y="129"/>
                  <a:pt x="64" y="135"/>
                  <a:pt x="57" y="143"/>
                </a:cubicBezTo>
                <a:cubicBezTo>
                  <a:pt x="51" y="152"/>
                  <a:pt x="47" y="162"/>
                  <a:pt x="47" y="17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4944240" y="2437200"/>
            <a:ext cx="94320" cy="80640"/>
          </a:xfrm>
          <a:custGeom>
            <a:avLst/>
            <a:gdLst/>
            <a:ahLst/>
            <a:rect l="0" t="0" r="r" b="b"/>
            <a:pathLst>
              <a:path w="262" h="224">
                <a:moveTo>
                  <a:pt x="8" y="201"/>
                </a:moveTo>
                <a:lnTo>
                  <a:pt x="15" y="201"/>
                </a:lnTo>
                <a:cubicBezTo>
                  <a:pt x="28" y="201"/>
                  <a:pt x="36" y="199"/>
                  <a:pt x="38" y="194"/>
                </a:cubicBezTo>
                <a:lnTo>
                  <a:pt x="38" y="190"/>
                </a:lnTo>
                <a:cubicBezTo>
                  <a:pt x="38" y="187"/>
                  <a:pt x="38" y="183"/>
                  <a:pt x="38" y="178"/>
                </a:cubicBezTo>
                <a:cubicBezTo>
                  <a:pt x="38" y="174"/>
                  <a:pt x="38" y="168"/>
                  <a:pt x="38" y="163"/>
                </a:cubicBezTo>
                <a:cubicBezTo>
                  <a:pt x="38" y="157"/>
                  <a:pt x="39" y="150"/>
                  <a:pt x="39" y="143"/>
                </a:cubicBezTo>
                <a:cubicBezTo>
                  <a:pt x="39" y="135"/>
                  <a:pt x="39" y="128"/>
                  <a:pt x="39" y="122"/>
                </a:cubicBezTo>
                <a:cubicBezTo>
                  <a:pt x="39" y="111"/>
                  <a:pt x="39" y="100"/>
                  <a:pt x="39" y="88"/>
                </a:cubicBezTo>
                <a:cubicBezTo>
                  <a:pt x="39" y="76"/>
                  <a:pt x="39" y="67"/>
                  <a:pt x="38" y="58"/>
                </a:cubicBezTo>
                <a:lnTo>
                  <a:pt x="38" y="47"/>
                </a:lnTo>
                <a:cubicBezTo>
                  <a:pt x="37" y="40"/>
                  <a:pt x="35" y="36"/>
                  <a:pt x="31" y="34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5"/>
                  <a:pt x="1" y="5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6" y="4"/>
                  <a:pt x="32" y="3"/>
                  <a:pt x="38" y="3"/>
                </a:cubicBezTo>
                <a:cubicBezTo>
                  <a:pt x="44" y="3"/>
                  <a:pt x="50" y="2"/>
                  <a:pt x="57" y="2"/>
                </a:cubicBezTo>
                <a:cubicBezTo>
                  <a:pt x="63" y="1"/>
                  <a:pt x="68" y="1"/>
                  <a:pt x="71" y="0"/>
                </a:cubicBezTo>
                <a:cubicBezTo>
                  <a:pt x="75" y="0"/>
                  <a:pt x="77" y="-1"/>
                  <a:pt x="77" y="0"/>
                </a:cubicBezTo>
                <a:lnTo>
                  <a:pt x="78" y="0"/>
                </a:lnTo>
                <a:lnTo>
                  <a:pt x="78" y="20"/>
                </a:lnTo>
                <a:cubicBezTo>
                  <a:pt x="78" y="34"/>
                  <a:pt x="79" y="40"/>
                  <a:pt x="79" y="40"/>
                </a:cubicBezTo>
                <a:cubicBezTo>
                  <a:pt x="79" y="40"/>
                  <a:pt x="80" y="39"/>
                  <a:pt x="81" y="38"/>
                </a:cubicBezTo>
                <a:cubicBezTo>
                  <a:pt x="83" y="36"/>
                  <a:pt x="85" y="34"/>
                  <a:pt x="88" y="29"/>
                </a:cubicBezTo>
                <a:cubicBezTo>
                  <a:pt x="90" y="26"/>
                  <a:pt x="93" y="23"/>
                  <a:pt x="97" y="20"/>
                </a:cubicBezTo>
                <a:cubicBezTo>
                  <a:pt x="101" y="17"/>
                  <a:pt x="106" y="14"/>
                  <a:pt x="112" y="10"/>
                </a:cubicBezTo>
                <a:cubicBezTo>
                  <a:pt x="118" y="7"/>
                  <a:pt x="124" y="4"/>
                  <a:pt x="131" y="2"/>
                </a:cubicBezTo>
                <a:cubicBezTo>
                  <a:pt x="138" y="1"/>
                  <a:pt x="146" y="0"/>
                  <a:pt x="157" y="0"/>
                </a:cubicBezTo>
                <a:cubicBezTo>
                  <a:pt x="195" y="1"/>
                  <a:pt x="217" y="20"/>
                  <a:pt x="221" y="58"/>
                </a:cubicBezTo>
                <a:cubicBezTo>
                  <a:pt x="221" y="60"/>
                  <a:pt x="221" y="84"/>
                  <a:pt x="221" y="128"/>
                </a:cubicBezTo>
                <a:lnTo>
                  <a:pt x="221" y="172"/>
                </a:lnTo>
                <a:cubicBezTo>
                  <a:pt x="221" y="185"/>
                  <a:pt x="222" y="192"/>
                  <a:pt x="223" y="194"/>
                </a:cubicBezTo>
                <a:cubicBezTo>
                  <a:pt x="223" y="197"/>
                  <a:pt x="225" y="198"/>
                  <a:pt x="228" y="200"/>
                </a:cubicBezTo>
                <a:cubicBezTo>
                  <a:pt x="236" y="201"/>
                  <a:pt x="244" y="201"/>
                  <a:pt x="254" y="201"/>
                </a:cubicBezTo>
                <a:lnTo>
                  <a:pt x="262" y="201"/>
                </a:lnTo>
                <a:lnTo>
                  <a:pt x="262" y="224"/>
                </a:lnTo>
                <a:lnTo>
                  <a:pt x="258" y="224"/>
                </a:lnTo>
                <a:lnTo>
                  <a:pt x="246" y="224"/>
                </a:lnTo>
                <a:cubicBezTo>
                  <a:pt x="238" y="223"/>
                  <a:pt x="229" y="223"/>
                  <a:pt x="219" y="223"/>
                </a:cubicBezTo>
                <a:cubicBezTo>
                  <a:pt x="210" y="223"/>
                  <a:pt x="204" y="223"/>
                  <a:pt x="200" y="223"/>
                </a:cubicBezTo>
                <a:cubicBezTo>
                  <a:pt x="166" y="223"/>
                  <a:pt x="147" y="223"/>
                  <a:pt x="144" y="224"/>
                </a:cubicBezTo>
                <a:lnTo>
                  <a:pt x="140" y="224"/>
                </a:lnTo>
                <a:lnTo>
                  <a:pt x="140" y="201"/>
                </a:lnTo>
                <a:lnTo>
                  <a:pt x="148" y="201"/>
                </a:lnTo>
                <a:cubicBezTo>
                  <a:pt x="168" y="201"/>
                  <a:pt x="179" y="198"/>
                  <a:pt x="179" y="193"/>
                </a:cubicBezTo>
                <a:cubicBezTo>
                  <a:pt x="179" y="192"/>
                  <a:pt x="179" y="169"/>
                  <a:pt x="179" y="123"/>
                </a:cubicBezTo>
                <a:cubicBezTo>
                  <a:pt x="179" y="78"/>
                  <a:pt x="178" y="54"/>
                  <a:pt x="178" y="51"/>
                </a:cubicBezTo>
                <a:cubicBezTo>
                  <a:pt x="176" y="41"/>
                  <a:pt x="173" y="34"/>
                  <a:pt x="168" y="29"/>
                </a:cubicBezTo>
                <a:cubicBezTo>
                  <a:pt x="163" y="24"/>
                  <a:pt x="159" y="21"/>
                  <a:pt x="156" y="20"/>
                </a:cubicBezTo>
                <a:cubicBezTo>
                  <a:pt x="152" y="19"/>
                  <a:pt x="148" y="19"/>
                  <a:pt x="143" y="19"/>
                </a:cubicBezTo>
                <a:cubicBezTo>
                  <a:pt x="127" y="19"/>
                  <a:pt x="114" y="25"/>
                  <a:pt x="103" y="37"/>
                </a:cubicBezTo>
                <a:cubicBezTo>
                  <a:pt x="94" y="46"/>
                  <a:pt x="88" y="56"/>
                  <a:pt x="85" y="65"/>
                </a:cubicBezTo>
                <a:cubicBezTo>
                  <a:pt x="83" y="74"/>
                  <a:pt x="82" y="88"/>
                  <a:pt x="81" y="107"/>
                </a:cubicBezTo>
                <a:lnTo>
                  <a:pt x="81" y="139"/>
                </a:lnTo>
                <a:lnTo>
                  <a:pt x="81" y="170"/>
                </a:lnTo>
                <a:cubicBezTo>
                  <a:pt x="81" y="180"/>
                  <a:pt x="82" y="187"/>
                  <a:pt x="82" y="190"/>
                </a:cubicBezTo>
                <a:cubicBezTo>
                  <a:pt x="82" y="193"/>
                  <a:pt x="83" y="195"/>
                  <a:pt x="83" y="196"/>
                </a:cubicBezTo>
                <a:cubicBezTo>
                  <a:pt x="84" y="197"/>
                  <a:pt x="86" y="198"/>
                  <a:pt x="88" y="200"/>
                </a:cubicBezTo>
                <a:cubicBezTo>
                  <a:pt x="95" y="201"/>
                  <a:pt x="103" y="201"/>
                  <a:pt x="113" y="201"/>
                </a:cubicBezTo>
                <a:lnTo>
                  <a:pt x="121" y="201"/>
                </a:lnTo>
                <a:lnTo>
                  <a:pt x="121" y="224"/>
                </a:lnTo>
                <a:lnTo>
                  <a:pt x="117" y="224"/>
                </a:lnTo>
                <a:lnTo>
                  <a:pt x="105" y="224"/>
                </a:lnTo>
                <a:cubicBezTo>
                  <a:pt x="97" y="223"/>
                  <a:pt x="89" y="223"/>
                  <a:pt x="79" y="223"/>
                </a:cubicBezTo>
                <a:cubicBezTo>
                  <a:pt x="70" y="223"/>
                  <a:pt x="64" y="223"/>
                  <a:pt x="60" y="223"/>
                </a:cubicBezTo>
                <a:cubicBezTo>
                  <a:pt x="25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046840" y="2436120"/>
            <a:ext cx="69840" cy="83880"/>
          </a:xfrm>
          <a:custGeom>
            <a:avLst/>
            <a:gdLst/>
            <a:ahLst/>
            <a:rect l="0" t="0" r="r" b="b"/>
            <a:pathLst>
              <a:path w="194" h="233">
                <a:moveTo>
                  <a:pt x="171" y="72"/>
                </a:moveTo>
                <a:cubicBezTo>
                  <a:pt x="171" y="72"/>
                  <a:pt x="168" y="72"/>
                  <a:pt x="160" y="72"/>
                </a:cubicBezTo>
                <a:cubicBezTo>
                  <a:pt x="153" y="72"/>
                  <a:pt x="147" y="70"/>
                  <a:pt x="142" y="64"/>
                </a:cubicBezTo>
                <a:cubicBezTo>
                  <a:pt x="137" y="59"/>
                  <a:pt x="135" y="53"/>
                  <a:pt x="134" y="45"/>
                </a:cubicBezTo>
                <a:cubicBezTo>
                  <a:pt x="134" y="38"/>
                  <a:pt x="137" y="31"/>
                  <a:pt x="142" y="26"/>
                </a:cubicBezTo>
                <a:cubicBezTo>
                  <a:pt x="143" y="24"/>
                  <a:pt x="144" y="23"/>
                  <a:pt x="144" y="23"/>
                </a:cubicBezTo>
                <a:cubicBezTo>
                  <a:pt x="144" y="23"/>
                  <a:pt x="143" y="22"/>
                  <a:pt x="139" y="22"/>
                </a:cubicBezTo>
                <a:cubicBezTo>
                  <a:pt x="130" y="21"/>
                  <a:pt x="122" y="20"/>
                  <a:pt x="114" y="20"/>
                </a:cubicBezTo>
                <a:cubicBezTo>
                  <a:pt x="98" y="20"/>
                  <a:pt x="83" y="25"/>
                  <a:pt x="73" y="36"/>
                </a:cubicBezTo>
                <a:cubicBezTo>
                  <a:pt x="57" y="52"/>
                  <a:pt x="49" y="79"/>
                  <a:pt x="49" y="117"/>
                </a:cubicBezTo>
                <a:cubicBezTo>
                  <a:pt x="49" y="144"/>
                  <a:pt x="54" y="166"/>
                  <a:pt x="65" y="182"/>
                </a:cubicBezTo>
                <a:cubicBezTo>
                  <a:pt x="79" y="202"/>
                  <a:pt x="98" y="213"/>
                  <a:pt x="122" y="213"/>
                </a:cubicBezTo>
                <a:cubicBezTo>
                  <a:pt x="135" y="213"/>
                  <a:pt x="146" y="208"/>
                  <a:pt x="155" y="199"/>
                </a:cubicBezTo>
                <a:cubicBezTo>
                  <a:pt x="163" y="191"/>
                  <a:pt x="169" y="180"/>
                  <a:pt x="173" y="168"/>
                </a:cubicBezTo>
                <a:cubicBezTo>
                  <a:pt x="174" y="165"/>
                  <a:pt x="175" y="164"/>
                  <a:pt x="176" y="163"/>
                </a:cubicBezTo>
                <a:cubicBezTo>
                  <a:pt x="177" y="162"/>
                  <a:pt x="179" y="162"/>
                  <a:pt x="184" y="162"/>
                </a:cubicBezTo>
                <a:lnTo>
                  <a:pt x="191" y="162"/>
                </a:lnTo>
                <a:cubicBezTo>
                  <a:pt x="193" y="164"/>
                  <a:pt x="194" y="166"/>
                  <a:pt x="194" y="167"/>
                </a:cubicBezTo>
                <a:cubicBezTo>
                  <a:pt x="194" y="168"/>
                  <a:pt x="193" y="171"/>
                  <a:pt x="192" y="175"/>
                </a:cubicBezTo>
                <a:cubicBezTo>
                  <a:pt x="190" y="179"/>
                  <a:pt x="188" y="184"/>
                  <a:pt x="184" y="191"/>
                </a:cubicBezTo>
                <a:cubicBezTo>
                  <a:pt x="180" y="198"/>
                  <a:pt x="175" y="205"/>
                  <a:pt x="169" y="211"/>
                </a:cubicBezTo>
                <a:cubicBezTo>
                  <a:pt x="163" y="216"/>
                  <a:pt x="155" y="222"/>
                  <a:pt x="145" y="226"/>
                </a:cubicBezTo>
                <a:cubicBezTo>
                  <a:pt x="134" y="231"/>
                  <a:pt x="123" y="233"/>
                  <a:pt x="110" y="233"/>
                </a:cubicBezTo>
                <a:cubicBezTo>
                  <a:pt x="80" y="233"/>
                  <a:pt x="55" y="222"/>
                  <a:pt x="33" y="200"/>
                </a:cubicBezTo>
                <a:cubicBezTo>
                  <a:pt x="11" y="179"/>
                  <a:pt x="1" y="152"/>
                  <a:pt x="0" y="119"/>
                </a:cubicBezTo>
                <a:cubicBezTo>
                  <a:pt x="0" y="84"/>
                  <a:pt x="11" y="55"/>
                  <a:pt x="33" y="33"/>
                </a:cubicBezTo>
                <a:cubicBezTo>
                  <a:pt x="55" y="11"/>
                  <a:pt x="80" y="0"/>
                  <a:pt x="110" y="0"/>
                </a:cubicBezTo>
                <a:cubicBezTo>
                  <a:pt x="139" y="0"/>
                  <a:pt x="160" y="4"/>
                  <a:pt x="171" y="13"/>
                </a:cubicBezTo>
                <a:cubicBezTo>
                  <a:pt x="183" y="23"/>
                  <a:pt x="188" y="33"/>
                  <a:pt x="188" y="46"/>
                </a:cubicBezTo>
                <a:cubicBezTo>
                  <a:pt x="188" y="54"/>
                  <a:pt x="185" y="60"/>
                  <a:pt x="180" y="64"/>
                </a:cubicBezTo>
                <a:lnTo>
                  <a:pt x="171" y="7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126760" y="2436120"/>
            <a:ext cx="70560" cy="83880"/>
          </a:xfrm>
          <a:custGeom>
            <a:avLst/>
            <a:gdLst/>
            <a:ahLst/>
            <a:rect l="0" t="0" r="r" b="b"/>
            <a:pathLst>
              <a:path w="196" h="233">
                <a:moveTo>
                  <a:pt x="0" y="117"/>
                </a:moveTo>
                <a:cubicBezTo>
                  <a:pt x="0" y="99"/>
                  <a:pt x="3" y="82"/>
                  <a:pt x="10" y="66"/>
                </a:cubicBezTo>
                <a:cubicBezTo>
                  <a:pt x="17" y="50"/>
                  <a:pt x="25" y="38"/>
                  <a:pt x="35" y="29"/>
                </a:cubicBezTo>
                <a:cubicBezTo>
                  <a:pt x="45" y="19"/>
                  <a:pt x="56" y="12"/>
                  <a:pt x="68" y="7"/>
                </a:cubicBezTo>
                <a:cubicBezTo>
                  <a:pt x="80" y="3"/>
                  <a:pt x="91" y="0"/>
                  <a:pt x="102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1" y="15"/>
                  <a:pt x="171" y="23"/>
                  <a:pt x="178" y="34"/>
                </a:cubicBezTo>
                <a:cubicBezTo>
                  <a:pt x="184" y="45"/>
                  <a:pt x="189" y="56"/>
                  <a:pt x="192" y="67"/>
                </a:cubicBezTo>
                <a:cubicBezTo>
                  <a:pt x="194" y="78"/>
                  <a:pt x="196" y="90"/>
                  <a:pt x="196" y="103"/>
                </a:cubicBezTo>
                <a:cubicBezTo>
                  <a:pt x="196" y="106"/>
                  <a:pt x="195" y="108"/>
                  <a:pt x="193" y="110"/>
                </a:cubicBezTo>
                <a:lnTo>
                  <a:pt x="49" y="110"/>
                </a:lnTo>
                <a:lnTo>
                  <a:pt x="49" y="118"/>
                </a:lnTo>
                <a:cubicBezTo>
                  <a:pt x="49" y="168"/>
                  <a:pt x="66" y="198"/>
                  <a:pt x="101" y="209"/>
                </a:cubicBezTo>
                <a:cubicBezTo>
                  <a:pt x="108" y="211"/>
                  <a:pt x="115" y="212"/>
                  <a:pt x="123" y="212"/>
                </a:cubicBezTo>
                <a:cubicBezTo>
                  <a:pt x="137" y="212"/>
                  <a:pt x="149" y="207"/>
                  <a:pt x="159" y="196"/>
                </a:cubicBezTo>
                <a:cubicBezTo>
                  <a:pt x="165" y="190"/>
                  <a:pt x="170" y="183"/>
                  <a:pt x="173" y="175"/>
                </a:cubicBezTo>
                <a:lnTo>
                  <a:pt x="178" y="163"/>
                </a:lnTo>
                <a:cubicBezTo>
                  <a:pt x="179" y="162"/>
                  <a:pt x="182" y="161"/>
                  <a:pt x="186" y="161"/>
                </a:cubicBezTo>
                <a:lnTo>
                  <a:pt x="188" y="161"/>
                </a:lnTo>
                <a:cubicBezTo>
                  <a:pt x="193" y="161"/>
                  <a:pt x="196" y="163"/>
                  <a:pt x="196" y="166"/>
                </a:cubicBezTo>
                <a:cubicBezTo>
                  <a:pt x="196" y="167"/>
                  <a:pt x="196" y="170"/>
                  <a:pt x="195" y="173"/>
                </a:cubicBezTo>
                <a:cubicBezTo>
                  <a:pt x="188" y="191"/>
                  <a:pt x="178" y="206"/>
                  <a:pt x="163" y="217"/>
                </a:cubicBezTo>
                <a:cubicBezTo>
                  <a:pt x="148" y="227"/>
                  <a:pt x="131" y="233"/>
                  <a:pt x="113" y="233"/>
                </a:cubicBezTo>
                <a:cubicBezTo>
                  <a:pt x="80" y="233"/>
                  <a:pt x="53" y="221"/>
                  <a:pt x="32" y="198"/>
                </a:cubicBezTo>
                <a:cubicBezTo>
                  <a:pt x="11" y="175"/>
                  <a:pt x="0" y="148"/>
                  <a:pt x="0" y="117"/>
                </a:cubicBezTo>
                <a:moveTo>
                  <a:pt x="155" y="88"/>
                </a:moveTo>
                <a:cubicBezTo>
                  <a:pt x="151" y="44"/>
                  <a:pt x="135" y="21"/>
                  <a:pt x="107" y="18"/>
                </a:cubicBezTo>
                <a:lnTo>
                  <a:pt x="106" y="18"/>
                </a:lnTo>
                <a:cubicBezTo>
                  <a:pt x="103" y="18"/>
                  <a:pt x="100" y="19"/>
                  <a:pt x="98" y="19"/>
                </a:cubicBezTo>
                <a:cubicBezTo>
                  <a:pt x="95" y="19"/>
                  <a:pt x="90" y="21"/>
                  <a:pt x="84" y="23"/>
                </a:cubicBezTo>
                <a:cubicBezTo>
                  <a:pt x="78" y="25"/>
                  <a:pt x="73" y="29"/>
                  <a:pt x="69" y="34"/>
                </a:cubicBezTo>
                <a:cubicBezTo>
                  <a:pt x="65" y="38"/>
                  <a:pt x="62" y="45"/>
                  <a:pt x="58" y="54"/>
                </a:cubicBezTo>
                <a:cubicBezTo>
                  <a:pt x="54" y="63"/>
                  <a:pt x="51" y="75"/>
                  <a:pt x="50" y="89"/>
                </a:cubicBezTo>
                <a:lnTo>
                  <a:pt x="50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5257800" y="2389320"/>
            <a:ext cx="81360" cy="132480"/>
          </a:xfrm>
          <a:custGeom>
            <a:avLst/>
            <a:gdLst/>
            <a:ahLst/>
            <a:rect l="0" t="0" r="r" b="b"/>
            <a:pathLst>
              <a:path w="226" h="368">
                <a:moveTo>
                  <a:pt x="0" y="100"/>
                </a:moveTo>
                <a:cubicBezTo>
                  <a:pt x="0" y="72"/>
                  <a:pt x="10" y="48"/>
                  <a:pt x="29" y="29"/>
                </a:cubicBezTo>
                <a:cubicBezTo>
                  <a:pt x="48" y="10"/>
                  <a:pt x="71" y="0"/>
                  <a:pt x="96" y="0"/>
                </a:cubicBezTo>
                <a:lnTo>
                  <a:pt x="103" y="0"/>
                </a:lnTo>
                <a:cubicBezTo>
                  <a:pt x="132" y="0"/>
                  <a:pt x="157" y="11"/>
                  <a:pt x="178" y="32"/>
                </a:cubicBezTo>
                <a:lnTo>
                  <a:pt x="189" y="17"/>
                </a:lnTo>
                <a:cubicBezTo>
                  <a:pt x="190" y="14"/>
                  <a:pt x="192" y="12"/>
                  <a:pt x="194" y="9"/>
                </a:cubicBezTo>
                <a:cubicBezTo>
                  <a:pt x="196" y="6"/>
                  <a:pt x="197" y="4"/>
                  <a:pt x="199" y="2"/>
                </a:cubicBezTo>
                <a:lnTo>
                  <a:pt x="200" y="0"/>
                </a:lnTo>
                <a:cubicBezTo>
                  <a:pt x="201" y="0"/>
                  <a:pt x="201" y="0"/>
                  <a:pt x="202" y="0"/>
                </a:cubicBezTo>
                <a:cubicBezTo>
                  <a:pt x="203" y="0"/>
                  <a:pt x="204" y="0"/>
                  <a:pt x="205" y="0"/>
                </a:cubicBezTo>
                <a:lnTo>
                  <a:pt x="207" y="0"/>
                </a:lnTo>
                <a:cubicBezTo>
                  <a:pt x="208" y="0"/>
                  <a:pt x="210" y="1"/>
                  <a:pt x="212" y="3"/>
                </a:cubicBezTo>
                <a:lnTo>
                  <a:pt x="212" y="123"/>
                </a:lnTo>
                <a:lnTo>
                  <a:pt x="209" y="126"/>
                </a:lnTo>
                <a:lnTo>
                  <a:pt x="200" y="126"/>
                </a:lnTo>
                <a:cubicBezTo>
                  <a:pt x="196" y="126"/>
                  <a:pt x="194" y="125"/>
                  <a:pt x="193" y="124"/>
                </a:cubicBezTo>
                <a:cubicBezTo>
                  <a:pt x="193" y="123"/>
                  <a:pt x="192" y="120"/>
                  <a:pt x="191" y="114"/>
                </a:cubicBezTo>
                <a:cubicBezTo>
                  <a:pt x="185" y="72"/>
                  <a:pt x="168" y="43"/>
                  <a:pt x="140" y="30"/>
                </a:cubicBezTo>
                <a:cubicBezTo>
                  <a:pt x="127" y="24"/>
                  <a:pt x="115" y="22"/>
                  <a:pt x="102" y="22"/>
                </a:cubicBezTo>
                <a:cubicBezTo>
                  <a:pt x="84" y="22"/>
                  <a:pt x="69" y="28"/>
                  <a:pt x="57" y="40"/>
                </a:cubicBezTo>
                <a:cubicBezTo>
                  <a:pt x="46" y="52"/>
                  <a:pt x="41" y="66"/>
                  <a:pt x="41" y="82"/>
                </a:cubicBezTo>
                <a:cubicBezTo>
                  <a:pt x="41" y="94"/>
                  <a:pt x="44" y="104"/>
                  <a:pt x="49" y="114"/>
                </a:cubicBezTo>
                <a:cubicBezTo>
                  <a:pt x="55" y="123"/>
                  <a:pt x="63" y="131"/>
                  <a:pt x="75" y="136"/>
                </a:cubicBezTo>
                <a:cubicBezTo>
                  <a:pt x="78" y="138"/>
                  <a:pt x="92" y="142"/>
                  <a:pt x="118" y="148"/>
                </a:cubicBezTo>
                <a:cubicBezTo>
                  <a:pt x="144" y="155"/>
                  <a:pt x="158" y="159"/>
                  <a:pt x="160" y="161"/>
                </a:cubicBezTo>
                <a:cubicBezTo>
                  <a:pt x="180" y="168"/>
                  <a:pt x="195" y="181"/>
                  <a:pt x="207" y="199"/>
                </a:cubicBezTo>
                <a:cubicBezTo>
                  <a:pt x="220" y="216"/>
                  <a:pt x="226" y="237"/>
                  <a:pt x="226" y="261"/>
                </a:cubicBezTo>
                <a:cubicBezTo>
                  <a:pt x="226" y="288"/>
                  <a:pt x="217" y="313"/>
                  <a:pt x="200" y="335"/>
                </a:cubicBezTo>
                <a:cubicBezTo>
                  <a:pt x="182" y="356"/>
                  <a:pt x="158" y="368"/>
                  <a:pt x="126" y="368"/>
                </a:cubicBezTo>
                <a:cubicBezTo>
                  <a:pt x="107" y="368"/>
                  <a:pt x="90" y="365"/>
                  <a:pt x="75" y="359"/>
                </a:cubicBezTo>
                <a:cubicBezTo>
                  <a:pt x="59" y="354"/>
                  <a:pt x="49" y="348"/>
                  <a:pt x="43" y="344"/>
                </a:cubicBezTo>
                <a:lnTo>
                  <a:pt x="34" y="337"/>
                </a:lnTo>
                <a:cubicBezTo>
                  <a:pt x="33" y="338"/>
                  <a:pt x="30" y="342"/>
                  <a:pt x="26" y="347"/>
                </a:cubicBezTo>
                <a:cubicBezTo>
                  <a:pt x="23" y="352"/>
                  <a:pt x="19" y="356"/>
                  <a:pt x="16" y="361"/>
                </a:cubicBezTo>
                <a:cubicBezTo>
                  <a:pt x="13" y="365"/>
                  <a:pt x="12" y="368"/>
                  <a:pt x="12" y="368"/>
                </a:cubicBezTo>
                <a:cubicBezTo>
                  <a:pt x="11" y="368"/>
                  <a:pt x="9" y="368"/>
                  <a:pt x="7" y="368"/>
                </a:cubicBezTo>
                <a:lnTo>
                  <a:pt x="5" y="368"/>
                </a:lnTo>
                <a:cubicBezTo>
                  <a:pt x="4" y="368"/>
                  <a:pt x="2" y="367"/>
                  <a:pt x="0" y="365"/>
                </a:cubicBezTo>
                <a:lnTo>
                  <a:pt x="0" y="306"/>
                </a:lnTo>
                <a:cubicBezTo>
                  <a:pt x="0" y="266"/>
                  <a:pt x="0" y="246"/>
                  <a:pt x="1" y="245"/>
                </a:cubicBezTo>
                <a:cubicBezTo>
                  <a:pt x="1" y="243"/>
                  <a:pt x="5" y="243"/>
                  <a:pt x="11" y="243"/>
                </a:cubicBezTo>
                <a:lnTo>
                  <a:pt x="17" y="243"/>
                </a:lnTo>
                <a:cubicBezTo>
                  <a:pt x="19" y="245"/>
                  <a:pt x="20" y="247"/>
                  <a:pt x="20" y="249"/>
                </a:cubicBezTo>
                <a:cubicBezTo>
                  <a:pt x="20" y="260"/>
                  <a:pt x="22" y="270"/>
                  <a:pt x="25" y="281"/>
                </a:cubicBezTo>
                <a:cubicBezTo>
                  <a:pt x="29" y="291"/>
                  <a:pt x="35" y="302"/>
                  <a:pt x="43" y="312"/>
                </a:cubicBezTo>
                <a:cubicBezTo>
                  <a:pt x="51" y="322"/>
                  <a:pt x="62" y="330"/>
                  <a:pt x="77" y="336"/>
                </a:cubicBezTo>
                <a:cubicBezTo>
                  <a:pt x="91" y="342"/>
                  <a:pt x="108" y="345"/>
                  <a:pt x="128" y="345"/>
                </a:cubicBezTo>
                <a:cubicBezTo>
                  <a:pt x="143" y="345"/>
                  <a:pt x="157" y="339"/>
                  <a:pt x="169" y="326"/>
                </a:cubicBezTo>
                <a:cubicBezTo>
                  <a:pt x="180" y="313"/>
                  <a:pt x="186" y="297"/>
                  <a:pt x="186" y="279"/>
                </a:cubicBezTo>
                <a:cubicBezTo>
                  <a:pt x="186" y="264"/>
                  <a:pt x="182" y="251"/>
                  <a:pt x="175" y="239"/>
                </a:cubicBezTo>
                <a:cubicBezTo>
                  <a:pt x="167" y="228"/>
                  <a:pt x="157" y="220"/>
                  <a:pt x="145" y="215"/>
                </a:cubicBezTo>
                <a:cubicBezTo>
                  <a:pt x="126" y="210"/>
                  <a:pt x="114" y="207"/>
                  <a:pt x="108" y="206"/>
                </a:cubicBezTo>
                <a:cubicBezTo>
                  <a:pt x="106" y="205"/>
                  <a:pt x="102" y="204"/>
                  <a:pt x="94" y="203"/>
                </a:cubicBezTo>
                <a:cubicBezTo>
                  <a:pt x="87" y="201"/>
                  <a:pt x="81" y="200"/>
                  <a:pt x="78" y="199"/>
                </a:cubicBezTo>
                <a:cubicBezTo>
                  <a:pt x="74" y="198"/>
                  <a:pt x="68" y="196"/>
                  <a:pt x="60" y="193"/>
                </a:cubicBezTo>
                <a:cubicBezTo>
                  <a:pt x="53" y="190"/>
                  <a:pt x="48" y="187"/>
                  <a:pt x="44" y="184"/>
                </a:cubicBezTo>
                <a:cubicBezTo>
                  <a:pt x="40" y="180"/>
                  <a:pt x="35" y="176"/>
                  <a:pt x="29" y="172"/>
                </a:cubicBezTo>
                <a:cubicBezTo>
                  <a:pt x="23" y="167"/>
                  <a:pt x="19" y="161"/>
                  <a:pt x="15" y="154"/>
                </a:cubicBezTo>
                <a:cubicBezTo>
                  <a:pt x="5" y="137"/>
                  <a:pt x="0" y="119"/>
                  <a:pt x="0" y="10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355360" y="2436120"/>
            <a:ext cx="69480" cy="83880"/>
          </a:xfrm>
          <a:custGeom>
            <a:avLst/>
            <a:gdLst/>
            <a:ahLst/>
            <a:rect l="0" t="0" r="r" b="b"/>
            <a:pathLst>
              <a:path w="193" h="233">
                <a:moveTo>
                  <a:pt x="171" y="72"/>
                </a:moveTo>
                <a:cubicBezTo>
                  <a:pt x="171" y="72"/>
                  <a:pt x="167" y="72"/>
                  <a:pt x="160" y="72"/>
                </a:cubicBezTo>
                <a:cubicBezTo>
                  <a:pt x="153" y="72"/>
                  <a:pt x="147" y="70"/>
                  <a:pt x="142" y="64"/>
                </a:cubicBezTo>
                <a:cubicBezTo>
                  <a:pt x="137" y="59"/>
                  <a:pt x="134" y="53"/>
                  <a:pt x="134" y="45"/>
                </a:cubicBezTo>
                <a:cubicBezTo>
                  <a:pt x="134" y="38"/>
                  <a:pt x="136" y="31"/>
                  <a:pt x="141" y="26"/>
                </a:cubicBezTo>
                <a:cubicBezTo>
                  <a:pt x="143" y="24"/>
                  <a:pt x="144" y="23"/>
                  <a:pt x="144" y="23"/>
                </a:cubicBezTo>
                <a:cubicBezTo>
                  <a:pt x="144" y="23"/>
                  <a:pt x="142" y="22"/>
                  <a:pt x="139" y="22"/>
                </a:cubicBezTo>
                <a:cubicBezTo>
                  <a:pt x="130" y="21"/>
                  <a:pt x="122" y="20"/>
                  <a:pt x="114" y="20"/>
                </a:cubicBezTo>
                <a:cubicBezTo>
                  <a:pt x="97" y="20"/>
                  <a:pt x="84" y="25"/>
                  <a:pt x="73" y="36"/>
                </a:cubicBezTo>
                <a:cubicBezTo>
                  <a:pt x="58" y="52"/>
                  <a:pt x="50" y="79"/>
                  <a:pt x="50" y="117"/>
                </a:cubicBezTo>
                <a:cubicBezTo>
                  <a:pt x="50" y="144"/>
                  <a:pt x="55" y="166"/>
                  <a:pt x="65" y="182"/>
                </a:cubicBezTo>
                <a:cubicBezTo>
                  <a:pt x="79" y="202"/>
                  <a:pt x="98" y="213"/>
                  <a:pt x="121" y="213"/>
                </a:cubicBezTo>
                <a:cubicBezTo>
                  <a:pt x="135" y="213"/>
                  <a:pt x="146" y="208"/>
                  <a:pt x="154" y="199"/>
                </a:cubicBezTo>
                <a:cubicBezTo>
                  <a:pt x="163" y="191"/>
                  <a:pt x="169" y="180"/>
                  <a:pt x="173" y="168"/>
                </a:cubicBezTo>
                <a:cubicBezTo>
                  <a:pt x="173" y="165"/>
                  <a:pt x="174" y="164"/>
                  <a:pt x="175" y="163"/>
                </a:cubicBezTo>
                <a:cubicBezTo>
                  <a:pt x="176" y="162"/>
                  <a:pt x="179" y="162"/>
                  <a:pt x="183" y="162"/>
                </a:cubicBezTo>
                <a:lnTo>
                  <a:pt x="190" y="162"/>
                </a:lnTo>
                <a:cubicBezTo>
                  <a:pt x="192" y="164"/>
                  <a:pt x="193" y="166"/>
                  <a:pt x="193" y="167"/>
                </a:cubicBezTo>
                <a:cubicBezTo>
                  <a:pt x="193" y="168"/>
                  <a:pt x="193" y="171"/>
                  <a:pt x="191" y="175"/>
                </a:cubicBezTo>
                <a:cubicBezTo>
                  <a:pt x="190" y="179"/>
                  <a:pt x="187" y="184"/>
                  <a:pt x="183" y="191"/>
                </a:cubicBezTo>
                <a:cubicBezTo>
                  <a:pt x="179" y="198"/>
                  <a:pt x="174" y="205"/>
                  <a:pt x="169" y="211"/>
                </a:cubicBezTo>
                <a:cubicBezTo>
                  <a:pt x="163" y="216"/>
                  <a:pt x="155" y="222"/>
                  <a:pt x="144" y="226"/>
                </a:cubicBezTo>
                <a:cubicBezTo>
                  <a:pt x="134" y="231"/>
                  <a:pt x="122" y="233"/>
                  <a:pt x="109" y="233"/>
                </a:cubicBezTo>
                <a:cubicBezTo>
                  <a:pt x="80" y="233"/>
                  <a:pt x="55" y="222"/>
                  <a:pt x="34" y="200"/>
                </a:cubicBezTo>
                <a:cubicBezTo>
                  <a:pt x="12" y="179"/>
                  <a:pt x="0" y="152"/>
                  <a:pt x="0" y="119"/>
                </a:cubicBezTo>
                <a:cubicBezTo>
                  <a:pt x="0" y="84"/>
                  <a:pt x="12" y="55"/>
                  <a:pt x="34" y="33"/>
                </a:cubicBezTo>
                <a:cubicBezTo>
                  <a:pt x="55" y="11"/>
                  <a:pt x="81" y="0"/>
                  <a:pt x="110" y="0"/>
                </a:cubicBezTo>
                <a:cubicBezTo>
                  <a:pt x="139" y="0"/>
                  <a:pt x="159" y="4"/>
                  <a:pt x="171" y="13"/>
                </a:cubicBezTo>
                <a:cubicBezTo>
                  <a:pt x="182" y="23"/>
                  <a:pt x="188" y="33"/>
                  <a:pt x="188" y="46"/>
                </a:cubicBezTo>
                <a:cubicBezTo>
                  <a:pt x="188" y="54"/>
                  <a:pt x="185" y="60"/>
                  <a:pt x="179" y="64"/>
                </a:cubicBezTo>
                <a:lnTo>
                  <a:pt x="171" y="7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434920" y="2436120"/>
            <a:ext cx="81000" cy="83520"/>
          </a:xfrm>
          <a:custGeom>
            <a:avLst/>
            <a:gdLst/>
            <a:ahLst/>
            <a:rect l="0" t="0" r="r" b="b"/>
            <a:pathLst>
              <a:path w="225" h="232">
                <a:moveTo>
                  <a:pt x="0" y="119"/>
                </a:moveTo>
                <a:cubicBezTo>
                  <a:pt x="0" y="87"/>
                  <a:pt x="11" y="59"/>
                  <a:pt x="33" y="35"/>
                </a:cubicBezTo>
                <a:cubicBezTo>
                  <a:pt x="55" y="12"/>
                  <a:pt x="81" y="0"/>
                  <a:pt x="112" y="0"/>
                </a:cubicBezTo>
                <a:cubicBezTo>
                  <a:pt x="143" y="0"/>
                  <a:pt x="169" y="11"/>
                  <a:pt x="192" y="34"/>
                </a:cubicBezTo>
                <a:cubicBezTo>
                  <a:pt x="214" y="58"/>
                  <a:pt x="225" y="86"/>
                  <a:pt x="225" y="119"/>
                </a:cubicBezTo>
                <a:cubicBezTo>
                  <a:pt x="225" y="151"/>
                  <a:pt x="214" y="178"/>
                  <a:pt x="193" y="199"/>
                </a:cubicBezTo>
                <a:cubicBezTo>
                  <a:pt x="170" y="221"/>
                  <a:pt x="144" y="232"/>
                  <a:pt x="112" y="232"/>
                </a:cubicBezTo>
                <a:cubicBezTo>
                  <a:pt x="80" y="232"/>
                  <a:pt x="53" y="221"/>
                  <a:pt x="32" y="198"/>
                </a:cubicBezTo>
                <a:cubicBezTo>
                  <a:pt x="11" y="176"/>
                  <a:pt x="0" y="149"/>
                  <a:pt x="0" y="119"/>
                </a:cubicBezTo>
                <a:moveTo>
                  <a:pt x="112" y="212"/>
                </a:moveTo>
                <a:cubicBezTo>
                  <a:pt x="154" y="212"/>
                  <a:pt x="174" y="185"/>
                  <a:pt x="174" y="130"/>
                </a:cubicBezTo>
                <a:lnTo>
                  <a:pt x="174" y="114"/>
                </a:lnTo>
                <a:lnTo>
                  <a:pt x="174" y="101"/>
                </a:lnTo>
                <a:cubicBezTo>
                  <a:pt x="174" y="93"/>
                  <a:pt x="174" y="87"/>
                  <a:pt x="174" y="82"/>
                </a:cubicBezTo>
                <a:cubicBezTo>
                  <a:pt x="173" y="76"/>
                  <a:pt x="172" y="70"/>
                  <a:pt x="170" y="62"/>
                </a:cubicBezTo>
                <a:cubicBezTo>
                  <a:pt x="168" y="55"/>
                  <a:pt x="165" y="49"/>
                  <a:pt x="162" y="43"/>
                </a:cubicBezTo>
                <a:cubicBezTo>
                  <a:pt x="159" y="39"/>
                  <a:pt x="153" y="34"/>
                  <a:pt x="146" y="29"/>
                </a:cubicBezTo>
                <a:cubicBezTo>
                  <a:pt x="139" y="24"/>
                  <a:pt x="131" y="21"/>
                  <a:pt x="121" y="19"/>
                </a:cubicBezTo>
                <a:cubicBezTo>
                  <a:pt x="120" y="19"/>
                  <a:pt x="117" y="18"/>
                  <a:pt x="113" y="18"/>
                </a:cubicBezTo>
                <a:cubicBezTo>
                  <a:pt x="103" y="18"/>
                  <a:pt x="94" y="21"/>
                  <a:pt x="85" y="25"/>
                </a:cubicBezTo>
                <a:cubicBezTo>
                  <a:pt x="70" y="32"/>
                  <a:pt x="61" y="42"/>
                  <a:pt x="56" y="56"/>
                </a:cubicBezTo>
                <a:cubicBezTo>
                  <a:pt x="52" y="70"/>
                  <a:pt x="50" y="85"/>
                  <a:pt x="50" y="103"/>
                </a:cubicBezTo>
                <a:lnTo>
                  <a:pt x="50" y="113"/>
                </a:lnTo>
                <a:cubicBezTo>
                  <a:pt x="50" y="145"/>
                  <a:pt x="53" y="168"/>
                  <a:pt x="59" y="181"/>
                </a:cubicBezTo>
                <a:cubicBezTo>
                  <a:pt x="70" y="202"/>
                  <a:pt x="88" y="212"/>
                  <a:pt x="112" y="21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524560" y="2437200"/>
            <a:ext cx="63000" cy="80640"/>
          </a:xfrm>
          <a:custGeom>
            <a:avLst/>
            <a:gdLst/>
            <a:ahLst/>
            <a:rect l="0" t="0" r="r" b="b"/>
            <a:pathLst>
              <a:path w="175" h="224">
                <a:moveTo>
                  <a:pt x="8" y="201"/>
                </a:moveTo>
                <a:lnTo>
                  <a:pt x="15" y="201"/>
                </a:lnTo>
                <a:cubicBezTo>
                  <a:pt x="28" y="201"/>
                  <a:pt x="36" y="199"/>
                  <a:pt x="39" y="194"/>
                </a:cubicBezTo>
                <a:lnTo>
                  <a:pt x="39" y="190"/>
                </a:lnTo>
                <a:cubicBezTo>
                  <a:pt x="39" y="187"/>
                  <a:pt x="39" y="183"/>
                  <a:pt x="39" y="178"/>
                </a:cubicBezTo>
                <a:cubicBezTo>
                  <a:pt x="39" y="174"/>
                  <a:pt x="39" y="168"/>
                  <a:pt x="39" y="163"/>
                </a:cubicBezTo>
                <a:cubicBezTo>
                  <a:pt x="40" y="157"/>
                  <a:pt x="40" y="150"/>
                  <a:pt x="39" y="143"/>
                </a:cubicBezTo>
                <a:cubicBezTo>
                  <a:pt x="39" y="135"/>
                  <a:pt x="39" y="128"/>
                  <a:pt x="39" y="122"/>
                </a:cubicBezTo>
                <a:cubicBezTo>
                  <a:pt x="39" y="111"/>
                  <a:pt x="39" y="100"/>
                  <a:pt x="39" y="88"/>
                </a:cubicBezTo>
                <a:cubicBezTo>
                  <a:pt x="39" y="76"/>
                  <a:pt x="39" y="67"/>
                  <a:pt x="39" y="58"/>
                </a:cubicBezTo>
                <a:lnTo>
                  <a:pt x="39" y="47"/>
                </a:lnTo>
                <a:cubicBezTo>
                  <a:pt x="38" y="40"/>
                  <a:pt x="35" y="36"/>
                  <a:pt x="32" y="34"/>
                </a:cubicBezTo>
                <a:cubicBezTo>
                  <a:pt x="28" y="31"/>
                  <a:pt x="20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5"/>
                  <a:pt x="1" y="5"/>
                </a:cubicBezTo>
                <a:lnTo>
                  <a:pt x="6" y="5"/>
                </a:lnTo>
                <a:cubicBezTo>
                  <a:pt x="9" y="5"/>
                  <a:pt x="14" y="4"/>
                  <a:pt x="20" y="4"/>
                </a:cubicBezTo>
                <a:cubicBezTo>
                  <a:pt x="26" y="4"/>
                  <a:pt x="32" y="3"/>
                  <a:pt x="38" y="3"/>
                </a:cubicBezTo>
                <a:cubicBezTo>
                  <a:pt x="44" y="3"/>
                  <a:pt x="50" y="2"/>
                  <a:pt x="56" y="2"/>
                </a:cubicBezTo>
                <a:cubicBezTo>
                  <a:pt x="62" y="1"/>
                  <a:pt x="67" y="1"/>
                  <a:pt x="71" y="0"/>
                </a:cubicBezTo>
                <a:cubicBezTo>
                  <a:pt x="74" y="0"/>
                  <a:pt x="76" y="-1"/>
                  <a:pt x="76" y="0"/>
                </a:cubicBezTo>
                <a:lnTo>
                  <a:pt x="78" y="0"/>
                </a:lnTo>
                <a:lnTo>
                  <a:pt x="78" y="36"/>
                </a:lnTo>
                <a:cubicBezTo>
                  <a:pt x="91" y="12"/>
                  <a:pt x="107" y="0"/>
                  <a:pt x="127" y="0"/>
                </a:cubicBezTo>
                <a:lnTo>
                  <a:pt x="130" y="0"/>
                </a:lnTo>
                <a:cubicBezTo>
                  <a:pt x="146" y="0"/>
                  <a:pt x="157" y="4"/>
                  <a:pt x="164" y="11"/>
                </a:cubicBezTo>
                <a:cubicBezTo>
                  <a:pt x="171" y="19"/>
                  <a:pt x="175" y="27"/>
                  <a:pt x="175" y="36"/>
                </a:cubicBezTo>
                <a:cubicBezTo>
                  <a:pt x="175" y="43"/>
                  <a:pt x="173" y="49"/>
                  <a:pt x="168" y="54"/>
                </a:cubicBezTo>
                <a:cubicBezTo>
                  <a:pt x="164" y="59"/>
                  <a:pt x="157" y="61"/>
                  <a:pt x="149" y="61"/>
                </a:cubicBezTo>
                <a:cubicBezTo>
                  <a:pt x="141" y="61"/>
                  <a:pt x="133" y="59"/>
                  <a:pt x="129" y="53"/>
                </a:cubicBezTo>
                <a:cubicBezTo>
                  <a:pt x="125" y="48"/>
                  <a:pt x="123" y="42"/>
                  <a:pt x="123" y="36"/>
                </a:cubicBezTo>
                <a:cubicBezTo>
                  <a:pt x="123" y="33"/>
                  <a:pt x="123" y="29"/>
                  <a:pt x="124" y="27"/>
                </a:cubicBezTo>
                <a:cubicBezTo>
                  <a:pt x="124" y="25"/>
                  <a:pt x="125" y="23"/>
                  <a:pt x="126" y="21"/>
                </a:cubicBezTo>
                <a:cubicBezTo>
                  <a:pt x="127" y="19"/>
                  <a:pt x="128" y="19"/>
                  <a:pt x="128" y="19"/>
                </a:cubicBezTo>
                <a:cubicBezTo>
                  <a:pt x="127" y="18"/>
                  <a:pt x="123" y="19"/>
                  <a:pt x="116" y="21"/>
                </a:cubicBezTo>
                <a:cubicBezTo>
                  <a:pt x="111" y="23"/>
                  <a:pt x="107" y="26"/>
                  <a:pt x="104" y="28"/>
                </a:cubicBezTo>
                <a:cubicBezTo>
                  <a:pt x="88" y="44"/>
                  <a:pt x="80" y="74"/>
                  <a:pt x="80" y="120"/>
                </a:cubicBezTo>
                <a:lnTo>
                  <a:pt x="80" y="146"/>
                </a:lnTo>
                <a:cubicBezTo>
                  <a:pt x="80" y="151"/>
                  <a:pt x="80" y="155"/>
                  <a:pt x="80" y="160"/>
                </a:cubicBezTo>
                <a:cubicBezTo>
                  <a:pt x="80" y="165"/>
                  <a:pt x="80" y="169"/>
                  <a:pt x="80" y="173"/>
                </a:cubicBezTo>
                <a:cubicBezTo>
                  <a:pt x="80" y="177"/>
                  <a:pt x="80" y="181"/>
                  <a:pt x="81" y="183"/>
                </a:cubicBezTo>
                <a:cubicBezTo>
                  <a:pt x="81" y="186"/>
                  <a:pt x="81" y="189"/>
                  <a:pt x="81" y="191"/>
                </a:cubicBezTo>
                <a:lnTo>
                  <a:pt x="81" y="193"/>
                </a:lnTo>
                <a:cubicBezTo>
                  <a:pt x="81" y="194"/>
                  <a:pt x="82" y="195"/>
                  <a:pt x="82" y="195"/>
                </a:cubicBezTo>
                <a:cubicBezTo>
                  <a:pt x="83" y="196"/>
                  <a:pt x="84" y="197"/>
                  <a:pt x="85" y="197"/>
                </a:cubicBezTo>
                <a:cubicBezTo>
                  <a:pt x="86" y="197"/>
                  <a:pt x="87" y="198"/>
                  <a:pt x="87" y="198"/>
                </a:cubicBezTo>
                <a:cubicBezTo>
                  <a:pt x="88" y="199"/>
                  <a:pt x="89" y="200"/>
                  <a:pt x="91" y="200"/>
                </a:cubicBezTo>
                <a:cubicBezTo>
                  <a:pt x="93" y="200"/>
                  <a:pt x="94" y="200"/>
                  <a:pt x="94" y="200"/>
                </a:cubicBezTo>
                <a:cubicBezTo>
                  <a:pt x="95" y="200"/>
                  <a:pt x="97" y="201"/>
                  <a:pt x="99" y="201"/>
                </a:cubicBezTo>
                <a:cubicBezTo>
                  <a:pt x="101" y="201"/>
                  <a:pt x="103" y="201"/>
                  <a:pt x="104" y="201"/>
                </a:cubicBezTo>
                <a:cubicBezTo>
                  <a:pt x="104" y="201"/>
                  <a:pt x="106" y="201"/>
                  <a:pt x="109" y="201"/>
                </a:cubicBezTo>
                <a:cubicBezTo>
                  <a:pt x="111" y="201"/>
                  <a:pt x="113" y="201"/>
                  <a:pt x="114" y="201"/>
                </a:cubicBezTo>
                <a:lnTo>
                  <a:pt x="129" y="201"/>
                </a:lnTo>
                <a:lnTo>
                  <a:pt x="129" y="224"/>
                </a:lnTo>
                <a:lnTo>
                  <a:pt x="125" y="224"/>
                </a:lnTo>
                <a:cubicBezTo>
                  <a:pt x="119" y="223"/>
                  <a:pt x="97" y="223"/>
                  <a:pt x="61" y="223"/>
                </a:cubicBezTo>
                <a:cubicBezTo>
                  <a:pt x="26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597280" y="243612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7"/>
                </a:moveTo>
                <a:cubicBezTo>
                  <a:pt x="0" y="99"/>
                  <a:pt x="4" y="82"/>
                  <a:pt x="10" y="66"/>
                </a:cubicBezTo>
                <a:cubicBezTo>
                  <a:pt x="17" y="50"/>
                  <a:pt x="25" y="38"/>
                  <a:pt x="36" y="29"/>
                </a:cubicBezTo>
                <a:cubicBezTo>
                  <a:pt x="46" y="19"/>
                  <a:pt x="57" y="12"/>
                  <a:pt x="68" y="7"/>
                </a:cubicBezTo>
                <a:cubicBezTo>
                  <a:pt x="80" y="3"/>
                  <a:pt x="91" y="0"/>
                  <a:pt x="102" y="0"/>
                </a:cubicBezTo>
                <a:cubicBezTo>
                  <a:pt x="120" y="0"/>
                  <a:pt x="135" y="3"/>
                  <a:pt x="148" y="9"/>
                </a:cubicBezTo>
                <a:cubicBezTo>
                  <a:pt x="162" y="15"/>
                  <a:pt x="171" y="23"/>
                  <a:pt x="178" y="34"/>
                </a:cubicBezTo>
                <a:cubicBezTo>
                  <a:pt x="185" y="45"/>
                  <a:pt x="190" y="56"/>
                  <a:pt x="192" y="67"/>
                </a:cubicBezTo>
                <a:cubicBezTo>
                  <a:pt x="195" y="78"/>
                  <a:pt x="196" y="90"/>
                  <a:pt x="197" y="103"/>
                </a:cubicBezTo>
                <a:cubicBezTo>
                  <a:pt x="197" y="106"/>
                  <a:pt x="196" y="108"/>
                  <a:pt x="193" y="110"/>
                </a:cubicBezTo>
                <a:lnTo>
                  <a:pt x="50" y="110"/>
                </a:lnTo>
                <a:lnTo>
                  <a:pt x="50" y="118"/>
                </a:lnTo>
                <a:cubicBezTo>
                  <a:pt x="50" y="168"/>
                  <a:pt x="67" y="198"/>
                  <a:pt x="100" y="209"/>
                </a:cubicBezTo>
                <a:cubicBezTo>
                  <a:pt x="107" y="211"/>
                  <a:pt x="114" y="212"/>
                  <a:pt x="122" y="212"/>
                </a:cubicBezTo>
                <a:cubicBezTo>
                  <a:pt x="137" y="212"/>
                  <a:pt x="149" y="207"/>
                  <a:pt x="160" y="196"/>
                </a:cubicBezTo>
                <a:cubicBezTo>
                  <a:pt x="166" y="190"/>
                  <a:pt x="170" y="183"/>
                  <a:pt x="174" y="175"/>
                </a:cubicBezTo>
                <a:lnTo>
                  <a:pt x="179" y="163"/>
                </a:lnTo>
                <a:cubicBezTo>
                  <a:pt x="180" y="162"/>
                  <a:pt x="182" y="161"/>
                  <a:pt x="187" y="161"/>
                </a:cubicBezTo>
                <a:lnTo>
                  <a:pt x="188" y="161"/>
                </a:lnTo>
                <a:cubicBezTo>
                  <a:pt x="194" y="161"/>
                  <a:pt x="197" y="163"/>
                  <a:pt x="197" y="166"/>
                </a:cubicBezTo>
                <a:cubicBezTo>
                  <a:pt x="197" y="167"/>
                  <a:pt x="196" y="170"/>
                  <a:pt x="195" y="173"/>
                </a:cubicBezTo>
                <a:cubicBezTo>
                  <a:pt x="189" y="191"/>
                  <a:pt x="178" y="206"/>
                  <a:pt x="163" y="217"/>
                </a:cubicBezTo>
                <a:cubicBezTo>
                  <a:pt x="148" y="227"/>
                  <a:pt x="131" y="233"/>
                  <a:pt x="112" y="233"/>
                </a:cubicBezTo>
                <a:cubicBezTo>
                  <a:pt x="80" y="233"/>
                  <a:pt x="54" y="221"/>
                  <a:pt x="32" y="198"/>
                </a:cubicBezTo>
                <a:cubicBezTo>
                  <a:pt x="11" y="175"/>
                  <a:pt x="0" y="148"/>
                  <a:pt x="0" y="117"/>
                </a:cubicBezTo>
                <a:moveTo>
                  <a:pt x="155" y="88"/>
                </a:moveTo>
                <a:cubicBezTo>
                  <a:pt x="152" y="44"/>
                  <a:pt x="135" y="21"/>
                  <a:pt x="106" y="18"/>
                </a:cubicBezTo>
                <a:lnTo>
                  <a:pt x="105" y="18"/>
                </a:lnTo>
                <a:cubicBezTo>
                  <a:pt x="103" y="18"/>
                  <a:pt x="100" y="19"/>
                  <a:pt x="97" y="19"/>
                </a:cubicBezTo>
                <a:cubicBezTo>
                  <a:pt x="95" y="19"/>
                  <a:pt x="90" y="21"/>
                  <a:pt x="85" y="23"/>
                </a:cubicBezTo>
                <a:cubicBezTo>
                  <a:pt x="79" y="25"/>
                  <a:pt x="74" y="29"/>
                  <a:pt x="70" y="34"/>
                </a:cubicBezTo>
                <a:cubicBezTo>
                  <a:pt x="66" y="38"/>
                  <a:pt x="62" y="45"/>
                  <a:pt x="58" y="54"/>
                </a:cubicBezTo>
                <a:cubicBezTo>
                  <a:pt x="55" y="63"/>
                  <a:pt x="52" y="75"/>
                  <a:pt x="50" y="89"/>
                </a:cubicBezTo>
                <a:lnTo>
                  <a:pt x="50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5733720" y="2450880"/>
            <a:ext cx="121680" cy="42840"/>
          </a:xfrm>
          <a:custGeom>
            <a:avLst/>
            <a:gdLst/>
            <a:ahLst/>
            <a:rect l="0" t="0" r="r" b="b"/>
            <a:pathLst>
              <a:path w="338" h="119">
                <a:moveTo>
                  <a:pt x="0" y="10"/>
                </a:moveTo>
                <a:cubicBezTo>
                  <a:pt x="0" y="5"/>
                  <a:pt x="3" y="2"/>
                  <a:pt x="7" y="0"/>
                </a:cubicBezTo>
                <a:lnTo>
                  <a:pt x="330" y="0"/>
                </a:lnTo>
                <a:cubicBezTo>
                  <a:pt x="335" y="2"/>
                  <a:pt x="338" y="6"/>
                  <a:pt x="338" y="10"/>
                </a:cubicBezTo>
                <a:cubicBezTo>
                  <a:pt x="338" y="14"/>
                  <a:pt x="336" y="17"/>
                  <a:pt x="331" y="19"/>
                </a:cubicBezTo>
                <a:lnTo>
                  <a:pt x="170" y="20"/>
                </a:lnTo>
                <a:lnTo>
                  <a:pt x="8" y="20"/>
                </a:lnTo>
                <a:cubicBezTo>
                  <a:pt x="3" y="18"/>
                  <a:pt x="0" y="15"/>
                  <a:pt x="0" y="10"/>
                </a:cubicBezTo>
                <a:moveTo>
                  <a:pt x="0" y="109"/>
                </a:moveTo>
                <a:cubicBezTo>
                  <a:pt x="0" y="104"/>
                  <a:pt x="3" y="101"/>
                  <a:pt x="8" y="99"/>
                </a:cubicBezTo>
                <a:lnTo>
                  <a:pt x="331" y="99"/>
                </a:lnTo>
                <a:cubicBezTo>
                  <a:pt x="336" y="102"/>
                  <a:pt x="338" y="106"/>
                  <a:pt x="338" y="109"/>
                </a:cubicBezTo>
                <a:cubicBezTo>
                  <a:pt x="338" y="113"/>
                  <a:pt x="335" y="117"/>
                  <a:pt x="330" y="119"/>
                </a:cubicBezTo>
                <a:lnTo>
                  <a:pt x="7" y="119"/>
                </a:lnTo>
                <a:cubicBezTo>
                  <a:pt x="3" y="117"/>
                  <a:pt x="0" y="113"/>
                  <a:pt x="0" y="1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5931000" y="2396520"/>
            <a:ext cx="63000" cy="121320"/>
          </a:xfrm>
          <a:custGeom>
            <a:avLst/>
            <a:gdLst/>
            <a:ahLst/>
            <a:rect l="0" t="0" r="r" b="b"/>
            <a:pathLst>
              <a:path w="175" h="337">
                <a:moveTo>
                  <a:pt x="66" y="44"/>
                </a:moveTo>
                <a:lnTo>
                  <a:pt x="60" y="47"/>
                </a:lnTo>
                <a:cubicBezTo>
                  <a:pt x="55" y="48"/>
                  <a:pt x="48" y="50"/>
                  <a:pt x="39" y="52"/>
                </a:cubicBezTo>
                <a:cubicBezTo>
                  <a:pt x="30" y="53"/>
                  <a:pt x="20" y="54"/>
                  <a:pt x="9" y="55"/>
                </a:cubicBezTo>
                <a:lnTo>
                  <a:pt x="0" y="55"/>
                </a:lnTo>
                <a:lnTo>
                  <a:pt x="0" y="32"/>
                </a:lnTo>
                <a:lnTo>
                  <a:pt x="9" y="32"/>
                </a:lnTo>
                <a:cubicBezTo>
                  <a:pt x="25" y="31"/>
                  <a:pt x="40" y="29"/>
                  <a:pt x="54" y="24"/>
                </a:cubicBezTo>
                <a:cubicBezTo>
                  <a:pt x="68" y="20"/>
                  <a:pt x="77" y="16"/>
                  <a:pt x="83" y="12"/>
                </a:cubicBezTo>
                <a:cubicBezTo>
                  <a:pt x="88" y="8"/>
                  <a:pt x="93" y="5"/>
                  <a:pt x="97" y="1"/>
                </a:cubicBezTo>
                <a:cubicBezTo>
                  <a:pt x="97" y="0"/>
                  <a:pt x="99" y="0"/>
                  <a:pt x="103" y="0"/>
                </a:cubicBezTo>
                <a:cubicBezTo>
                  <a:pt x="106" y="0"/>
                  <a:pt x="109" y="1"/>
                  <a:pt x="111" y="3"/>
                </a:cubicBezTo>
                <a:lnTo>
                  <a:pt x="111" y="154"/>
                </a:lnTo>
                <a:lnTo>
                  <a:pt x="112" y="306"/>
                </a:lnTo>
                <a:cubicBezTo>
                  <a:pt x="114" y="309"/>
                  <a:pt x="116" y="310"/>
                  <a:pt x="118" y="311"/>
                </a:cubicBezTo>
                <a:cubicBezTo>
                  <a:pt x="120" y="312"/>
                  <a:pt x="124" y="312"/>
                  <a:pt x="130" y="313"/>
                </a:cubicBezTo>
                <a:cubicBezTo>
                  <a:pt x="137" y="314"/>
                  <a:pt x="147" y="314"/>
                  <a:pt x="161" y="314"/>
                </a:cubicBezTo>
                <a:lnTo>
                  <a:pt x="175" y="314"/>
                </a:lnTo>
                <a:lnTo>
                  <a:pt x="175" y="337"/>
                </a:lnTo>
                <a:lnTo>
                  <a:pt x="169" y="337"/>
                </a:lnTo>
                <a:cubicBezTo>
                  <a:pt x="162" y="336"/>
                  <a:pt x="135" y="336"/>
                  <a:pt x="89" y="336"/>
                </a:cubicBezTo>
                <a:cubicBezTo>
                  <a:pt x="42" y="336"/>
                  <a:pt x="15" y="336"/>
                  <a:pt x="8" y="337"/>
                </a:cubicBezTo>
                <a:lnTo>
                  <a:pt x="2" y="337"/>
                </a:lnTo>
                <a:lnTo>
                  <a:pt x="2" y="314"/>
                </a:lnTo>
                <a:lnTo>
                  <a:pt x="15" y="314"/>
                </a:lnTo>
                <a:cubicBezTo>
                  <a:pt x="23" y="314"/>
                  <a:pt x="29" y="314"/>
                  <a:pt x="35" y="314"/>
                </a:cubicBezTo>
                <a:cubicBezTo>
                  <a:pt x="40" y="314"/>
                  <a:pt x="44" y="314"/>
                  <a:pt x="48" y="314"/>
                </a:cubicBezTo>
                <a:cubicBezTo>
                  <a:pt x="51" y="313"/>
                  <a:pt x="54" y="313"/>
                  <a:pt x="56" y="312"/>
                </a:cubicBezTo>
                <a:cubicBezTo>
                  <a:pt x="59" y="311"/>
                  <a:pt x="60" y="311"/>
                  <a:pt x="60" y="311"/>
                </a:cubicBezTo>
                <a:cubicBezTo>
                  <a:pt x="61" y="311"/>
                  <a:pt x="62" y="310"/>
                  <a:pt x="63" y="308"/>
                </a:cubicBezTo>
                <a:cubicBezTo>
                  <a:pt x="65" y="307"/>
                  <a:pt x="66" y="306"/>
                  <a:pt x="66" y="306"/>
                </a:cubicBezTo>
                <a:lnTo>
                  <a:pt x="66" y="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6013800" y="2396520"/>
            <a:ext cx="77040" cy="125280"/>
          </a:xfrm>
          <a:custGeom>
            <a:avLst/>
            <a:gdLst/>
            <a:ahLst/>
            <a:rect l="0" t="0" r="r" b="b"/>
            <a:pathLst>
              <a:path w="214" h="348">
                <a:moveTo>
                  <a:pt x="29" y="41"/>
                </a:moveTo>
                <a:cubicBezTo>
                  <a:pt x="48" y="13"/>
                  <a:pt x="74" y="0"/>
                  <a:pt x="106" y="0"/>
                </a:cubicBezTo>
                <a:cubicBezTo>
                  <a:pt x="123" y="0"/>
                  <a:pt x="139" y="4"/>
                  <a:pt x="156" y="13"/>
                </a:cubicBezTo>
                <a:cubicBezTo>
                  <a:pt x="172" y="21"/>
                  <a:pt x="185" y="37"/>
                  <a:pt x="195" y="59"/>
                </a:cubicBezTo>
                <a:cubicBezTo>
                  <a:pt x="208" y="87"/>
                  <a:pt x="214" y="127"/>
                  <a:pt x="214" y="175"/>
                </a:cubicBezTo>
                <a:cubicBezTo>
                  <a:pt x="214" y="228"/>
                  <a:pt x="207" y="268"/>
                  <a:pt x="192" y="295"/>
                </a:cubicBezTo>
                <a:cubicBezTo>
                  <a:pt x="186" y="309"/>
                  <a:pt x="176" y="321"/>
                  <a:pt x="165" y="329"/>
                </a:cubicBezTo>
                <a:cubicBezTo>
                  <a:pt x="153" y="338"/>
                  <a:pt x="141" y="343"/>
                  <a:pt x="133" y="345"/>
                </a:cubicBezTo>
                <a:cubicBezTo>
                  <a:pt x="124" y="347"/>
                  <a:pt x="115" y="348"/>
                  <a:pt x="107" y="348"/>
                </a:cubicBezTo>
                <a:cubicBezTo>
                  <a:pt x="98" y="348"/>
                  <a:pt x="89" y="347"/>
                  <a:pt x="81" y="345"/>
                </a:cubicBezTo>
                <a:cubicBezTo>
                  <a:pt x="72" y="343"/>
                  <a:pt x="62" y="338"/>
                  <a:pt x="50" y="329"/>
                </a:cubicBezTo>
                <a:cubicBezTo>
                  <a:pt x="38" y="320"/>
                  <a:pt x="29" y="309"/>
                  <a:pt x="22" y="295"/>
                </a:cubicBezTo>
                <a:cubicBezTo>
                  <a:pt x="8" y="268"/>
                  <a:pt x="0" y="228"/>
                  <a:pt x="0" y="175"/>
                </a:cubicBezTo>
                <a:cubicBezTo>
                  <a:pt x="0" y="117"/>
                  <a:pt x="10" y="71"/>
                  <a:pt x="29" y="41"/>
                </a:cubicBezTo>
                <a:moveTo>
                  <a:pt x="143" y="34"/>
                </a:moveTo>
                <a:cubicBezTo>
                  <a:pt x="133" y="24"/>
                  <a:pt x="121" y="18"/>
                  <a:pt x="107" y="18"/>
                </a:cubicBezTo>
                <a:cubicBezTo>
                  <a:pt x="93" y="18"/>
                  <a:pt x="81" y="24"/>
                  <a:pt x="71" y="34"/>
                </a:cubicBezTo>
                <a:cubicBezTo>
                  <a:pt x="62" y="43"/>
                  <a:pt x="57" y="55"/>
                  <a:pt x="54" y="71"/>
                </a:cubicBezTo>
                <a:cubicBezTo>
                  <a:pt x="51" y="86"/>
                  <a:pt x="50" y="120"/>
                  <a:pt x="50" y="169"/>
                </a:cubicBezTo>
                <a:cubicBezTo>
                  <a:pt x="50" y="222"/>
                  <a:pt x="51" y="257"/>
                  <a:pt x="54" y="274"/>
                </a:cubicBezTo>
                <a:cubicBezTo>
                  <a:pt x="57" y="291"/>
                  <a:pt x="63" y="304"/>
                  <a:pt x="72" y="314"/>
                </a:cubicBezTo>
                <a:cubicBezTo>
                  <a:pt x="81" y="324"/>
                  <a:pt x="93" y="329"/>
                  <a:pt x="107" y="329"/>
                </a:cubicBezTo>
                <a:cubicBezTo>
                  <a:pt x="120" y="329"/>
                  <a:pt x="132" y="324"/>
                  <a:pt x="141" y="314"/>
                </a:cubicBezTo>
                <a:cubicBezTo>
                  <a:pt x="152" y="304"/>
                  <a:pt x="158" y="290"/>
                  <a:pt x="161" y="272"/>
                </a:cubicBezTo>
                <a:cubicBezTo>
                  <a:pt x="163" y="253"/>
                  <a:pt x="164" y="219"/>
                  <a:pt x="165" y="169"/>
                </a:cubicBezTo>
                <a:cubicBezTo>
                  <a:pt x="165" y="120"/>
                  <a:pt x="163" y="87"/>
                  <a:pt x="161" y="71"/>
                </a:cubicBezTo>
                <a:cubicBezTo>
                  <a:pt x="158" y="56"/>
                  <a:pt x="152" y="44"/>
                  <a:pt x="143" y="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6104880" y="2396520"/>
            <a:ext cx="77040" cy="125280"/>
          </a:xfrm>
          <a:custGeom>
            <a:avLst/>
            <a:gdLst/>
            <a:ahLst/>
            <a:rect l="0" t="0" r="r" b="b"/>
            <a:pathLst>
              <a:path w="214" h="348">
                <a:moveTo>
                  <a:pt x="29" y="41"/>
                </a:moveTo>
                <a:cubicBezTo>
                  <a:pt x="48" y="13"/>
                  <a:pt x="74" y="0"/>
                  <a:pt x="106" y="0"/>
                </a:cubicBezTo>
                <a:cubicBezTo>
                  <a:pt x="123" y="0"/>
                  <a:pt x="140" y="4"/>
                  <a:pt x="156" y="13"/>
                </a:cubicBezTo>
                <a:cubicBezTo>
                  <a:pt x="172" y="21"/>
                  <a:pt x="185" y="37"/>
                  <a:pt x="195" y="59"/>
                </a:cubicBezTo>
                <a:cubicBezTo>
                  <a:pt x="208" y="87"/>
                  <a:pt x="214" y="127"/>
                  <a:pt x="214" y="175"/>
                </a:cubicBezTo>
                <a:cubicBezTo>
                  <a:pt x="214" y="228"/>
                  <a:pt x="207" y="268"/>
                  <a:pt x="192" y="295"/>
                </a:cubicBezTo>
                <a:cubicBezTo>
                  <a:pt x="185" y="309"/>
                  <a:pt x="176" y="321"/>
                  <a:pt x="164" y="329"/>
                </a:cubicBezTo>
                <a:cubicBezTo>
                  <a:pt x="153" y="338"/>
                  <a:pt x="142" y="343"/>
                  <a:pt x="134" y="345"/>
                </a:cubicBezTo>
                <a:cubicBezTo>
                  <a:pt x="125" y="347"/>
                  <a:pt x="116" y="348"/>
                  <a:pt x="107" y="348"/>
                </a:cubicBezTo>
                <a:cubicBezTo>
                  <a:pt x="98" y="348"/>
                  <a:pt x="89" y="347"/>
                  <a:pt x="80" y="345"/>
                </a:cubicBezTo>
                <a:cubicBezTo>
                  <a:pt x="72" y="343"/>
                  <a:pt x="61" y="338"/>
                  <a:pt x="50" y="329"/>
                </a:cubicBezTo>
                <a:cubicBezTo>
                  <a:pt x="38" y="320"/>
                  <a:pt x="29" y="309"/>
                  <a:pt x="22" y="295"/>
                </a:cubicBezTo>
                <a:cubicBezTo>
                  <a:pt x="7" y="268"/>
                  <a:pt x="0" y="228"/>
                  <a:pt x="0" y="175"/>
                </a:cubicBezTo>
                <a:cubicBezTo>
                  <a:pt x="0" y="117"/>
                  <a:pt x="10" y="71"/>
                  <a:pt x="29" y="41"/>
                </a:cubicBezTo>
                <a:moveTo>
                  <a:pt x="144" y="34"/>
                </a:moveTo>
                <a:cubicBezTo>
                  <a:pt x="134" y="24"/>
                  <a:pt x="122" y="18"/>
                  <a:pt x="107" y="18"/>
                </a:cubicBezTo>
                <a:cubicBezTo>
                  <a:pt x="93" y="18"/>
                  <a:pt x="80" y="24"/>
                  <a:pt x="70" y="34"/>
                </a:cubicBezTo>
                <a:cubicBezTo>
                  <a:pt x="62" y="43"/>
                  <a:pt x="56" y="55"/>
                  <a:pt x="54" y="71"/>
                </a:cubicBezTo>
                <a:cubicBezTo>
                  <a:pt x="51" y="86"/>
                  <a:pt x="50" y="120"/>
                  <a:pt x="50" y="169"/>
                </a:cubicBezTo>
                <a:cubicBezTo>
                  <a:pt x="50" y="222"/>
                  <a:pt x="51" y="257"/>
                  <a:pt x="54" y="274"/>
                </a:cubicBezTo>
                <a:cubicBezTo>
                  <a:pt x="56" y="291"/>
                  <a:pt x="62" y="304"/>
                  <a:pt x="72" y="314"/>
                </a:cubicBezTo>
                <a:cubicBezTo>
                  <a:pt x="81" y="324"/>
                  <a:pt x="93" y="329"/>
                  <a:pt x="107" y="329"/>
                </a:cubicBezTo>
                <a:cubicBezTo>
                  <a:pt x="121" y="329"/>
                  <a:pt x="133" y="324"/>
                  <a:pt x="142" y="314"/>
                </a:cubicBezTo>
                <a:cubicBezTo>
                  <a:pt x="152" y="304"/>
                  <a:pt x="158" y="290"/>
                  <a:pt x="160" y="272"/>
                </a:cubicBezTo>
                <a:cubicBezTo>
                  <a:pt x="163" y="253"/>
                  <a:pt x="164" y="219"/>
                  <a:pt x="164" y="169"/>
                </a:cubicBezTo>
                <a:cubicBezTo>
                  <a:pt x="164" y="120"/>
                  <a:pt x="163" y="87"/>
                  <a:pt x="160" y="71"/>
                </a:cubicBezTo>
                <a:cubicBezTo>
                  <a:pt x="158" y="56"/>
                  <a:pt x="152" y="44"/>
                  <a:pt x="144" y="3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6256080" y="2428200"/>
            <a:ext cx="88200" cy="88200"/>
          </a:xfrm>
          <a:custGeom>
            <a:avLst/>
            <a:gdLst/>
            <a:ahLst/>
            <a:rect l="0" t="0" r="r" b="b"/>
            <a:pathLst>
              <a:path w="245" h="245">
                <a:moveTo>
                  <a:pt x="245" y="235"/>
                </a:moveTo>
                <a:cubicBezTo>
                  <a:pt x="245" y="241"/>
                  <a:pt x="241" y="245"/>
                  <a:pt x="234" y="245"/>
                </a:cubicBezTo>
                <a:cubicBezTo>
                  <a:pt x="233" y="245"/>
                  <a:pt x="229" y="242"/>
                  <a:pt x="223" y="237"/>
                </a:cubicBezTo>
                <a:cubicBezTo>
                  <a:pt x="218" y="231"/>
                  <a:pt x="202" y="216"/>
                  <a:pt x="176" y="190"/>
                </a:cubicBezTo>
                <a:lnTo>
                  <a:pt x="123" y="136"/>
                </a:lnTo>
                <a:lnTo>
                  <a:pt x="70" y="190"/>
                </a:lnTo>
                <a:cubicBezTo>
                  <a:pt x="33" y="225"/>
                  <a:pt x="15" y="243"/>
                  <a:pt x="14" y="244"/>
                </a:cubicBezTo>
                <a:cubicBezTo>
                  <a:pt x="13" y="244"/>
                  <a:pt x="11" y="245"/>
                  <a:pt x="10" y="245"/>
                </a:cubicBezTo>
                <a:cubicBezTo>
                  <a:pt x="8" y="245"/>
                  <a:pt x="5" y="244"/>
                  <a:pt x="3" y="242"/>
                </a:cubicBezTo>
                <a:cubicBezTo>
                  <a:pt x="1" y="240"/>
                  <a:pt x="0" y="237"/>
                  <a:pt x="0" y="235"/>
                </a:cubicBezTo>
                <a:cubicBezTo>
                  <a:pt x="0" y="232"/>
                  <a:pt x="2" y="229"/>
                  <a:pt x="7" y="223"/>
                </a:cubicBezTo>
                <a:cubicBezTo>
                  <a:pt x="12" y="218"/>
                  <a:pt x="27" y="202"/>
                  <a:pt x="54" y="174"/>
                </a:cubicBezTo>
                <a:lnTo>
                  <a:pt x="108" y="122"/>
                </a:lnTo>
                <a:lnTo>
                  <a:pt x="54" y="69"/>
                </a:lnTo>
                <a:cubicBezTo>
                  <a:pt x="27" y="42"/>
                  <a:pt x="11" y="26"/>
                  <a:pt x="7" y="21"/>
                </a:cubicBezTo>
                <a:cubicBezTo>
                  <a:pt x="3" y="17"/>
                  <a:pt x="0" y="13"/>
                  <a:pt x="0" y="10"/>
                </a:cubicBezTo>
                <a:cubicBezTo>
                  <a:pt x="0" y="7"/>
                  <a:pt x="1" y="5"/>
                  <a:pt x="3" y="3"/>
                </a:cubicBezTo>
                <a:cubicBezTo>
                  <a:pt x="5" y="1"/>
                  <a:pt x="7" y="1"/>
                  <a:pt x="10" y="1"/>
                </a:cubicBezTo>
                <a:cubicBezTo>
                  <a:pt x="12" y="1"/>
                  <a:pt x="13" y="1"/>
                  <a:pt x="14" y="1"/>
                </a:cubicBezTo>
                <a:cubicBezTo>
                  <a:pt x="15" y="2"/>
                  <a:pt x="33" y="20"/>
                  <a:pt x="70" y="55"/>
                </a:cubicBezTo>
                <a:lnTo>
                  <a:pt x="123" y="108"/>
                </a:lnTo>
                <a:lnTo>
                  <a:pt x="176" y="55"/>
                </a:lnTo>
                <a:cubicBezTo>
                  <a:pt x="202" y="29"/>
                  <a:pt x="218" y="14"/>
                  <a:pt x="223" y="8"/>
                </a:cubicBezTo>
                <a:cubicBezTo>
                  <a:pt x="229" y="3"/>
                  <a:pt x="233" y="0"/>
                  <a:pt x="234" y="0"/>
                </a:cubicBezTo>
                <a:cubicBezTo>
                  <a:pt x="241" y="0"/>
                  <a:pt x="245" y="3"/>
                  <a:pt x="245" y="10"/>
                </a:cubicBezTo>
                <a:cubicBezTo>
                  <a:pt x="245" y="13"/>
                  <a:pt x="243" y="16"/>
                  <a:pt x="240" y="19"/>
                </a:cubicBezTo>
                <a:cubicBezTo>
                  <a:pt x="237" y="23"/>
                  <a:pt x="220" y="39"/>
                  <a:pt x="190" y="69"/>
                </a:cubicBezTo>
                <a:lnTo>
                  <a:pt x="138" y="122"/>
                </a:lnTo>
                <a:lnTo>
                  <a:pt x="190" y="175"/>
                </a:lnTo>
                <a:cubicBezTo>
                  <a:pt x="219" y="204"/>
                  <a:pt x="235" y="221"/>
                  <a:pt x="239" y="225"/>
                </a:cubicBezTo>
                <a:cubicBezTo>
                  <a:pt x="243" y="229"/>
                  <a:pt x="245" y="233"/>
                  <a:pt x="245" y="23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6428520" y="2381040"/>
            <a:ext cx="43920" cy="182520"/>
          </a:xfrm>
          <a:custGeom>
            <a:avLst/>
            <a:gdLst/>
            <a:ahLst/>
            <a:rect l="0" t="0" r="r" b="b"/>
            <a:pathLst>
              <a:path w="122" h="507">
                <a:moveTo>
                  <a:pt x="0" y="254"/>
                </a:moveTo>
                <a:cubicBezTo>
                  <a:pt x="0" y="231"/>
                  <a:pt x="1" y="209"/>
                  <a:pt x="5" y="187"/>
                </a:cubicBezTo>
                <a:cubicBezTo>
                  <a:pt x="8" y="166"/>
                  <a:pt x="12" y="148"/>
                  <a:pt x="16" y="133"/>
                </a:cubicBezTo>
                <a:cubicBezTo>
                  <a:pt x="21" y="117"/>
                  <a:pt x="27" y="103"/>
                  <a:pt x="35" y="88"/>
                </a:cubicBezTo>
                <a:cubicBezTo>
                  <a:pt x="43" y="74"/>
                  <a:pt x="50" y="62"/>
                  <a:pt x="54" y="54"/>
                </a:cubicBezTo>
                <a:cubicBezTo>
                  <a:pt x="59" y="46"/>
                  <a:pt x="66" y="37"/>
                  <a:pt x="76" y="28"/>
                </a:cubicBezTo>
                <a:cubicBezTo>
                  <a:pt x="86" y="18"/>
                  <a:pt x="92" y="13"/>
                  <a:pt x="93" y="11"/>
                </a:cubicBezTo>
                <a:cubicBezTo>
                  <a:pt x="95" y="9"/>
                  <a:pt x="99" y="5"/>
                  <a:pt x="106" y="0"/>
                </a:cubicBezTo>
                <a:lnTo>
                  <a:pt x="112" y="0"/>
                </a:lnTo>
                <a:lnTo>
                  <a:pt x="114" y="0"/>
                </a:lnTo>
                <a:cubicBezTo>
                  <a:pt x="119" y="0"/>
                  <a:pt x="122" y="2"/>
                  <a:pt x="122" y="5"/>
                </a:cubicBezTo>
                <a:cubicBezTo>
                  <a:pt x="122" y="6"/>
                  <a:pt x="119" y="9"/>
                  <a:pt x="113" y="15"/>
                </a:cubicBezTo>
                <a:cubicBezTo>
                  <a:pt x="107" y="21"/>
                  <a:pt x="100" y="30"/>
                  <a:pt x="92" y="42"/>
                </a:cubicBezTo>
                <a:cubicBezTo>
                  <a:pt x="84" y="54"/>
                  <a:pt x="75" y="68"/>
                  <a:pt x="66" y="86"/>
                </a:cubicBezTo>
                <a:cubicBezTo>
                  <a:pt x="58" y="103"/>
                  <a:pt x="51" y="126"/>
                  <a:pt x="45" y="155"/>
                </a:cubicBezTo>
                <a:cubicBezTo>
                  <a:pt x="39" y="185"/>
                  <a:pt x="37" y="218"/>
                  <a:pt x="37" y="254"/>
                </a:cubicBezTo>
                <a:cubicBezTo>
                  <a:pt x="37" y="290"/>
                  <a:pt x="39" y="322"/>
                  <a:pt x="45" y="351"/>
                </a:cubicBezTo>
                <a:cubicBezTo>
                  <a:pt x="51" y="380"/>
                  <a:pt x="58" y="403"/>
                  <a:pt x="66" y="421"/>
                </a:cubicBezTo>
                <a:cubicBezTo>
                  <a:pt x="74" y="439"/>
                  <a:pt x="82" y="454"/>
                  <a:pt x="92" y="465"/>
                </a:cubicBezTo>
                <a:cubicBezTo>
                  <a:pt x="100" y="476"/>
                  <a:pt x="107" y="485"/>
                  <a:pt x="113" y="492"/>
                </a:cubicBezTo>
                <a:cubicBezTo>
                  <a:pt x="119" y="498"/>
                  <a:pt x="122" y="502"/>
                  <a:pt x="122" y="502"/>
                </a:cubicBezTo>
                <a:cubicBezTo>
                  <a:pt x="122" y="505"/>
                  <a:pt x="119" y="507"/>
                  <a:pt x="114" y="507"/>
                </a:cubicBezTo>
                <a:lnTo>
                  <a:pt x="112" y="507"/>
                </a:lnTo>
                <a:lnTo>
                  <a:pt x="106" y="507"/>
                </a:lnTo>
                <a:lnTo>
                  <a:pt x="92" y="495"/>
                </a:lnTo>
                <a:cubicBezTo>
                  <a:pt x="59" y="466"/>
                  <a:pt x="36" y="430"/>
                  <a:pt x="21" y="387"/>
                </a:cubicBezTo>
                <a:cubicBezTo>
                  <a:pt x="7" y="345"/>
                  <a:pt x="0" y="300"/>
                  <a:pt x="0" y="25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497280" y="2396520"/>
            <a:ext cx="63000" cy="121320"/>
          </a:xfrm>
          <a:custGeom>
            <a:avLst/>
            <a:gdLst/>
            <a:ahLst/>
            <a:rect l="0" t="0" r="r" b="b"/>
            <a:pathLst>
              <a:path w="175" h="337">
                <a:moveTo>
                  <a:pt x="67" y="44"/>
                </a:moveTo>
                <a:lnTo>
                  <a:pt x="60" y="47"/>
                </a:lnTo>
                <a:cubicBezTo>
                  <a:pt x="55" y="48"/>
                  <a:pt x="49" y="50"/>
                  <a:pt x="40" y="52"/>
                </a:cubicBezTo>
                <a:cubicBezTo>
                  <a:pt x="30" y="53"/>
                  <a:pt x="20" y="54"/>
                  <a:pt x="9" y="55"/>
                </a:cubicBezTo>
                <a:lnTo>
                  <a:pt x="0" y="55"/>
                </a:lnTo>
                <a:lnTo>
                  <a:pt x="0" y="32"/>
                </a:lnTo>
                <a:lnTo>
                  <a:pt x="9" y="32"/>
                </a:lnTo>
                <a:cubicBezTo>
                  <a:pt x="25" y="31"/>
                  <a:pt x="41" y="29"/>
                  <a:pt x="54" y="24"/>
                </a:cubicBezTo>
                <a:cubicBezTo>
                  <a:pt x="68" y="20"/>
                  <a:pt x="77" y="16"/>
                  <a:pt x="83" y="12"/>
                </a:cubicBezTo>
                <a:cubicBezTo>
                  <a:pt x="88" y="8"/>
                  <a:pt x="93" y="5"/>
                  <a:pt x="97" y="1"/>
                </a:cubicBezTo>
                <a:cubicBezTo>
                  <a:pt x="98" y="0"/>
                  <a:pt x="100" y="0"/>
                  <a:pt x="103" y="0"/>
                </a:cubicBezTo>
                <a:cubicBezTo>
                  <a:pt x="106" y="0"/>
                  <a:pt x="109" y="1"/>
                  <a:pt x="112" y="3"/>
                </a:cubicBezTo>
                <a:lnTo>
                  <a:pt x="112" y="154"/>
                </a:lnTo>
                <a:lnTo>
                  <a:pt x="112" y="306"/>
                </a:lnTo>
                <a:cubicBezTo>
                  <a:pt x="114" y="309"/>
                  <a:pt x="116" y="310"/>
                  <a:pt x="118" y="311"/>
                </a:cubicBezTo>
                <a:cubicBezTo>
                  <a:pt x="120" y="312"/>
                  <a:pt x="124" y="312"/>
                  <a:pt x="130" y="313"/>
                </a:cubicBezTo>
                <a:cubicBezTo>
                  <a:pt x="137" y="314"/>
                  <a:pt x="147" y="314"/>
                  <a:pt x="162" y="314"/>
                </a:cubicBezTo>
                <a:lnTo>
                  <a:pt x="175" y="314"/>
                </a:lnTo>
                <a:lnTo>
                  <a:pt x="175" y="337"/>
                </a:lnTo>
                <a:lnTo>
                  <a:pt x="169" y="337"/>
                </a:lnTo>
                <a:cubicBezTo>
                  <a:pt x="162" y="336"/>
                  <a:pt x="135" y="336"/>
                  <a:pt x="89" y="336"/>
                </a:cubicBezTo>
                <a:cubicBezTo>
                  <a:pt x="43" y="336"/>
                  <a:pt x="16" y="336"/>
                  <a:pt x="8" y="337"/>
                </a:cubicBezTo>
                <a:lnTo>
                  <a:pt x="2" y="337"/>
                </a:lnTo>
                <a:lnTo>
                  <a:pt x="2" y="314"/>
                </a:lnTo>
                <a:lnTo>
                  <a:pt x="16" y="314"/>
                </a:lnTo>
                <a:cubicBezTo>
                  <a:pt x="23" y="314"/>
                  <a:pt x="29" y="314"/>
                  <a:pt x="36" y="314"/>
                </a:cubicBezTo>
                <a:cubicBezTo>
                  <a:pt x="41" y="314"/>
                  <a:pt x="45" y="314"/>
                  <a:pt x="48" y="314"/>
                </a:cubicBezTo>
                <a:cubicBezTo>
                  <a:pt x="51" y="313"/>
                  <a:pt x="54" y="313"/>
                  <a:pt x="56" y="312"/>
                </a:cubicBezTo>
                <a:cubicBezTo>
                  <a:pt x="59" y="311"/>
                  <a:pt x="60" y="311"/>
                  <a:pt x="60" y="311"/>
                </a:cubicBezTo>
                <a:cubicBezTo>
                  <a:pt x="61" y="311"/>
                  <a:pt x="62" y="310"/>
                  <a:pt x="64" y="308"/>
                </a:cubicBezTo>
                <a:cubicBezTo>
                  <a:pt x="65" y="307"/>
                  <a:pt x="66" y="306"/>
                  <a:pt x="67" y="306"/>
                </a:cubicBezTo>
                <a:lnTo>
                  <a:pt x="67" y="44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628680" y="2468520"/>
            <a:ext cx="111600" cy="7560"/>
          </a:xfrm>
          <a:custGeom>
            <a:avLst/>
            <a:gdLst/>
            <a:ahLst/>
            <a:rect l="0" t="0" r="r" b="b"/>
            <a:pathLst>
              <a:path w="310" h="21">
                <a:moveTo>
                  <a:pt x="8" y="0"/>
                </a:moveTo>
                <a:lnTo>
                  <a:pt x="302" y="0"/>
                </a:lnTo>
                <a:cubicBezTo>
                  <a:pt x="307" y="2"/>
                  <a:pt x="310" y="6"/>
                  <a:pt x="310" y="10"/>
                </a:cubicBezTo>
                <a:cubicBezTo>
                  <a:pt x="310" y="15"/>
                  <a:pt x="307" y="18"/>
                  <a:pt x="302" y="21"/>
                </a:cubicBezTo>
                <a:lnTo>
                  <a:pt x="8" y="21"/>
                </a:lnTo>
                <a:cubicBezTo>
                  <a:pt x="3" y="19"/>
                  <a:pt x="0" y="15"/>
                  <a:pt x="0" y="10"/>
                </a:cubicBezTo>
                <a:cubicBezTo>
                  <a:pt x="0" y="6"/>
                  <a:pt x="3" y="2"/>
                  <a:pt x="8" y="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805800" y="2389320"/>
            <a:ext cx="123840" cy="132480"/>
          </a:xfrm>
          <a:custGeom>
            <a:avLst/>
            <a:gdLst/>
            <a:ahLst/>
            <a:rect l="0" t="0" r="r" b="b"/>
            <a:pathLst>
              <a:path w="344" h="368">
                <a:moveTo>
                  <a:pt x="0" y="184"/>
                </a:moveTo>
                <a:cubicBezTo>
                  <a:pt x="0" y="155"/>
                  <a:pt x="6" y="128"/>
                  <a:pt x="17" y="103"/>
                </a:cubicBezTo>
                <a:cubicBezTo>
                  <a:pt x="28" y="79"/>
                  <a:pt x="42" y="60"/>
                  <a:pt x="60" y="45"/>
                </a:cubicBezTo>
                <a:cubicBezTo>
                  <a:pt x="77" y="31"/>
                  <a:pt x="96" y="20"/>
                  <a:pt x="115" y="12"/>
                </a:cubicBezTo>
                <a:cubicBezTo>
                  <a:pt x="135" y="4"/>
                  <a:pt x="153" y="0"/>
                  <a:pt x="170" y="0"/>
                </a:cubicBezTo>
                <a:cubicBezTo>
                  <a:pt x="171" y="0"/>
                  <a:pt x="173" y="0"/>
                  <a:pt x="175" y="0"/>
                </a:cubicBezTo>
                <a:cubicBezTo>
                  <a:pt x="177" y="0"/>
                  <a:pt x="178" y="0"/>
                  <a:pt x="179" y="0"/>
                </a:cubicBezTo>
                <a:cubicBezTo>
                  <a:pt x="210" y="0"/>
                  <a:pt x="237" y="12"/>
                  <a:pt x="260" y="35"/>
                </a:cubicBezTo>
                <a:lnTo>
                  <a:pt x="267" y="41"/>
                </a:lnTo>
                <a:lnTo>
                  <a:pt x="282" y="21"/>
                </a:lnTo>
                <a:cubicBezTo>
                  <a:pt x="291" y="9"/>
                  <a:pt x="296" y="2"/>
                  <a:pt x="298" y="0"/>
                </a:cubicBezTo>
                <a:cubicBezTo>
                  <a:pt x="298" y="0"/>
                  <a:pt x="299" y="0"/>
                  <a:pt x="300" y="0"/>
                </a:cubicBezTo>
                <a:cubicBezTo>
                  <a:pt x="301" y="0"/>
                  <a:pt x="302" y="0"/>
                  <a:pt x="303" y="0"/>
                </a:cubicBezTo>
                <a:lnTo>
                  <a:pt x="305" y="0"/>
                </a:lnTo>
                <a:cubicBezTo>
                  <a:pt x="306" y="0"/>
                  <a:pt x="307" y="1"/>
                  <a:pt x="309" y="3"/>
                </a:cubicBezTo>
                <a:lnTo>
                  <a:pt x="309" y="144"/>
                </a:lnTo>
                <a:lnTo>
                  <a:pt x="306" y="147"/>
                </a:lnTo>
                <a:lnTo>
                  <a:pt x="289" y="147"/>
                </a:lnTo>
                <a:cubicBezTo>
                  <a:pt x="287" y="145"/>
                  <a:pt x="286" y="143"/>
                  <a:pt x="286" y="139"/>
                </a:cubicBezTo>
                <a:cubicBezTo>
                  <a:pt x="283" y="111"/>
                  <a:pt x="275" y="87"/>
                  <a:pt x="261" y="67"/>
                </a:cubicBezTo>
                <a:cubicBezTo>
                  <a:pt x="248" y="47"/>
                  <a:pt x="232" y="34"/>
                  <a:pt x="213" y="27"/>
                </a:cubicBezTo>
                <a:cubicBezTo>
                  <a:pt x="207" y="25"/>
                  <a:pt x="199" y="24"/>
                  <a:pt x="188" y="24"/>
                </a:cubicBezTo>
                <a:cubicBezTo>
                  <a:pt x="180" y="24"/>
                  <a:pt x="171" y="24"/>
                  <a:pt x="163" y="26"/>
                </a:cubicBezTo>
                <a:cubicBezTo>
                  <a:pt x="154" y="27"/>
                  <a:pt x="144" y="31"/>
                  <a:pt x="131" y="36"/>
                </a:cubicBezTo>
                <a:cubicBezTo>
                  <a:pt x="120" y="42"/>
                  <a:pt x="109" y="49"/>
                  <a:pt x="100" y="57"/>
                </a:cubicBezTo>
                <a:cubicBezTo>
                  <a:pt x="91" y="65"/>
                  <a:pt x="83" y="77"/>
                  <a:pt x="75" y="94"/>
                </a:cubicBezTo>
                <a:cubicBezTo>
                  <a:pt x="68" y="110"/>
                  <a:pt x="63" y="129"/>
                  <a:pt x="61" y="148"/>
                </a:cubicBezTo>
                <a:cubicBezTo>
                  <a:pt x="60" y="164"/>
                  <a:pt x="59" y="176"/>
                  <a:pt x="59" y="188"/>
                </a:cubicBezTo>
                <a:cubicBezTo>
                  <a:pt x="59" y="214"/>
                  <a:pt x="62" y="236"/>
                  <a:pt x="69" y="256"/>
                </a:cubicBezTo>
                <a:cubicBezTo>
                  <a:pt x="75" y="275"/>
                  <a:pt x="83" y="290"/>
                  <a:pt x="92" y="301"/>
                </a:cubicBezTo>
                <a:cubicBezTo>
                  <a:pt x="101" y="312"/>
                  <a:pt x="112" y="321"/>
                  <a:pt x="124" y="328"/>
                </a:cubicBezTo>
                <a:cubicBezTo>
                  <a:pt x="138" y="335"/>
                  <a:pt x="149" y="340"/>
                  <a:pt x="160" y="342"/>
                </a:cubicBezTo>
                <a:cubicBezTo>
                  <a:pt x="170" y="344"/>
                  <a:pt x="181" y="345"/>
                  <a:pt x="191" y="345"/>
                </a:cubicBezTo>
                <a:cubicBezTo>
                  <a:pt x="206" y="345"/>
                  <a:pt x="220" y="342"/>
                  <a:pt x="232" y="335"/>
                </a:cubicBezTo>
                <a:cubicBezTo>
                  <a:pt x="244" y="327"/>
                  <a:pt x="252" y="318"/>
                  <a:pt x="255" y="307"/>
                </a:cubicBezTo>
                <a:cubicBezTo>
                  <a:pt x="256" y="303"/>
                  <a:pt x="257" y="293"/>
                  <a:pt x="257" y="276"/>
                </a:cubicBezTo>
                <a:lnTo>
                  <a:pt x="257" y="250"/>
                </a:lnTo>
                <a:cubicBezTo>
                  <a:pt x="257" y="250"/>
                  <a:pt x="256" y="249"/>
                  <a:pt x="254" y="248"/>
                </a:cubicBezTo>
                <a:cubicBezTo>
                  <a:pt x="253" y="247"/>
                  <a:pt x="252" y="246"/>
                  <a:pt x="251" y="246"/>
                </a:cubicBezTo>
                <a:cubicBezTo>
                  <a:pt x="251" y="246"/>
                  <a:pt x="249" y="245"/>
                  <a:pt x="247" y="245"/>
                </a:cubicBezTo>
                <a:cubicBezTo>
                  <a:pt x="244" y="244"/>
                  <a:pt x="242" y="244"/>
                  <a:pt x="239" y="244"/>
                </a:cubicBezTo>
                <a:cubicBezTo>
                  <a:pt x="236" y="244"/>
                  <a:pt x="232" y="243"/>
                  <a:pt x="227" y="243"/>
                </a:cubicBezTo>
                <a:cubicBezTo>
                  <a:pt x="221" y="243"/>
                  <a:pt x="215" y="243"/>
                  <a:pt x="207" y="243"/>
                </a:cubicBezTo>
                <a:lnTo>
                  <a:pt x="194" y="243"/>
                </a:lnTo>
                <a:lnTo>
                  <a:pt x="194" y="219"/>
                </a:lnTo>
                <a:lnTo>
                  <a:pt x="200" y="219"/>
                </a:lnTo>
                <a:lnTo>
                  <a:pt x="281" y="221"/>
                </a:lnTo>
                <a:cubicBezTo>
                  <a:pt x="316" y="221"/>
                  <a:pt x="336" y="220"/>
                  <a:pt x="340" y="219"/>
                </a:cubicBezTo>
                <a:lnTo>
                  <a:pt x="344" y="219"/>
                </a:lnTo>
                <a:lnTo>
                  <a:pt x="344" y="243"/>
                </a:lnTo>
                <a:lnTo>
                  <a:pt x="337" y="243"/>
                </a:lnTo>
                <a:cubicBezTo>
                  <a:pt x="321" y="243"/>
                  <a:pt x="312" y="245"/>
                  <a:pt x="310" y="249"/>
                </a:cubicBezTo>
                <a:cubicBezTo>
                  <a:pt x="310" y="250"/>
                  <a:pt x="309" y="268"/>
                  <a:pt x="309" y="303"/>
                </a:cubicBezTo>
                <a:lnTo>
                  <a:pt x="309" y="354"/>
                </a:lnTo>
                <a:cubicBezTo>
                  <a:pt x="307" y="356"/>
                  <a:pt x="306" y="357"/>
                  <a:pt x="305" y="357"/>
                </a:cubicBezTo>
                <a:cubicBezTo>
                  <a:pt x="304" y="357"/>
                  <a:pt x="301" y="356"/>
                  <a:pt x="296" y="352"/>
                </a:cubicBezTo>
                <a:cubicBezTo>
                  <a:pt x="288" y="347"/>
                  <a:pt x="282" y="342"/>
                  <a:pt x="276" y="336"/>
                </a:cubicBezTo>
                <a:lnTo>
                  <a:pt x="270" y="330"/>
                </a:lnTo>
                <a:cubicBezTo>
                  <a:pt x="264" y="339"/>
                  <a:pt x="253" y="348"/>
                  <a:pt x="238" y="356"/>
                </a:cubicBezTo>
                <a:cubicBezTo>
                  <a:pt x="222" y="364"/>
                  <a:pt x="202" y="368"/>
                  <a:pt x="178" y="368"/>
                </a:cubicBezTo>
                <a:cubicBezTo>
                  <a:pt x="148" y="368"/>
                  <a:pt x="119" y="361"/>
                  <a:pt x="92" y="346"/>
                </a:cubicBezTo>
                <a:cubicBezTo>
                  <a:pt x="65" y="331"/>
                  <a:pt x="44" y="310"/>
                  <a:pt x="26" y="281"/>
                </a:cubicBezTo>
                <a:cubicBezTo>
                  <a:pt x="9" y="252"/>
                  <a:pt x="0" y="220"/>
                  <a:pt x="0" y="184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6943320" y="2395800"/>
            <a:ext cx="42120" cy="122040"/>
          </a:xfrm>
          <a:custGeom>
            <a:avLst/>
            <a:gdLst/>
            <a:ahLst/>
            <a:rect l="0" t="0" r="r" b="b"/>
            <a:pathLst>
              <a:path w="117" h="339">
                <a:moveTo>
                  <a:pt x="22" y="30"/>
                </a:moveTo>
                <a:cubicBezTo>
                  <a:pt x="22" y="21"/>
                  <a:pt x="25" y="14"/>
                  <a:pt x="31" y="8"/>
                </a:cubicBezTo>
                <a:cubicBezTo>
                  <a:pt x="37" y="3"/>
                  <a:pt x="44" y="0"/>
                  <a:pt x="53" y="0"/>
                </a:cubicBezTo>
                <a:cubicBezTo>
                  <a:pt x="61" y="1"/>
                  <a:pt x="67" y="4"/>
                  <a:pt x="73" y="9"/>
                </a:cubicBezTo>
                <a:cubicBezTo>
                  <a:pt x="79" y="14"/>
                  <a:pt x="82" y="21"/>
                  <a:pt x="82" y="30"/>
                </a:cubicBezTo>
                <a:cubicBezTo>
                  <a:pt x="82" y="40"/>
                  <a:pt x="79" y="48"/>
                  <a:pt x="73" y="53"/>
                </a:cubicBezTo>
                <a:cubicBezTo>
                  <a:pt x="67" y="58"/>
                  <a:pt x="60" y="61"/>
                  <a:pt x="52" y="61"/>
                </a:cubicBezTo>
                <a:cubicBezTo>
                  <a:pt x="43" y="61"/>
                  <a:pt x="36" y="58"/>
                  <a:pt x="31" y="53"/>
                </a:cubicBezTo>
                <a:cubicBezTo>
                  <a:pt x="25" y="48"/>
                  <a:pt x="22" y="40"/>
                  <a:pt x="22" y="30"/>
                </a:cubicBezTo>
                <a:moveTo>
                  <a:pt x="113" y="339"/>
                </a:moveTo>
                <a:cubicBezTo>
                  <a:pt x="107" y="338"/>
                  <a:pt x="89" y="338"/>
                  <a:pt x="59" y="338"/>
                </a:cubicBezTo>
                <a:cubicBezTo>
                  <a:pt x="55" y="338"/>
                  <a:pt x="49" y="338"/>
                  <a:pt x="40" y="338"/>
                </a:cubicBezTo>
                <a:cubicBezTo>
                  <a:pt x="31" y="338"/>
                  <a:pt x="23" y="338"/>
                  <a:pt x="15" y="339"/>
                </a:cubicBezTo>
                <a:lnTo>
                  <a:pt x="4" y="339"/>
                </a:lnTo>
                <a:lnTo>
                  <a:pt x="0" y="339"/>
                </a:lnTo>
                <a:lnTo>
                  <a:pt x="0" y="316"/>
                </a:lnTo>
                <a:lnTo>
                  <a:pt x="8" y="316"/>
                </a:lnTo>
                <a:cubicBezTo>
                  <a:pt x="17" y="316"/>
                  <a:pt x="26" y="316"/>
                  <a:pt x="33" y="315"/>
                </a:cubicBezTo>
                <a:cubicBezTo>
                  <a:pt x="36" y="313"/>
                  <a:pt x="38" y="311"/>
                  <a:pt x="38" y="309"/>
                </a:cubicBezTo>
                <a:cubicBezTo>
                  <a:pt x="39" y="307"/>
                  <a:pt x="39" y="300"/>
                  <a:pt x="39" y="288"/>
                </a:cubicBezTo>
                <a:lnTo>
                  <a:pt x="39" y="235"/>
                </a:lnTo>
                <a:lnTo>
                  <a:pt x="39" y="190"/>
                </a:lnTo>
                <a:cubicBezTo>
                  <a:pt x="39" y="173"/>
                  <a:pt x="39" y="161"/>
                  <a:pt x="38" y="157"/>
                </a:cubicBezTo>
                <a:cubicBezTo>
                  <a:pt x="38" y="152"/>
                  <a:pt x="35" y="149"/>
                  <a:pt x="31" y="147"/>
                </a:cubicBezTo>
                <a:cubicBezTo>
                  <a:pt x="26" y="145"/>
                  <a:pt x="18" y="144"/>
                  <a:pt x="7" y="144"/>
                </a:cubicBezTo>
                <a:lnTo>
                  <a:pt x="2" y="144"/>
                </a:lnTo>
                <a:lnTo>
                  <a:pt x="2" y="132"/>
                </a:lnTo>
                <a:cubicBezTo>
                  <a:pt x="2" y="124"/>
                  <a:pt x="2" y="120"/>
                  <a:pt x="3" y="120"/>
                </a:cubicBezTo>
                <a:lnTo>
                  <a:pt x="8" y="120"/>
                </a:lnTo>
                <a:cubicBezTo>
                  <a:pt x="11" y="120"/>
                  <a:pt x="16" y="119"/>
                  <a:pt x="22" y="119"/>
                </a:cubicBezTo>
                <a:cubicBezTo>
                  <a:pt x="28" y="119"/>
                  <a:pt x="34" y="118"/>
                  <a:pt x="40" y="118"/>
                </a:cubicBezTo>
                <a:cubicBezTo>
                  <a:pt x="46" y="118"/>
                  <a:pt x="52" y="117"/>
                  <a:pt x="58" y="117"/>
                </a:cubicBezTo>
                <a:cubicBezTo>
                  <a:pt x="65" y="116"/>
                  <a:pt x="70" y="116"/>
                  <a:pt x="73" y="115"/>
                </a:cubicBezTo>
                <a:cubicBezTo>
                  <a:pt x="76" y="115"/>
                  <a:pt x="78" y="114"/>
                  <a:pt x="79" y="115"/>
                </a:cubicBezTo>
                <a:lnTo>
                  <a:pt x="80" y="115"/>
                </a:lnTo>
                <a:lnTo>
                  <a:pt x="80" y="308"/>
                </a:lnTo>
                <a:cubicBezTo>
                  <a:pt x="82" y="311"/>
                  <a:pt x="84" y="313"/>
                  <a:pt x="86" y="314"/>
                </a:cubicBezTo>
                <a:cubicBezTo>
                  <a:pt x="89" y="315"/>
                  <a:pt x="95" y="315"/>
                  <a:pt x="105" y="316"/>
                </a:cubicBezTo>
                <a:lnTo>
                  <a:pt x="117" y="316"/>
                </a:lnTo>
                <a:lnTo>
                  <a:pt x="117" y="339"/>
                </a:lnTo>
                <a:lnTo>
                  <a:pt x="113" y="33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6993720" y="2437200"/>
            <a:ext cx="94320" cy="80640"/>
          </a:xfrm>
          <a:custGeom>
            <a:avLst/>
            <a:gdLst/>
            <a:ahLst/>
            <a:rect l="0" t="0" r="r" b="b"/>
            <a:pathLst>
              <a:path w="262" h="224">
                <a:moveTo>
                  <a:pt x="8" y="201"/>
                </a:moveTo>
                <a:lnTo>
                  <a:pt x="15" y="201"/>
                </a:lnTo>
                <a:cubicBezTo>
                  <a:pt x="29" y="201"/>
                  <a:pt x="37" y="199"/>
                  <a:pt x="40" y="194"/>
                </a:cubicBezTo>
                <a:lnTo>
                  <a:pt x="40" y="190"/>
                </a:lnTo>
                <a:cubicBezTo>
                  <a:pt x="40" y="187"/>
                  <a:pt x="40" y="183"/>
                  <a:pt x="40" y="178"/>
                </a:cubicBezTo>
                <a:cubicBezTo>
                  <a:pt x="40" y="174"/>
                  <a:pt x="40" y="168"/>
                  <a:pt x="40" y="163"/>
                </a:cubicBezTo>
                <a:cubicBezTo>
                  <a:pt x="40" y="157"/>
                  <a:pt x="40" y="150"/>
                  <a:pt x="40" y="143"/>
                </a:cubicBezTo>
                <a:cubicBezTo>
                  <a:pt x="41" y="135"/>
                  <a:pt x="41" y="128"/>
                  <a:pt x="40" y="122"/>
                </a:cubicBezTo>
                <a:cubicBezTo>
                  <a:pt x="40" y="111"/>
                  <a:pt x="40" y="100"/>
                  <a:pt x="40" y="88"/>
                </a:cubicBezTo>
                <a:cubicBezTo>
                  <a:pt x="40" y="76"/>
                  <a:pt x="40" y="67"/>
                  <a:pt x="40" y="58"/>
                </a:cubicBezTo>
                <a:lnTo>
                  <a:pt x="40" y="47"/>
                </a:lnTo>
                <a:cubicBezTo>
                  <a:pt x="39" y="40"/>
                  <a:pt x="36" y="36"/>
                  <a:pt x="33" y="34"/>
                </a:cubicBezTo>
                <a:cubicBezTo>
                  <a:pt x="29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0" y="5"/>
                  <a:pt x="1" y="5"/>
                </a:cubicBezTo>
                <a:lnTo>
                  <a:pt x="6" y="5"/>
                </a:lnTo>
                <a:cubicBezTo>
                  <a:pt x="9" y="5"/>
                  <a:pt x="14" y="4"/>
                  <a:pt x="21" y="4"/>
                </a:cubicBezTo>
                <a:cubicBezTo>
                  <a:pt x="27" y="4"/>
                  <a:pt x="33" y="3"/>
                  <a:pt x="40" y="3"/>
                </a:cubicBezTo>
                <a:cubicBezTo>
                  <a:pt x="45" y="3"/>
                  <a:pt x="52" y="2"/>
                  <a:pt x="58" y="2"/>
                </a:cubicBezTo>
                <a:cubicBezTo>
                  <a:pt x="64" y="1"/>
                  <a:pt x="69" y="1"/>
                  <a:pt x="73" y="0"/>
                </a:cubicBezTo>
                <a:cubicBezTo>
                  <a:pt x="76" y="0"/>
                  <a:pt x="78" y="-1"/>
                  <a:pt x="78" y="0"/>
                </a:cubicBezTo>
                <a:lnTo>
                  <a:pt x="80" y="0"/>
                </a:lnTo>
                <a:lnTo>
                  <a:pt x="80" y="20"/>
                </a:lnTo>
                <a:cubicBezTo>
                  <a:pt x="80" y="34"/>
                  <a:pt x="80" y="40"/>
                  <a:pt x="80" y="40"/>
                </a:cubicBezTo>
                <a:cubicBezTo>
                  <a:pt x="81" y="40"/>
                  <a:pt x="81" y="39"/>
                  <a:pt x="83" y="38"/>
                </a:cubicBezTo>
                <a:cubicBezTo>
                  <a:pt x="84" y="36"/>
                  <a:pt x="86" y="34"/>
                  <a:pt x="89" y="29"/>
                </a:cubicBezTo>
                <a:cubicBezTo>
                  <a:pt x="91" y="26"/>
                  <a:pt x="95" y="23"/>
                  <a:pt x="98" y="20"/>
                </a:cubicBezTo>
                <a:cubicBezTo>
                  <a:pt x="102" y="17"/>
                  <a:pt x="107" y="14"/>
                  <a:pt x="113" y="10"/>
                </a:cubicBezTo>
                <a:cubicBezTo>
                  <a:pt x="119" y="7"/>
                  <a:pt x="126" y="4"/>
                  <a:pt x="132" y="2"/>
                </a:cubicBezTo>
                <a:cubicBezTo>
                  <a:pt x="139" y="1"/>
                  <a:pt x="148" y="0"/>
                  <a:pt x="158" y="0"/>
                </a:cubicBezTo>
                <a:cubicBezTo>
                  <a:pt x="196" y="1"/>
                  <a:pt x="218" y="20"/>
                  <a:pt x="222" y="58"/>
                </a:cubicBezTo>
                <a:cubicBezTo>
                  <a:pt x="223" y="60"/>
                  <a:pt x="223" y="84"/>
                  <a:pt x="223" y="128"/>
                </a:cubicBezTo>
                <a:lnTo>
                  <a:pt x="223" y="172"/>
                </a:lnTo>
                <a:cubicBezTo>
                  <a:pt x="223" y="185"/>
                  <a:pt x="223" y="192"/>
                  <a:pt x="224" y="194"/>
                </a:cubicBezTo>
                <a:cubicBezTo>
                  <a:pt x="224" y="197"/>
                  <a:pt x="226" y="198"/>
                  <a:pt x="229" y="200"/>
                </a:cubicBezTo>
                <a:cubicBezTo>
                  <a:pt x="236" y="201"/>
                  <a:pt x="245" y="201"/>
                  <a:pt x="254" y="201"/>
                </a:cubicBezTo>
                <a:lnTo>
                  <a:pt x="262" y="201"/>
                </a:lnTo>
                <a:lnTo>
                  <a:pt x="262" y="224"/>
                </a:lnTo>
                <a:lnTo>
                  <a:pt x="258" y="224"/>
                </a:lnTo>
                <a:lnTo>
                  <a:pt x="246" y="224"/>
                </a:lnTo>
                <a:cubicBezTo>
                  <a:pt x="238" y="223"/>
                  <a:pt x="230" y="223"/>
                  <a:pt x="221" y="223"/>
                </a:cubicBezTo>
                <a:cubicBezTo>
                  <a:pt x="212" y="223"/>
                  <a:pt x="205" y="223"/>
                  <a:pt x="202" y="223"/>
                </a:cubicBezTo>
                <a:cubicBezTo>
                  <a:pt x="167" y="223"/>
                  <a:pt x="148" y="223"/>
                  <a:pt x="145" y="224"/>
                </a:cubicBezTo>
                <a:lnTo>
                  <a:pt x="141" y="224"/>
                </a:lnTo>
                <a:lnTo>
                  <a:pt x="141" y="201"/>
                </a:lnTo>
                <a:lnTo>
                  <a:pt x="149" y="201"/>
                </a:lnTo>
                <a:cubicBezTo>
                  <a:pt x="170" y="201"/>
                  <a:pt x="180" y="198"/>
                  <a:pt x="180" y="193"/>
                </a:cubicBezTo>
                <a:cubicBezTo>
                  <a:pt x="180" y="192"/>
                  <a:pt x="180" y="169"/>
                  <a:pt x="180" y="123"/>
                </a:cubicBezTo>
                <a:cubicBezTo>
                  <a:pt x="180" y="78"/>
                  <a:pt x="180" y="54"/>
                  <a:pt x="179" y="51"/>
                </a:cubicBezTo>
                <a:cubicBezTo>
                  <a:pt x="177" y="41"/>
                  <a:pt x="174" y="34"/>
                  <a:pt x="169" y="29"/>
                </a:cubicBezTo>
                <a:cubicBezTo>
                  <a:pt x="164" y="24"/>
                  <a:pt x="160" y="21"/>
                  <a:pt x="157" y="20"/>
                </a:cubicBezTo>
                <a:cubicBezTo>
                  <a:pt x="154" y="19"/>
                  <a:pt x="149" y="19"/>
                  <a:pt x="144" y="19"/>
                </a:cubicBezTo>
                <a:cubicBezTo>
                  <a:pt x="129" y="19"/>
                  <a:pt x="115" y="25"/>
                  <a:pt x="104" y="37"/>
                </a:cubicBezTo>
                <a:cubicBezTo>
                  <a:pt x="95" y="46"/>
                  <a:pt x="89" y="56"/>
                  <a:pt x="87" y="65"/>
                </a:cubicBezTo>
                <a:cubicBezTo>
                  <a:pt x="84" y="74"/>
                  <a:pt x="83" y="88"/>
                  <a:pt x="83" y="107"/>
                </a:cubicBezTo>
                <a:lnTo>
                  <a:pt x="83" y="139"/>
                </a:lnTo>
                <a:lnTo>
                  <a:pt x="83" y="170"/>
                </a:lnTo>
                <a:cubicBezTo>
                  <a:pt x="83" y="180"/>
                  <a:pt x="83" y="187"/>
                  <a:pt x="83" y="190"/>
                </a:cubicBezTo>
                <a:cubicBezTo>
                  <a:pt x="84" y="193"/>
                  <a:pt x="84" y="195"/>
                  <a:pt x="85" y="196"/>
                </a:cubicBezTo>
                <a:cubicBezTo>
                  <a:pt x="85" y="197"/>
                  <a:pt x="87" y="198"/>
                  <a:pt x="89" y="200"/>
                </a:cubicBezTo>
                <a:cubicBezTo>
                  <a:pt x="96" y="201"/>
                  <a:pt x="105" y="201"/>
                  <a:pt x="114" y="201"/>
                </a:cubicBezTo>
                <a:lnTo>
                  <a:pt x="122" y="201"/>
                </a:lnTo>
                <a:lnTo>
                  <a:pt x="122" y="224"/>
                </a:lnTo>
                <a:lnTo>
                  <a:pt x="118" y="224"/>
                </a:lnTo>
                <a:lnTo>
                  <a:pt x="106" y="224"/>
                </a:lnTo>
                <a:cubicBezTo>
                  <a:pt x="98" y="223"/>
                  <a:pt x="90" y="223"/>
                  <a:pt x="81" y="223"/>
                </a:cubicBezTo>
                <a:cubicBezTo>
                  <a:pt x="72" y="223"/>
                  <a:pt x="65" y="223"/>
                  <a:pt x="61" y="223"/>
                </a:cubicBezTo>
                <a:cubicBezTo>
                  <a:pt x="27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7094880" y="2395800"/>
            <a:ext cx="42120" cy="122040"/>
          </a:xfrm>
          <a:custGeom>
            <a:avLst/>
            <a:gdLst/>
            <a:ahLst/>
            <a:rect l="0" t="0" r="r" b="b"/>
            <a:pathLst>
              <a:path w="117" h="339">
                <a:moveTo>
                  <a:pt x="23" y="30"/>
                </a:moveTo>
                <a:cubicBezTo>
                  <a:pt x="23" y="21"/>
                  <a:pt x="26" y="14"/>
                  <a:pt x="32" y="8"/>
                </a:cubicBezTo>
                <a:cubicBezTo>
                  <a:pt x="38" y="3"/>
                  <a:pt x="46" y="0"/>
                  <a:pt x="55" y="0"/>
                </a:cubicBezTo>
                <a:cubicBezTo>
                  <a:pt x="62" y="1"/>
                  <a:pt x="69" y="4"/>
                  <a:pt x="75" y="9"/>
                </a:cubicBezTo>
                <a:cubicBezTo>
                  <a:pt x="80" y="14"/>
                  <a:pt x="83" y="21"/>
                  <a:pt x="83" y="30"/>
                </a:cubicBezTo>
                <a:cubicBezTo>
                  <a:pt x="83" y="40"/>
                  <a:pt x="80" y="48"/>
                  <a:pt x="75" y="53"/>
                </a:cubicBezTo>
                <a:cubicBezTo>
                  <a:pt x="69" y="58"/>
                  <a:pt x="62" y="61"/>
                  <a:pt x="54" y="61"/>
                </a:cubicBezTo>
                <a:cubicBezTo>
                  <a:pt x="45" y="61"/>
                  <a:pt x="38" y="58"/>
                  <a:pt x="32" y="53"/>
                </a:cubicBezTo>
                <a:cubicBezTo>
                  <a:pt x="27" y="48"/>
                  <a:pt x="24" y="40"/>
                  <a:pt x="23" y="30"/>
                </a:cubicBezTo>
                <a:moveTo>
                  <a:pt x="113" y="339"/>
                </a:moveTo>
                <a:cubicBezTo>
                  <a:pt x="108" y="338"/>
                  <a:pt x="91" y="338"/>
                  <a:pt x="61" y="338"/>
                </a:cubicBezTo>
                <a:cubicBezTo>
                  <a:pt x="57" y="338"/>
                  <a:pt x="51" y="338"/>
                  <a:pt x="42" y="338"/>
                </a:cubicBezTo>
                <a:cubicBezTo>
                  <a:pt x="33" y="338"/>
                  <a:pt x="25" y="338"/>
                  <a:pt x="17" y="339"/>
                </a:cubicBezTo>
                <a:lnTo>
                  <a:pt x="4" y="339"/>
                </a:lnTo>
                <a:lnTo>
                  <a:pt x="0" y="339"/>
                </a:lnTo>
                <a:lnTo>
                  <a:pt x="0" y="316"/>
                </a:lnTo>
                <a:lnTo>
                  <a:pt x="9" y="316"/>
                </a:lnTo>
                <a:cubicBezTo>
                  <a:pt x="19" y="316"/>
                  <a:pt x="27" y="316"/>
                  <a:pt x="34" y="315"/>
                </a:cubicBezTo>
                <a:cubicBezTo>
                  <a:pt x="37" y="313"/>
                  <a:pt x="39" y="311"/>
                  <a:pt x="40" y="309"/>
                </a:cubicBezTo>
                <a:cubicBezTo>
                  <a:pt x="41" y="307"/>
                  <a:pt x="41" y="300"/>
                  <a:pt x="41" y="288"/>
                </a:cubicBezTo>
                <a:lnTo>
                  <a:pt x="41" y="235"/>
                </a:lnTo>
                <a:lnTo>
                  <a:pt x="41" y="190"/>
                </a:lnTo>
                <a:cubicBezTo>
                  <a:pt x="41" y="173"/>
                  <a:pt x="41" y="161"/>
                  <a:pt x="40" y="157"/>
                </a:cubicBezTo>
                <a:cubicBezTo>
                  <a:pt x="39" y="152"/>
                  <a:pt x="37" y="149"/>
                  <a:pt x="33" y="147"/>
                </a:cubicBezTo>
                <a:cubicBezTo>
                  <a:pt x="28" y="145"/>
                  <a:pt x="20" y="144"/>
                  <a:pt x="8" y="144"/>
                </a:cubicBezTo>
                <a:lnTo>
                  <a:pt x="2" y="144"/>
                </a:lnTo>
                <a:lnTo>
                  <a:pt x="2" y="132"/>
                </a:lnTo>
                <a:cubicBezTo>
                  <a:pt x="2" y="124"/>
                  <a:pt x="3" y="120"/>
                  <a:pt x="3" y="120"/>
                </a:cubicBezTo>
                <a:lnTo>
                  <a:pt x="9" y="120"/>
                </a:lnTo>
                <a:cubicBezTo>
                  <a:pt x="12" y="120"/>
                  <a:pt x="18" y="119"/>
                  <a:pt x="24" y="119"/>
                </a:cubicBezTo>
                <a:cubicBezTo>
                  <a:pt x="30" y="119"/>
                  <a:pt x="36" y="118"/>
                  <a:pt x="42" y="118"/>
                </a:cubicBezTo>
                <a:cubicBezTo>
                  <a:pt x="48" y="118"/>
                  <a:pt x="54" y="117"/>
                  <a:pt x="60" y="117"/>
                </a:cubicBezTo>
                <a:cubicBezTo>
                  <a:pt x="66" y="116"/>
                  <a:pt x="71" y="116"/>
                  <a:pt x="75" y="115"/>
                </a:cubicBezTo>
                <a:cubicBezTo>
                  <a:pt x="78" y="115"/>
                  <a:pt x="80" y="114"/>
                  <a:pt x="80" y="115"/>
                </a:cubicBezTo>
                <a:lnTo>
                  <a:pt x="82" y="115"/>
                </a:lnTo>
                <a:lnTo>
                  <a:pt x="82" y="308"/>
                </a:lnTo>
                <a:cubicBezTo>
                  <a:pt x="84" y="311"/>
                  <a:pt x="86" y="313"/>
                  <a:pt x="88" y="314"/>
                </a:cubicBezTo>
                <a:cubicBezTo>
                  <a:pt x="90" y="315"/>
                  <a:pt x="96" y="315"/>
                  <a:pt x="106" y="316"/>
                </a:cubicBezTo>
                <a:lnTo>
                  <a:pt x="117" y="316"/>
                </a:lnTo>
                <a:lnTo>
                  <a:pt x="117" y="339"/>
                </a:lnTo>
                <a:lnTo>
                  <a:pt x="113" y="33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7192440" y="2436120"/>
            <a:ext cx="69840" cy="83880"/>
          </a:xfrm>
          <a:custGeom>
            <a:avLst/>
            <a:gdLst/>
            <a:ahLst/>
            <a:rect l="0" t="0" r="r" b="b"/>
            <a:pathLst>
              <a:path w="194" h="233">
                <a:moveTo>
                  <a:pt x="171" y="72"/>
                </a:moveTo>
                <a:cubicBezTo>
                  <a:pt x="171" y="72"/>
                  <a:pt x="168" y="72"/>
                  <a:pt x="161" y="72"/>
                </a:cubicBezTo>
                <a:cubicBezTo>
                  <a:pt x="154" y="72"/>
                  <a:pt x="148" y="70"/>
                  <a:pt x="143" y="64"/>
                </a:cubicBezTo>
                <a:cubicBezTo>
                  <a:pt x="137" y="59"/>
                  <a:pt x="135" y="53"/>
                  <a:pt x="134" y="45"/>
                </a:cubicBezTo>
                <a:cubicBezTo>
                  <a:pt x="134" y="38"/>
                  <a:pt x="137" y="31"/>
                  <a:pt x="142" y="26"/>
                </a:cubicBezTo>
                <a:cubicBezTo>
                  <a:pt x="144" y="24"/>
                  <a:pt x="145" y="23"/>
                  <a:pt x="145" y="23"/>
                </a:cubicBezTo>
                <a:cubicBezTo>
                  <a:pt x="145" y="23"/>
                  <a:pt x="143" y="22"/>
                  <a:pt x="139" y="22"/>
                </a:cubicBezTo>
                <a:cubicBezTo>
                  <a:pt x="131" y="21"/>
                  <a:pt x="122" y="20"/>
                  <a:pt x="115" y="20"/>
                </a:cubicBezTo>
                <a:cubicBezTo>
                  <a:pt x="98" y="20"/>
                  <a:pt x="84" y="25"/>
                  <a:pt x="73" y="36"/>
                </a:cubicBezTo>
                <a:cubicBezTo>
                  <a:pt x="57" y="52"/>
                  <a:pt x="49" y="79"/>
                  <a:pt x="49" y="117"/>
                </a:cubicBezTo>
                <a:cubicBezTo>
                  <a:pt x="49" y="144"/>
                  <a:pt x="55" y="166"/>
                  <a:pt x="65" y="182"/>
                </a:cubicBezTo>
                <a:cubicBezTo>
                  <a:pt x="79" y="202"/>
                  <a:pt x="99" y="213"/>
                  <a:pt x="122" y="213"/>
                </a:cubicBezTo>
                <a:cubicBezTo>
                  <a:pt x="136" y="213"/>
                  <a:pt x="147" y="208"/>
                  <a:pt x="155" y="199"/>
                </a:cubicBezTo>
                <a:cubicBezTo>
                  <a:pt x="164" y="191"/>
                  <a:pt x="170" y="180"/>
                  <a:pt x="173" y="168"/>
                </a:cubicBezTo>
                <a:cubicBezTo>
                  <a:pt x="174" y="165"/>
                  <a:pt x="175" y="164"/>
                  <a:pt x="176" y="163"/>
                </a:cubicBezTo>
                <a:cubicBezTo>
                  <a:pt x="177" y="162"/>
                  <a:pt x="180" y="162"/>
                  <a:pt x="184" y="162"/>
                </a:cubicBezTo>
                <a:lnTo>
                  <a:pt x="191" y="162"/>
                </a:lnTo>
                <a:cubicBezTo>
                  <a:pt x="193" y="164"/>
                  <a:pt x="194" y="166"/>
                  <a:pt x="194" y="167"/>
                </a:cubicBezTo>
                <a:cubicBezTo>
                  <a:pt x="194" y="168"/>
                  <a:pt x="193" y="171"/>
                  <a:pt x="192" y="175"/>
                </a:cubicBezTo>
                <a:cubicBezTo>
                  <a:pt x="191" y="179"/>
                  <a:pt x="188" y="184"/>
                  <a:pt x="184" y="191"/>
                </a:cubicBezTo>
                <a:cubicBezTo>
                  <a:pt x="180" y="198"/>
                  <a:pt x="175" y="205"/>
                  <a:pt x="169" y="211"/>
                </a:cubicBezTo>
                <a:cubicBezTo>
                  <a:pt x="164" y="216"/>
                  <a:pt x="155" y="222"/>
                  <a:pt x="145" y="226"/>
                </a:cubicBezTo>
                <a:cubicBezTo>
                  <a:pt x="135" y="231"/>
                  <a:pt x="123" y="233"/>
                  <a:pt x="110" y="233"/>
                </a:cubicBezTo>
                <a:cubicBezTo>
                  <a:pt x="80" y="233"/>
                  <a:pt x="55" y="222"/>
                  <a:pt x="33" y="200"/>
                </a:cubicBezTo>
                <a:cubicBezTo>
                  <a:pt x="12" y="179"/>
                  <a:pt x="1" y="152"/>
                  <a:pt x="0" y="119"/>
                </a:cubicBezTo>
                <a:cubicBezTo>
                  <a:pt x="0" y="84"/>
                  <a:pt x="11" y="55"/>
                  <a:pt x="33" y="33"/>
                </a:cubicBezTo>
                <a:cubicBezTo>
                  <a:pt x="55" y="11"/>
                  <a:pt x="81" y="0"/>
                  <a:pt x="111" y="0"/>
                </a:cubicBezTo>
                <a:cubicBezTo>
                  <a:pt x="140" y="0"/>
                  <a:pt x="160" y="4"/>
                  <a:pt x="171" y="13"/>
                </a:cubicBezTo>
                <a:cubicBezTo>
                  <a:pt x="183" y="23"/>
                  <a:pt x="189" y="33"/>
                  <a:pt x="189" y="46"/>
                </a:cubicBezTo>
                <a:cubicBezTo>
                  <a:pt x="189" y="54"/>
                  <a:pt x="186" y="60"/>
                  <a:pt x="180" y="64"/>
                </a:cubicBezTo>
                <a:lnTo>
                  <a:pt x="171" y="7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7272360" y="2436120"/>
            <a:ext cx="81000" cy="83520"/>
          </a:xfrm>
          <a:custGeom>
            <a:avLst/>
            <a:gdLst/>
            <a:ahLst/>
            <a:rect l="0" t="0" r="r" b="b"/>
            <a:pathLst>
              <a:path w="225" h="232">
                <a:moveTo>
                  <a:pt x="0" y="119"/>
                </a:moveTo>
                <a:cubicBezTo>
                  <a:pt x="0" y="87"/>
                  <a:pt x="11" y="59"/>
                  <a:pt x="33" y="35"/>
                </a:cubicBezTo>
                <a:cubicBezTo>
                  <a:pt x="55" y="12"/>
                  <a:pt x="81" y="0"/>
                  <a:pt x="112" y="0"/>
                </a:cubicBezTo>
                <a:cubicBezTo>
                  <a:pt x="142" y="0"/>
                  <a:pt x="169" y="11"/>
                  <a:pt x="191" y="34"/>
                </a:cubicBezTo>
                <a:cubicBezTo>
                  <a:pt x="213" y="58"/>
                  <a:pt x="225" y="86"/>
                  <a:pt x="225" y="119"/>
                </a:cubicBezTo>
                <a:cubicBezTo>
                  <a:pt x="225" y="151"/>
                  <a:pt x="214" y="178"/>
                  <a:pt x="192" y="199"/>
                </a:cubicBezTo>
                <a:cubicBezTo>
                  <a:pt x="170" y="221"/>
                  <a:pt x="143" y="232"/>
                  <a:pt x="112" y="232"/>
                </a:cubicBezTo>
                <a:cubicBezTo>
                  <a:pt x="79" y="232"/>
                  <a:pt x="53" y="221"/>
                  <a:pt x="32" y="198"/>
                </a:cubicBezTo>
                <a:cubicBezTo>
                  <a:pt x="11" y="176"/>
                  <a:pt x="0" y="149"/>
                  <a:pt x="0" y="119"/>
                </a:cubicBezTo>
                <a:moveTo>
                  <a:pt x="112" y="212"/>
                </a:moveTo>
                <a:cubicBezTo>
                  <a:pt x="153" y="212"/>
                  <a:pt x="174" y="185"/>
                  <a:pt x="174" y="130"/>
                </a:cubicBezTo>
                <a:lnTo>
                  <a:pt x="174" y="114"/>
                </a:lnTo>
                <a:lnTo>
                  <a:pt x="174" y="101"/>
                </a:lnTo>
                <a:cubicBezTo>
                  <a:pt x="174" y="93"/>
                  <a:pt x="174" y="87"/>
                  <a:pt x="173" y="82"/>
                </a:cubicBezTo>
                <a:cubicBezTo>
                  <a:pt x="173" y="76"/>
                  <a:pt x="172" y="70"/>
                  <a:pt x="170" y="62"/>
                </a:cubicBezTo>
                <a:cubicBezTo>
                  <a:pt x="168" y="55"/>
                  <a:pt x="165" y="49"/>
                  <a:pt x="162" y="43"/>
                </a:cubicBezTo>
                <a:cubicBezTo>
                  <a:pt x="158" y="39"/>
                  <a:pt x="153" y="34"/>
                  <a:pt x="146" y="29"/>
                </a:cubicBezTo>
                <a:cubicBezTo>
                  <a:pt x="139" y="24"/>
                  <a:pt x="131" y="21"/>
                  <a:pt x="121" y="19"/>
                </a:cubicBezTo>
                <a:cubicBezTo>
                  <a:pt x="120" y="19"/>
                  <a:pt x="117" y="18"/>
                  <a:pt x="113" y="18"/>
                </a:cubicBezTo>
                <a:cubicBezTo>
                  <a:pt x="103" y="18"/>
                  <a:pt x="93" y="21"/>
                  <a:pt x="84" y="25"/>
                </a:cubicBezTo>
                <a:cubicBezTo>
                  <a:pt x="70" y="32"/>
                  <a:pt x="60" y="42"/>
                  <a:pt x="56" y="56"/>
                </a:cubicBezTo>
                <a:cubicBezTo>
                  <a:pt x="52" y="70"/>
                  <a:pt x="49" y="85"/>
                  <a:pt x="49" y="103"/>
                </a:cubicBezTo>
                <a:lnTo>
                  <a:pt x="49" y="113"/>
                </a:lnTo>
                <a:cubicBezTo>
                  <a:pt x="49" y="145"/>
                  <a:pt x="53" y="168"/>
                  <a:pt x="59" y="181"/>
                </a:cubicBezTo>
                <a:cubicBezTo>
                  <a:pt x="70" y="202"/>
                  <a:pt x="88" y="212"/>
                  <a:pt x="112" y="21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7363440" y="2436120"/>
            <a:ext cx="70560" cy="83880"/>
          </a:xfrm>
          <a:custGeom>
            <a:avLst/>
            <a:gdLst/>
            <a:ahLst/>
            <a:rect l="0" t="0" r="r" b="b"/>
            <a:pathLst>
              <a:path w="196" h="233">
                <a:moveTo>
                  <a:pt x="0" y="117"/>
                </a:moveTo>
                <a:cubicBezTo>
                  <a:pt x="0" y="99"/>
                  <a:pt x="3" y="82"/>
                  <a:pt x="10" y="66"/>
                </a:cubicBezTo>
                <a:cubicBezTo>
                  <a:pt x="17" y="50"/>
                  <a:pt x="25" y="38"/>
                  <a:pt x="35" y="29"/>
                </a:cubicBezTo>
                <a:cubicBezTo>
                  <a:pt x="45" y="19"/>
                  <a:pt x="56" y="12"/>
                  <a:pt x="68" y="7"/>
                </a:cubicBezTo>
                <a:cubicBezTo>
                  <a:pt x="80" y="3"/>
                  <a:pt x="91" y="0"/>
                  <a:pt x="101" y="0"/>
                </a:cubicBezTo>
                <a:cubicBezTo>
                  <a:pt x="120" y="0"/>
                  <a:pt x="136" y="3"/>
                  <a:pt x="148" y="9"/>
                </a:cubicBezTo>
                <a:cubicBezTo>
                  <a:pt x="161" y="15"/>
                  <a:pt x="171" y="23"/>
                  <a:pt x="178" y="34"/>
                </a:cubicBezTo>
                <a:cubicBezTo>
                  <a:pt x="184" y="45"/>
                  <a:pt x="189" y="56"/>
                  <a:pt x="192" y="67"/>
                </a:cubicBezTo>
                <a:cubicBezTo>
                  <a:pt x="195" y="78"/>
                  <a:pt x="196" y="90"/>
                  <a:pt x="196" y="103"/>
                </a:cubicBezTo>
                <a:cubicBezTo>
                  <a:pt x="196" y="106"/>
                  <a:pt x="195" y="108"/>
                  <a:pt x="193" y="110"/>
                </a:cubicBezTo>
                <a:lnTo>
                  <a:pt x="49" y="110"/>
                </a:lnTo>
                <a:lnTo>
                  <a:pt x="49" y="118"/>
                </a:lnTo>
                <a:cubicBezTo>
                  <a:pt x="49" y="168"/>
                  <a:pt x="66" y="198"/>
                  <a:pt x="100" y="209"/>
                </a:cubicBezTo>
                <a:cubicBezTo>
                  <a:pt x="107" y="211"/>
                  <a:pt x="114" y="212"/>
                  <a:pt x="123" y="212"/>
                </a:cubicBezTo>
                <a:cubicBezTo>
                  <a:pt x="137" y="212"/>
                  <a:pt x="149" y="207"/>
                  <a:pt x="159" y="196"/>
                </a:cubicBezTo>
                <a:cubicBezTo>
                  <a:pt x="165" y="190"/>
                  <a:pt x="170" y="183"/>
                  <a:pt x="173" y="175"/>
                </a:cubicBezTo>
                <a:lnTo>
                  <a:pt x="178" y="163"/>
                </a:lnTo>
                <a:cubicBezTo>
                  <a:pt x="179" y="162"/>
                  <a:pt x="182" y="161"/>
                  <a:pt x="186" y="161"/>
                </a:cubicBezTo>
                <a:lnTo>
                  <a:pt x="188" y="161"/>
                </a:lnTo>
                <a:cubicBezTo>
                  <a:pt x="193" y="161"/>
                  <a:pt x="196" y="163"/>
                  <a:pt x="196" y="166"/>
                </a:cubicBezTo>
                <a:cubicBezTo>
                  <a:pt x="196" y="167"/>
                  <a:pt x="196" y="170"/>
                  <a:pt x="195" y="173"/>
                </a:cubicBezTo>
                <a:cubicBezTo>
                  <a:pt x="188" y="191"/>
                  <a:pt x="178" y="206"/>
                  <a:pt x="163" y="217"/>
                </a:cubicBezTo>
                <a:cubicBezTo>
                  <a:pt x="148" y="227"/>
                  <a:pt x="131" y="233"/>
                  <a:pt x="112" y="233"/>
                </a:cubicBezTo>
                <a:cubicBezTo>
                  <a:pt x="80" y="233"/>
                  <a:pt x="53" y="221"/>
                  <a:pt x="32" y="198"/>
                </a:cubicBezTo>
                <a:cubicBezTo>
                  <a:pt x="11" y="175"/>
                  <a:pt x="0" y="148"/>
                  <a:pt x="0" y="117"/>
                </a:cubicBezTo>
                <a:moveTo>
                  <a:pt x="155" y="88"/>
                </a:moveTo>
                <a:cubicBezTo>
                  <a:pt x="151" y="44"/>
                  <a:pt x="135" y="21"/>
                  <a:pt x="106" y="18"/>
                </a:cubicBezTo>
                <a:lnTo>
                  <a:pt x="105" y="18"/>
                </a:lnTo>
                <a:cubicBezTo>
                  <a:pt x="102" y="18"/>
                  <a:pt x="99" y="19"/>
                  <a:pt x="97" y="19"/>
                </a:cubicBezTo>
                <a:cubicBezTo>
                  <a:pt x="94" y="19"/>
                  <a:pt x="90" y="21"/>
                  <a:pt x="84" y="23"/>
                </a:cubicBezTo>
                <a:cubicBezTo>
                  <a:pt x="78" y="25"/>
                  <a:pt x="74" y="29"/>
                  <a:pt x="69" y="34"/>
                </a:cubicBezTo>
                <a:cubicBezTo>
                  <a:pt x="65" y="38"/>
                  <a:pt x="62" y="45"/>
                  <a:pt x="58" y="54"/>
                </a:cubicBezTo>
                <a:cubicBezTo>
                  <a:pt x="54" y="63"/>
                  <a:pt x="51" y="75"/>
                  <a:pt x="50" y="89"/>
                </a:cubicBezTo>
                <a:lnTo>
                  <a:pt x="50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7443720" y="2389320"/>
            <a:ext cx="63360" cy="128520"/>
          </a:xfrm>
          <a:custGeom>
            <a:avLst/>
            <a:gdLst/>
            <a:ahLst/>
            <a:rect l="0" t="0" r="r" b="b"/>
            <a:pathLst>
              <a:path w="176" h="357">
                <a:moveTo>
                  <a:pt x="126" y="357"/>
                </a:moveTo>
                <a:cubicBezTo>
                  <a:pt x="120" y="356"/>
                  <a:pt x="98" y="356"/>
                  <a:pt x="61" y="356"/>
                </a:cubicBezTo>
                <a:cubicBezTo>
                  <a:pt x="26" y="356"/>
                  <a:pt x="7" y="356"/>
                  <a:pt x="4" y="357"/>
                </a:cubicBezTo>
                <a:lnTo>
                  <a:pt x="0" y="357"/>
                </a:lnTo>
                <a:lnTo>
                  <a:pt x="0" y="334"/>
                </a:lnTo>
                <a:lnTo>
                  <a:pt x="8" y="334"/>
                </a:lnTo>
                <a:cubicBezTo>
                  <a:pt x="18" y="334"/>
                  <a:pt x="26" y="334"/>
                  <a:pt x="33" y="333"/>
                </a:cubicBezTo>
                <a:cubicBezTo>
                  <a:pt x="36" y="331"/>
                  <a:pt x="38" y="330"/>
                  <a:pt x="39" y="327"/>
                </a:cubicBezTo>
                <a:cubicBezTo>
                  <a:pt x="39" y="326"/>
                  <a:pt x="40" y="298"/>
                  <a:pt x="40" y="243"/>
                </a:cubicBezTo>
                <a:lnTo>
                  <a:pt x="40" y="162"/>
                </a:lnTo>
                <a:lnTo>
                  <a:pt x="4" y="162"/>
                </a:lnTo>
                <a:lnTo>
                  <a:pt x="4" y="138"/>
                </a:lnTo>
                <a:lnTo>
                  <a:pt x="40" y="138"/>
                </a:lnTo>
                <a:lnTo>
                  <a:pt x="40" y="105"/>
                </a:lnTo>
                <a:lnTo>
                  <a:pt x="40" y="71"/>
                </a:lnTo>
                <a:lnTo>
                  <a:pt x="41" y="66"/>
                </a:lnTo>
                <a:cubicBezTo>
                  <a:pt x="48" y="44"/>
                  <a:pt x="58" y="28"/>
                  <a:pt x="73" y="19"/>
                </a:cubicBezTo>
                <a:cubicBezTo>
                  <a:pt x="89" y="9"/>
                  <a:pt x="105" y="3"/>
                  <a:pt x="123" y="0"/>
                </a:cubicBezTo>
                <a:cubicBezTo>
                  <a:pt x="123" y="0"/>
                  <a:pt x="124" y="0"/>
                  <a:pt x="127" y="0"/>
                </a:cubicBezTo>
                <a:cubicBezTo>
                  <a:pt x="130" y="0"/>
                  <a:pt x="132" y="0"/>
                  <a:pt x="134" y="0"/>
                </a:cubicBezTo>
                <a:cubicBezTo>
                  <a:pt x="148" y="1"/>
                  <a:pt x="158" y="5"/>
                  <a:pt x="165" y="13"/>
                </a:cubicBezTo>
                <a:cubicBezTo>
                  <a:pt x="173" y="21"/>
                  <a:pt x="176" y="29"/>
                  <a:pt x="176" y="39"/>
                </a:cubicBezTo>
                <a:cubicBezTo>
                  <a:pt x="176" y="47"/>
                  <a:pt x="174" y="53"/>
                  <a:pt x="169" y="58"/>
                </a:cubicBezTo>
                <a:cubicBezTo>
                  <a:pt x="164" y="63"/>
                  <a:pt x="158" y="65"/>
                  <a:pt x="150" y="65"/>
                </a:cubicBezTo>
                <a:cubicBezTo>
                  <a:pt x="143" y="65"/>
                  <a:pt x="136" y="63"/>
                  <a:pt x="132" y="58"/>
                </a:cubicBezTo>
                <a:cubicBezTo>
                  <a:pt x="127" y="53"/>
                  <a:pt x="125" y="47"/>
                  <a:pt x="125" y="39"/>
                </a:cubicBezTo>
                <a:cubicBezTo>
                  <a:pt x="125" y="33"/>
                  <a:pt x="128" y="26"/>
                  <a:pt x="134" y="19"/>
                </a:cubicBezTo>
                <a:lnTo>
                  <a:pt x="132" y="19"/>
                </a:lnTo>
                <a:cubicBezTo>
                  <a:pt x="130" y="19"/>
                  <a:pt x="128" y="19"/>
                  <a:pt x="126" y="19"/>
                </a:cubicBezTo>
                <a:cubicBezTo>
                  <a:pt x="117" y="19"/>
                  <a:pt x="107" y="22"/>
                  <a:pt x="100" y="29"/>
                </a:cubicBezTo>
                <a:cubicBezTo>
                  <a:pt x="92" y="36"/>
                  <a:pt x="87" y="46"/>
                  <a:pt x="83" y="57"/>
                </a:cubicBezTo>
                <a:cubicBezTo>
                  <a:pt x="81" y="64"/>
                  <a:pt x="79" y="80"/>
                  <a:pt x="79" y="105"/>
                </a:cubicBezTo>
                <a:lnTo>
                  <a:pt x="79" y="138"/>
                </a:lnTo>
                <a:lnTo>
                  <a:pt x="136" y="138"/>
                </a:lnTo>
                <a:lnTo>
                  <a:pt x="136" y="162"/>
                </a:lnTo>
                <a:lnTo>
                  <a:pt x="81" y="162"/>
                </a:lnTo>
                <a:lnTo>
                  <a:pt x="81" y="243"/>
                </a:lnTo>
                <a:cubicBezTo>
                  <a:pt x="81" y="297"/>
                  <a:pt x="81" y="326"/>
                  <a:pt x="81" y="326"/>
                </a:cubicBezTo>
                <a:cubicBezTo>
                  <a:pt x="81" y="327"/>
                  <a:pt x="82" y="328"/>
                  <a:pt x="83" y="328"/>
                </a:cubicBezTo>
                <a:cubicBezTo>
                  <a:pt x="83" y="329"/>
                  <a:pt x="84" y="330"/>
                  <a:pt x="85" y="330"/>
                </a:cubicBezTo>
                <a:cubicBezTo>
                  <a:pt x="86" y="330"/>
                  <a:pt x="87" y="331"/>
                  <a:pt x="88" y="331"/>
                </a:cubicBezTo>
                <a:cubicBezTo>
                  <a:pt x="88" y="332"/>
                  <a:pt x="89" y="333"/>
                  <a:pt x="91" y="333"/>
                </a:cubicBezTo>
                <a:cubicBezTo>
                  <a:pt x="93" y="333"/>
                  <a:pt x="94" y="333"/>
                  <a:pt x="95" y="333"/>
                </a:cubicBezTo>
                <a:cubicBezTo>
                  <a:pt x="95" y="333"/>
                  <a:pt x="97" y="334"/>
                  <a:pt x="99" y="334"/>
                </a:cubicBezTo>
                <a:cubicBezTo>
                  <a:pt x="102" y="334"/>
                  <a:pt x="103" y="334"/>
                  <a:pt x="104" y="334"/>
                </a:cubicBezTo>
                <a:cubicBezTo>
                  <a:pt x="104" y="334"/>
                  <a:pt x="106" y="334"/>
                  <a:pt x="109" y="334"/>
                </a:cubicBezTo>
                <a:cubicBezTo>
                  <a:pt x="112" y="334"/>
                  <a:pt x="113" y="334"/>
                  <a:pt x="114" y="334"/>
                </a:cubicBezTo>
                <a:lnTo>
                  <a:pt x="131" y="334"/>
                </a:lnTo>
                <a:lnTo>
                  <a:pt x="131" y="357"/>
                </a:lnTo>
                <a:lnTo>
                  <a:pt x="126" y="3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7499520" y="2389320"/>
            <a:ext cx="63360" cy="128520"/>
          </a:xfrm>
          <a:custGeom>
            <a:avLst/>
            <a:gdLst/>
            <a:ahLst/>
            <a:rect l="0" t="0" r="r" b="b"/>
            <a:pathLst>
              <a:path w="176" h="357">
                <a:moveTo>
                  <a:pt x="125" y="357"/>
                </a:moveTo>
                <a:cubicBezTo>
                  <a:pt x="119" y="356"/>
                  <a:pt x="97" y="356"/>
                  <a:pt x="61" y="356"/>
                </a:cubicBezTo>
                <a:cubicBezTo>
                  <a:pt x="26" y="356"/>
                  <a:pt x="7" y="356"/>
                  <a:pt x="4" y="357"/>
                </a:cubicBezTo>
                <a:lnTo>
                  <a:pt x="0" y="357"/>
                </a:lnTo>
                <a:lnTo>
                  <a:pt x="0" y="334"/>
                </a:lnTo>
                <a:lnTo>
                  <a:pt x="8" y="334"/>
                </a:lnTo>
                <a:cubicBezTo>
                  <a:pt x="17" y="334"/>
                  <a:pt x="26" y="334"/>
                  <a:pt x="33" y="333"/>
                </a:cubicBezTo>
                <a:cubicBezTo>
                  <a:pt x="35" y="331"/>
                  <a:pt x="37" y="330"/>
                  <a:pt x="39" y="327"/>
                </a:cubicBezTo>
                <a:cubicBezTo>
                  <a:pt x="39" y="326"/>
                  <a:pt x="39" y="298"/>
                  <a:pt x="39" y="243"/>
                </a:cubicBezTo>
                <a:lnTo>
                  <a:pt x="39" y="162"/>
                </a:lnTo>
                <a:lnTo>
                  <a:pt x="3" y="162"/>
                </a:lnTo>
                <a:lnTo>
                  <a:pt x="3" y="138"/>
                </a:lnTo>
                <a:lnTo>
                  <a:pt x="39" y="138"/>
                </a:lnTo>
                <a:lnTo>
                  <a:pt x="39" y="105"/>
                </a:lnTo>
                <a:lnTo>
                  <a:pt x="40" y="71"/>
                </a:lnTo>
                <a:lnTo>
                  <a:pt x="41" y="66"/>
                </a:lnTo>
                <a:cubicBezTo>
                  <a:pt x="47" y="44"/>
                  <a:pt x="58" y="28"/>
                  <a:pt x="73" y="19"/>
                </a:cubicBezTo>
                <a:cubicBezTo>
                  <a:pt x="88" y="9"/>
                  <a:pt x="104" y="3"/>
                  <a:pt x="121" y="0"/>
                </a:cubicBezTo>
                <a:cubicBezTo>
                  <a:pt x="122" y="0"/>
                  <a:pt x="123" y="0"/>
                  <a:pt x="126" y="0"/>
                </a:cubicBezTo>
                <a:cubicBezTo>
                  <a:pt x="128" y="0"/>
                  <a:pt x="131" y="0"/>
                  <a:pt x="133" y="0"/>
                </a:cubicBezTo>
                <a:cubicBezTo>
                  <a:pt x="148" y="1"/>
                  <a:pt x="158" y="5"/>
                  <a:pt x="165" y="13"/>
                </a:cubicBezTo>
                <a:cubicBezTo>
                  <a:pt x="172" y="21"/>
                  <a:pt x="176" y="29"/>
                  <a:pt x="176" y="39"/>
                </a:cubicBezTo>
                <a:cubicBezTo>
                  <a:pt x="176" y="47"/>
                  <a:pt x="173" y="53"/>
                  <a:pt x="169" y="58"/>
                </a:cubicBezTo>
                <a:cubicBezTo>
                  <a:pt x="164" y="63"/>
                  <a:pt x="158" y="65"/>
                  <a:pt x="150" y="65"/>
                </a:cubicBezTo>
                <a:cubicBezTo>
                  <a:pt x="142" y="65"/>
                  <a:pt x="136" y="63"/>
                  <a:pt x="130" y="58"/>
                </a:cubicBezTo>
                <a:cubicBezTo>
                  <a:pt x="126" y="53"/>
                  <a:pt x="123" y="47"/>
                  <a:pt x="123" y="39"/>
                </a:cubicBezTo>
                <a:cubicBezTo>
                  <a:pt x="123" y="33"/>
                  <a:pt x="126" y="26"/>
                  <a:pt x="132" y="19"/>
                </a:cubicBezTo>
                <a:lnTo>
                  <a:pt x="130" y="19"/>
                </a:lnTo>
                <a:cubicBezTo>
                  <a:pt x="129" y="19"/>
                  <a:pt x="127" y="19"/>
                  <a:pt x="125" y="19"/>
                </a:cubicBezTo>
                <a:cubicBezTo>
                  <a:pt x="115" y="19"/>
                  <a:pt x="107" y="22"/>
                  <a:pt x="99" y="29"/>
                </a:cubicBezTo>
                <a:cubicBezTo>
                  <a:pt x="92" y="36"/>
                  <a:pt x="86" y="46"/>
                  <a:pt x="82" y="57"/>
                </a:cubicBezTo>
                <a:cubicBezTo>
                  <a:pt x="80" y="64"/>
                  <a:pt x="79" y="80"/>
                  <a:pt x="79" y="105"/>
                </a:cubicBezTo>
                <a:lnTo>
                  <a:pt x="79" y="138"/>
                </a:lnTo>
                <a:lnTo>
                  <a:pt x="136" y="138"/>
                </a:lnTo>
                <a:lnTo>
                  <a:pt x="136" y="162"/>
                </a:lnTo>
                <a:lnTo>
                  <a:pt x="80" y="162"/>
                </a:lnTo>
                <a:lnTo>
                  <a:pt x="80" y="243"/>
                </a:lnTo>
                <a:cubicBezTo>
                  <a:pt x="80" y="297"/>
                  <a:pt x="80" y="326"/>
                  <a:pt x="81" y="326"/>
                </a:cubicBezTo>
                <a:cubicBezTo>
                  <a:pt x="81" y="327"/>
                  <a:pt x="82" y="328"/>
                  <a:pt x="82" y="328"/>
                </a:cubicBezTo>
                <a:cubicBezTo>
                  <a:pt x="83" y="329"/>
                  <a:pt x="84" y="330"/>
                  <a:pt x="85" y="330"/>
                </a:cubicBezTo>
                <a:cubicBezTo>
                  <a:pt x="86" y="330"/>
                  <a:pt x="87" y="331"/>
                  <a:pt x="87" y="331"/>
                </a:cubicBezTo>
                <a:cubicBezTo>
                  <a:pt x="88" y="332"/>
                  <a:pt x="89" y="333"/>
                  <a:pt x="91" y="333"/>
                </a:cubicBezTo>
                <a:cubicBezTo>
                  <a:pt x="93" y="333"/>
                  <a:pt x="94" y="333"/>
                  <a:pt x="94" y="333"/>
                </a:cubicBezTo>
                <a:cubicBezTo>
                  <a:pt x="95" y="333"/>
                  <a:pt x="97" y="334"/>
                  <a:pt x="99" y="334"/>
                </a:cubicBezTo>
                <a:cubicBezTo>
                  <a:pt x="101" y="334"/>
                  <a:pt x="103" y="334"/>
                  <a:pt x="104" y="334"/>
                </a:cubicBezTo>
                <a:cubicBezTo>
                  <a:pt x="104" y="334"/>
                  <a:pt x="106" y="334"/>
                  <a:pt x="109" y="334"/>
                </a:cubicBezTo>
                <a:cubicBezTo>
                  <a:pt x="111" y="334"/>
                  <a:pt x="113" y="334"/>
                  <a:pt x="114" y="334"/>
                </a:cubicBezTo>
                <a:lnTo>
                  <a:pt x="129" y="334"/>
                </a:lnTo>
                <a:lnTo>
                  <a:pt x="129" y="357"/>
                </a:lnTo>
                <a:lnTo>
                  <a:pt x="125" y="357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7555320" y="2395800"/>
            <a:ext cx="41760" cy="122040"/>
          </a:xfrm>
          <a:custGeom>
            <a:avLst/>
            <a:gdLst/>
            <a:ahLst/>
            <a:rect l="0" t="0" r="r" b="b"/>
            <a:pathLst>
              <a:path w="116" h="339">
                <a:moveTo>
                  <a:pt x="22" y="30"/>
                </a:moveTo>
                <a:cubicBezTo>
                  <a:pt x="22" y="21"/>
                  <a:pt x="25" y="14"/>
                  <a:pt x="31" y="8"/>
                </a:cubicBezTo>
                <a:cubicBezTo>
                  <a:pt x="38" y="3"/>
                  <a:pt x="45" y="0"/>
                  <a:pt x="54" y="0"/>
                </a:cubicBezTo>
                <a:cubicBezTo>
                  <a:pt x="61" y="1"/>
                  <a:pt x="68" y="4"/>
                  <a:pt x="74" y="9"/>
                </a:cubicBezTo>
                <a:cubicBezTo>
                  <a:pt x="80" y="14"/>
                  <a:pt x="83" y="21"/>
                  <a:pt x="83" y="30"/>
                </a:cubicBezTo>
                <a:cubicBezTo>
                  <a:pt x="83" y="40"/>
                  <a:pt x="80" y="48"/>
                  <a:pt x="74" y="53"/>
                </a:cubicBezTo>
                <a:cubicBezTo>
                  <a:pt x="68" y="58"/>
                  <a:pt x="61" y="61"/>
                  <a:pt x="53" y="61"/>
                </a:cubicBezTo>
                <a:cubicBezTo>
                  <a:pt x="44" y="61"/>
                  <a:pt x="37" y="58"/>
                  <a:pt x="31" y="53"/>
                </a:cubicBezTo>
                <a:cubicBezTo>
                  <a:pt x="26" y="48"/>
                  <a:pt x="23" y="40"/>
                  <a:pt x="22" y="30"/>
                </a:cubicBezTo>
                <a:moveTo>
                  <a:pt x="112" y="339"/>
                </a:moveTo>
                <a:cubicBezTo>
                  <a:pt x="107" y="338"/>
                  <a:pt x="90" y="338"/>
                  <a:pt x="60" y="338"/>
                </a:cubicBezTo>
                <a:cubicBezTo>
                  <a:pt x="56" y="338"/>
                  <a:pt x="50" y="338"/>
                  <a:pt x="41" y="338"/>
                </a:cubicBezTo>
                <a:cubicBezTo>
                  <a:pt x="32" y="338"/>
                  <a:pt x="24" y="338"/>
                  <a:pt x="16" y="339"/>
                </a:cubicBezTo>
                <a:lnTo>
                  <a:pt x="5" y="339"/>
                </a:lnTo>
                <a:lnTo>
                  <a:pt x="0" y="339"/>
                </a:lnTo>
                <a:lnTo>
                  <a:pt x="0" y="316"/>
                </a:lnTo>
                <a:lnTo>
                  <a:pt x="9" y="316"/>
                </a:lnTo>
                <a:cubicBezTo>
                  <a:pt x="18" y="316"/>
                  <a:pt x="26" y="316"/>
                  <a:pt x="33" y="315"/>
                </a:cubicBezTo>
                <a:cubicBezTo>
                  <a:pt x="36" y="313"/>
                  <a:pt x="38" y="311"/>
                  <a:pt x="39" y="309"/>
                </a:cubicBezTo>
                <a:cubicBezTo>
                  <a:pt x="40" y="307"/>
                  <a:pt x="40" y="300"/>
                  <a:pt x="40" y="288"/>
                </a:cubicBezTo>
                <a:lnTo>
                  <a:pt x="40" y="235"/>
                </a:lnTo>
                <a:lnTo>
                  <a:pt x="40" y="190"/>
                </a:lnTo>
                <a:cubicBezTo>
                  <a:pt x="40" y="173"/>
                  <a:pt x="40" y="161"/>
                  <a:pt x="39" y="157"/>
                </a:cubicBezTo>
                <a:cubicBezTo>
                  <a:pt x="38" y="152"/>
                  <a:pt x="36" y="149"/>
                  <a:pt x="32" y="147"/>
                </a:cubicBezTo>
                <a:cubicBezTo>
                  <a:pt x="27" y="145"/>
                  <a:pt x="19" y="144"/>
                  <a:pt x="8" y="144"/>
                </a:cubicBezTo>
                <a:lnTo>
                  <a:pt x="3" y="144"/>
                </a:lnTo>
                <a:lnTo>
                  <a:pt x="3" y="132"/>
                </a:lnTo>
                <a:cubicBezTo>
                  <a:pt x="3" y="124"/>
                  <a:pt x="3" y="120"/>
                  <a:pt x="4" y="120"/>
                </a:cubicBezTo>
                <a:lnTo>
                  <a:pt x="9" y="120"/>
                </a:lnTo>
                <a:cubicBezTo>
                  <a:pt x="12" y="120"/>
                  <a:pt x="17" y="119"/>
                  <a:pt x="23" y="119"/>
                </a:cubicBezTo>
                <a:cubicBezTo>
                  <a:pt x="29" y="119"/>
                  <a:pt x="35" y="118"/>
                  <a:pt x="41" y="118"/>
                </a:cubicBezTo>
                <a:cubicBezTo>
                  <a:pt x="47" y="118"/>
                  <a:pt x="53" y="117"/>
                  <a:pt x="59" y="117"/>
                </a:cubicBezTo>
                <a:cubicBezTo>
                  <a:pt x="66" y="116"/>
                  <a:pt x="71" y="116"/>
                  <a:pt x="74" y="115"/>
                </a:cubicBezTo>
                <a:cubicBezTo>
                  <a:pt x="77" y="115"/>
                  <a:pt x="79" y="114"/>
                  <a:pt x="79" y="115"/>
                </a:cubicBezTo>
                <a:lnTo>
                  <a:pt x="81" y="115"/>
                </a:lnTo>
                <a:lnTo>
                  <a:pt x="81" y="308"/>
                </a:lnTo>
                <a:cubicBezTo>
                  <a:pt x="83" y="311"/>
                  <a:pt x="85" y="313"/>
                  <a:pt x="87" y="314"/>
                </a:cubicBezTo>
                <a:cubicBezTo>
                  <a:pt x="89" y="315"/>
                  <a:pt x="95" y="315"/>
                  <a:pt x="105" y="316"/>
                </a:cubicBezTo>
                <a:lnTo>
                  <a:pt x="116" y="316"/>
                </a:lnTo>
                <a:lnTo>
                  <a:pt x="116" y="339"/>
                </a:lnTo>
                <a:lnTo>
                  <a:pt x="112" y="33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7607160" y="2436120"/>
            <a:ext cx="69840" cy="83880"/>
          </a:xfrm>
          <a:custGeom>
            <a:avLst/>
            <a:gdLst/>
            <a:ahLst/>
            <a:rect l="0" t="0" r="r" b="b"/>
            <a:pathLst>
              <a:path w="194" h="233">
                <a:moveTo>
                  <a:pt x="171" y="72"/>
                </a:moveTo>
                <a:cubicBezTo>
                  <a:pt x="171" y="72"/>
                  <a:pt x="168" y="72"/>
                  <a:pt x="160" y="72"/>
                </a:cubicBezTo>
                <a:cubicBezTo>
                  <a:pt x="153" y="72"/>
                  <a:pt x="147" y="70"/>
                  <a:pt x="142" y="64"/>
                </a:cubicBezTo>
                <a:cubicBezTo>
                  <a:pt x="137" y="59"/>
                  <a:pt x="135" y="53"/>
                  <a:pt x="134" y="45"/>
                </a:cubicBezTo>
                <a:cubicBezTo>
                  <a:pt x="134" y="38"/>
                  <a:pt x="137" y="31"/>
                  <a:pt x="142" y="26"/>
                </a:cubicBezTo>
                <a:cubicBezTo>
                  <a:pt x="143" y="24"/>
                  <a:pt x="144" y="23"/>
                  <a:pt x="144" y="23"/>
                </a:cubicBezTo>
                <a:cubicBezTo>
                  <a:pt x="144" y="23"/>
                  <a:pt x="143" y="22"/>
                  <a:pt x="139" y="22"/>
                </a:cubicBezTo>
                <a:cubicBezTo>
                  <a:pt x="130" y="21"/>
                  <a:pt x="122" y="20"/>
                  <a:pt x="114" y="20"/>
                </a:cubicBezTo>
                <a:cubicBezTo>
                  <a:pt x="98" y="20"/>
                  <a:pt x="83" y="25"/>
                  <a:pt x="73" y="36"/>
                </a:cubicBezTo>
                <a:cubicBezTo>
                  <a:pt x="57" y="52"/>
                  <a:pt x="49" y="79"/>
                  <a:pt x="49" y="117"/>
                </a:cubicBezTo>
                <a:cubicBezTo>
                  <a:pt x="49" y="144"/>
                  <a:pt x="54" y="166"/>
                  <a:pt x="65" y="182"/>
                </a:cubicBezTo>
                <a:cubicBezTo>
                  <a:pt x="79" y="202"/>
                  <a:pt x="98" y="213"/>
                  <a:pt x="122" y="213"/>
                </a:cubicBezTo>
                <a:cubicBezTo>
                  <a:pt x="135" y="213"/>
                  <a:pt x="146" y="208"/>
                  <a:pt x="155" y="199"/>
                </a:cubicBezTo>
                <a:cubicBezTo>
                  <a:pt x="163" y="191"/>
                  <a:pt x="169" y="180"/>
                  <a:pt x="173" y="168"/>
                </a:cubicBezTo>
                <a:cubicBezTo>
                  <a:pt x="174" y="165"/>
                  <a:pt x="175" y="164"/>
                  <a:pt x="176" y="163"/>
                </a:cubicBezTo>
                <a:cubicBezTo>
                  <a:pt x="177" y="162"/>
                  <a:pt x="179" y="162"/>
                  <a:pt x="184" y="162"/>
                </a:cubicBezTo>
                <a:lnTo>
                  <a:pt x="191" y="162"/>
                </a:lnTo>
                <a:cubicBezTo>
                  <a:pt x="193" y="164"/>
                  <a:pt x="194" y="166"/>
                  <a:pt x="194" y="167"/>
                </a:cubicBezTo>
                <a:cubicBezTo>
                  <a:pt x="194" y="168"/>
                  <a:pt x="193" y="171"/>
                  <a:pt x="192" y="175"/>
                </a:cubicBezTo>
                <a:cubicBezTo>
                  <a:pt x="190" y="179"/>
                  <a:pt x="188" y="184"/>
                  <a:pt x="184" y="191"/>
                </a:cubicBezTo>
                <a:cubicBezTo>
                  <a:pt x="180" y="198"/>
                  <a:pt x="175" y="205"/>
                  <a:pt x="169" y="211"/>
                </a:cubicBezTo>
                <a:cubicBezTo>
                  <a:pt x="163" y="216"/>
                  <a:pt x="155" y="222"/>
                  <a:pt x="145" y="226"/>
                </a:cubicBezTo>
                <a:cubicBezTo>
                  <a:pt x="134" y="231"/>
                  <a:pt x="123" y="233"/>
                  <a:pt x="110" y="233"/>
                </a:cubicBezTo>
                <a:cubicBezTo>
                  <a:pt x="80" y="233"/>
                  <a:pt x="55" y="222"/>
                  <a:pt x="33" y="200"/>
                </a:cubicBezTo>
                <a:cubicBezTo>
                  <a:pt x="11" y="179"/>
                  <a:pt x="1" y="152"/>
                  <a:pt x="0" y="119"/>
                </a:cubicBezTo>
                <a:cubicBezTo>
                  <a:pt x="0" y="84"/>
                  <a:pt x="11" y="55"/>
                  <a:pt x="33" y="33"/>
                </a:cubicBezTo>
                <a:cubicBezTo>
                  <a:pt x="55" y="11"/>
                  <a:pt x="80" y="0"/>
                  <a:pt x="110" y="0"/>
                </a:cubicBezTo>
                <a:cubicBezTo>
                  <a:pt x="139" y="0"/>
                  <a:pt x="160" y="4"/>
                  <a:pt x="171" y="13"/>
                </a:cubicBezTo>
                <a:cubicBezTo>
                  <a:pt x="183" y="23"/>
                  <a:pt x="188" y="33"/>
                  <a:pt x="188" y="46"/>
                </a:cubicBezTo>
                <a:cubicBezTo>
                  <a:pt x="188" y="54"/>
                  <a:pt x="185" y="60"/>
                  <a:pt x="180" y="64"/>
                </a:cubicBezTo>
                <a:lnTo>
                  <a:pt x="171" y="72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7686720" y="2395800"/>
            <a:ext cx="41760" cy="122040"/>
          </a:xfrm>
          <a:custGeom>
            <a:avLst/>
            <a:gdLst/>
            <a:ahLst/>
            <a:rect l="0" t="0" r="r" b="b"/>
            <a:pathLst>
              <a:path w="116" h="339">
                <a:moveTo>
                  <a:pt x="21" y="30"/>
                </a:moveTo>
                <a:cubicBezTo>
                  <a:pt x="21" y="21"/>
                  <a:pt x="24" y="14"/>
                  <a:pt x="30" y="8"/>
                </a:cubicBezTo>
                <a:cubicBezTo>
                  <a:pt x="37" y="3"/>
                  <a:pt x="44" y="0"/>
                  <a:pt x="53" y="0"/>
                </a:cubicBezTo>
                <a:cubicBezTo>
                  <a:pt x="60" y="1"/>
                  <a:pt x="67" y="4"/>
                  <a:pt x="73" y="9"/>
                </a:cubicBezTo>
                <a:cubicBezTo>
                  <a:pt x="79" y="14"/>
                  <a:pt x="82" y="21"/>
                  <a:pt x="82" y="30"/>
                </a:cubicBezTo>
                <a:cubicBezTo>
                  <a:pt x="82" y="40"/>
                  <a:pt x="79" y="48"/>
                  <a:pt x="73" y="53"/>
                </a:cubicBezTo>
                <a:cubicBezTo>
                  <a:pt x="67" y="58"/>
                  <a:pt x="60" y="61"/>
                  <a:pt x="52" y="61"/>
                </a:cubicBezTo>
                <a:cubicBezTo>
                  <a:pt x="43" y="61"/>
                  <a:pt x="36" y="58"/>
                  <a:pt x="30" y="53"/>
                </a:cubicBezTo>
                <a:cubicBezTo>
                  <a:pt x="25" y="48"/>
                  <a:pt x="22" y="40"/>
                  <a:pt x="21" y="30"/>
                </a:cubicBezTo>
                <a:moveTo>
                  <a:pt x="112" y="339"/>
                </a:moveTo>
                <a:cubicBezTo>
                  <a:pt x="107" y="338"/>
                  <a:pt x="89" y="338"/>
                  <a:pt x="59" y="338"/>
                </a:cubicBezTo>
                <a:cubicBezTo>
                  <a:pt x="55" y="338"/>
                  <a:pt x="49" y="338"/>
                  <a:pt x="40" y="338"/>
                </a:cubicBezTo>
                <a:cubicBezTo>
                  <a:pt x="31" y="338"/>
                  <a:pt x="23" y="338"/>
                  <a:pt x="15" y="339"/>
                </a:cubicBezTo>
                <a:lnTo>
                  <a:pt x="4" y="339"/>
                </a:lnTo>
                <a:lnTo>
                  <a:pt x="0" y="339"/>
                </a:lnTo>
                <a:lnTo>
                  <a:pt x="0" y="316"/>
                </a:lnTo>
                <a:lnTo>
                  <a:pt x="8" y="316"/>
                </a:lnTo>
                <a:cubicBezTo>
                  <a:pt x="17" y="316"/>
                  <a:pt x="25" y="316"/>
                  <a:pt x="33" y="315"/>
                </a:cubicBezTo>
                <a:cubicBezTo>
                  <a:pt x="36" y="313"/>
                  <a:pt x="37" y="311"/>
                  <a:pt x="38" y="309"/>
                </a:cubicBezTo>
                <a:cubicBezTo>
                  <a:pt x="39" y="307"/>
                  <a:pt x="39" y="300"/>
                  <a:pt x="39" y="288"/>
                </a:cubicBezTo>
                <a:lnTo>
                  <a:pt x="39" y="235"/>
                </a:lnTo>
                <a:lnTo>
                  <a:pt x="39" y="190"/>
                </a:lnTo>
                <a:cubicBezTo>
                  <a:pt x="39" y="173"/>
                  <a:pt x="39" y="161"/>
                  <a:pt x="38" y="157"/>
                </a:cubicBezTo>
                <a:cubicBezTo>
                  <a:pt x="37" y="152"/>
                  <a:pt x="35" y="149"/>
                  <a:pt x="31" y="147"/>
                </a:cubicBezTo>
                <a:cubicBezTo>
                  <a:pt x="26" y="145"/>
                  <a:pt x="18" y="144"/>
                  <a:pt x="7" y="144"/>
                </a:cubicBezTo>
                <a:lnTo>
                  <a:pt x="2" y="144"/>
                </a:lnTo>
                <a:lnTo>
                  <a:pt x="2" y="132"/>
                </a:lnTo>
                <a:cubicBezTo>
                  <a:pt x="2" y="124"/>
                  <a:pt x="2" y="120"/>
                  <a:pt x="3" y="120"/>
                </a:cubicBezTo>
                <a:lnTo>
                  <a:pt x="8" y="120"/>
                </a:lnTo>
                <a:cubicBezTo>
                  <a:pt x="11" y="120"/>
                  <a:pt x="16" y="119"/>
                  <a:pt x="22" y="119"/>
                </a:cubicBezTo>
                <a:cubicBezTo>
                  <a:pt x="28" y="119"/>
                  <a:pt x="34" y="118"/>
                  <a:pt x="40" y="118"/>
                </a:cubicBezTo>
                <a:cubicBezTo>
                  <a:pt x="46" y="118"/>
                  <a:pt x="52" y="117"/>
                  <a:pt x="58" y="117"/>
                </a:cubicBezTo>
                <a:cubicBezTo>
                  <a:pt x="65" y="116"/>
                  <a:pt x="70" y="116"/>
                  <a:pt x="73" y="115"/>
                </a:cubicBezTo>
                <a:cubicBezTo>
                  <a:pt x="76" y="115"/>
                  <a:pt x="78" y="114"/>
                  <a:pt x="79" y="115"/>
                </a:cubicBezTo>
                <a:lnTo>
                  <a:pt x="80" y="115"/>
                </a:lnTo>
                <a:lnTo>
                  <a:pt x="80" y="308"/>
                </a:lnTo>
                <a:cubicBezTo>
                  <a:pt x="82" y="311"/>
                  <a:pt x="84" y="313"/>
                  <a:pt x="86" y="314"/>
                </a:cubicBezTo>
                <a:cubicBezTo>
                  <a:pt x="88" y="315"/>
                  <a:pt x="94" y="315"/>
                  <a:pt x="105" y="316"/>
                </a:cubicBezTo>
                <a:lnTo>
                  <a:pt x="116" y="316"/>
                </a:lnTo>
                <a:lnTo>
                  <a:pt x="116" y="339"/>
                </a:lnTo>
                <a:lnTo>
                  <a:pt x="112" y="33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7737480" y="2436120"/>
            <a:ext cx="70920" cy="83880"/>
          </a:xfrm>
          <a:custGeom>
            <a:avLst/>
            <a:gdLst/>
            <a:ahLst/>
            <a:rect l="0" t="0" r="r" b="b"/>
            <a:pathLst>
              <a:path w="197" h="233">
                <a:moveTo>
                  <a:pt x="0" y="117"/>
                </a:moveTo>
                <a:cubicBezTo>
                  <a:pt x="0" y="99"/>
                  <a:pt x="4" y="82"/>
                  <a:pt x="10" y="66"/>
                </a:cubicBezTo>
                <a:cubicBezTo>
                  <a:pt x="17" y="50"/>
                  <a:pt x="25" y="38"/>
                  <a:pt x="36" y="29"/>
                </a:cubicBezTo>
                <a:cubicBezTo>
                  <a:pt x="46" y="19"/>
                  <a:pt x="58" y="12"/>
                  <a:pt x="69" y="7"/>
                </a:cubicBezTo>
                <a:cubicBezTo>
                  <a:pt x="81" y="3"/>
                  <a:pt x="92" y="0"/>
                  <a:pt x="103" y="0"/>
                </a:cubicBezTo>
                <a:cubicBezTo>
                  <a:pt x="121" y="0"/>
                  <a:pt x="136" y="3"/>
                  <a:pt x="149" y="9"/>
                </a:cubicBezTo>
                <a:cubicBezTo>
                  <a:pt x="162" y="15"/>
                  <a:pt x="171" y="23"/>
                  <a:pt x="178" y="34"/>
                </a:cubicBezTo>
                <a:cubicBezTo>
                  <a:pt x="185" y="45"/>
                  <a:pt x="190" y="56"/>
                  <a:pt x="192" y="67"/>
                </a:cubicBezTo>
                <a:cubicBezTo>
                  <a:pt x="195" y="78"/>
                  <a:pt x="197" y="90"/>
                  <a:pt x="197" y="103"/>
                </a:cubicBezTo>
                <a:cubicBezTo>
                  <a:pt x="197" y="106"/>
                  <a:pt x="196" y="108"/>
                  <a:pt x="193" y="110"/>
                </a:cubicBezTo>
                <a:lnTo>
                  <a:pt x="50" y="110"/>
                </a:lnTo>
                <a:lnTo>
                  <a:pt x="50" y="118"/>
                </a:lnTo>
                <a:cubicBezTo>
                  <a:pt x="50" y="168"/>
                  <a:pt x="68" y="198"/>
                  <a:pt x="101" y="209"/>
                </a:cubicBezTo>
                <a:cubicBezTo>
                  <a:pt x="108" y="211"/>
                  <a:pt x="115" y="212"/>
                  <a:pt x="124" y="212"/>
                </a:cubicBezTo>
                <a:cubicBezTo>
                  <a:pt x="138" y="212"/>
                  <a:pt x="150" y="207"/>
                  <a:pt x="160" y="196"/>
                </a:cubicBezTo>
                <a:cubicBezTo>
                  <a:pt x="166" y="190"/>
                  <a:pt x="170" y="183"/>
                  <a:pt x="174" y="175"/>
                </a:cubicBezTo>
                <a:lnTo>
                  <a:pt x="179" y="163"/>
                </a:lnTo>
                <a:cubicBezTo>
                  <a:pt x="180" y="162"/>
                  <a:pt x="182" y="161"/>
                  <a:pt x="187" y="161"/>
                </a:cubicBezTo>
                <a:lnTo>
                  <a:pt x="188" y="161"/>
                </a:lnTo>
                <a:cubicBezTo>
                  <a:pt x="194" y="161"/>
                  <a:pt x="197" y="163"/>
                  <a:pt x="197" y="166"/>
                </a:cubicBezTo>
                <a:cubicBezTo>
                  <a:pt x="197" y="167"/>
                  <a:pt x="196" y="170"/>
                  <a:pt x="195" y="173"/>
                </a:cubicBezTo>
                <a:cubicBezTo>
                  <a:pt x="189" y="191"/>
                  <a:pt x="178" y="206"/>
                  <a:pt x="164" y="217"/>
                </a:cubicBezTo>
                <a:cubicBezTo>
                  <a:pt x="149" y="227"/>
                  <a:pt x="132" y="233"/>
                  <a:pt x="113" y="233"/>
                </a:cubicBezTo>
                <a:cubicBezTo>
                  <a:pt x="81" y="233"/>
                  <a:pt x="54" y="221"/>
                  <a:pt x="33" y="198"/>
                </a:cubicBezTo>
                <a:cubicBezTo>
                  <a:pt x="11" y="175"/>
                  <a:pt x="1" y="148"/>
                  <a:pt x="0" y="117"/>
                </a:cubicBezTo>
                <a:moveTo>
                  <a:pt x="155" y="88"/>
                </a:moveTo>
                <a:cubicBezTo>
                  <a:pt x="152" y="44"/>
                  <a:pt x="136" y="21"/>
                  <a:pt x="107" y="18"/>
                </a:cubicBezTo>
                <a:lnTo>
                  <a:pt x="106" y="18"/>
                </a:lnTo>
                <a:cubicBezTo>
                  <a:pt x="104" y="18"/>
                  <a:pt x="101" y="19"/>
                  <a:pt x="98" y="19"/>
                </a:cubicBezTo>
                <a:cubicBezTo>
                  <a:pt x="96" y="19"/>
                  <a:pt x="91" y="21"/>
                  <a:pt x="86" y="23"/>
                </a:cubicBezTo>
                <a:cubicBezTo>
                  <a:pt x="80" y="25"/>
                  <a:pt x="75" y="29"/>
                  <a:pt x="71" y="34"/>
                </a:cubicBezTo>
                <a:cubicBezTo>
                  <a:pt x="67" y="38"/>
                  <a:pt x="63" y="45"/>
                  <a:pt x="59" y="54"/>
                </a:cubicBezTo>
                <a:cubicBezTo>
                  <a:pt x="56" y="63"/>
                  <a:pt x="52" y="75"/>
                  <a:pt x="50" y="89"/>
                </a:cubicBezTo>
                <a:lnTo>
                  <a:pt x="50" y="92"/>
                </a:lnTo>
                <a:lnTo>
                  <a:pt x="155" y="92"/>
                </a:lnTo>
                <a:lnTo>
                  <a:pt x="155" y="8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7817760" y="2437200"/>
            <a:ext cx="94680" cy="80640"/>
          </a:xfrm>
          <a:custGeom>
            <a:avLst/>
            <a:gdLst/>
            <a:ahLst/>
            <a:rect l="0" t="0" r="r" b="b"/>
            <a:pathLst>
              <a:path w="263" h="224">
                <a:moveTo>
                  <a:pt x="8" y="201"/>
                </a:moveTo>
                <a:lnTo>
                  <a:pt x="15" y="201"/>
                </a:lnTo>
                <a:cubicBezTo>
                  <a:pt x="28" y="201"/>
                  <a:pt x="36" y="199"/>
                  <a:pt x="39" y="194"/>
                </a:cubicBezTo>
                <a:lnTo>
                  <a:pt x="39" y="190"/>
                </a:lnTo>
                <a:cubicBezTo>
                  <a:pt x="39" y="187"/>
                  <a:pt x="39" y="183"/>
                  <a:pt x="39" y="178"/>
                </a:cubicBezTo>
                <a:cubicBezTo>
                  <a:pt x="39" y="174"/>
                  <a:pt x="39" y="168"/>
                  <a:pt x="39" y="163"/>
                </a:cubicBezTo>
                <a:cubicBezTo>
                  <a:pt x="39" y="157"/>
                  <a:pt x="39" y="150"/>
                  <a:pt x="40" y="143"/>
                </a:cubicBezTo>
                <a:cubicBezTo>
                  <a:pt x="40" y="135"/>
                  <a:pt x="40" y="128"/>
                  <a:pt x="40" y="122"/>
                </a:cubicBezTo>
                <a:cubicBezTo>
                  <a:pt x="40" y="111"/>
                  <a:pt x="40" y="100"/>
                  <a:pt x="40" y="88"/>
                </a:cubicBezTo>
                <a:cubicBezTo>
                  <a:pt x="40" y="76"/>
                  <a:pt x="39" y="67"/>
                  <a:pt x="39" y="58"/>
                </a:cubicBezTo>
                <a:lnTo>
                  <a:pt x="39" y="47"/>
                </a:lnTo>
                <a:cubicBezTo>
                  <a:pt x="38" y="40"/>
                  <a:pt x="36" y="36"/>
                  <a:pt x="32" y="34"/>
                </a:cubicBezTo>
                <a:cubicBezTo>
                  <a:pt x="28" y="31"/>
                  <a:pt x="21" y="30"/>
                  <a:pt x="9" y="29"/>
                </a:cubicBezTo>
                <a:lnTo>
                  <a:pt x="0" y="29"/>
                </a:lnTo>
                <a:lnTo>
                  <a:pt x="0" y="17"/>
                </a:lnTo>
                <a:cubicBezTo>
                  <a:pt x="0" y="9"/>
                  <a:pt x="1" y="5"/>
                  <a:pt x="1" y="5"/>
                </a:cubicBezTo>
                <a:lnTo>
                  <a:pt x="6" y="5"/>
                </a:lnTo>
                <a:cubicBezTo>
                  <a:pt x="10" y="5"/>
                  <a:pt x="14" y="4"/>
                  <a:pt x="20" y="4"/>
                </a:cubicBezTo>
                <a:cubicBezTo>
                  <a:pt x="26" y="4"/>
                  <a:pt x="33" y="3"/>
                  <a:pt x="39" y="3"/>
                </a:cubicBezTo>
                <a:cubicBezTo>
                  <a:pt x="45" y="3"/>
                  <a:pt x="51" y="2"/>
                  <a:pt x="57" y="2"/>
                </a:cubicBezTo>
                <a:cubicBezTo>
                  <a:pt x="64" y="1"/>
                  <a:pt x="69" y="1"/>
                  <a:pt x="72" y="0"/>
                </a:cubicBezTo>
                <a:cubicBezTo>
                  <a:pt x="75" y="0"/>
                  <a:pt x="77" y="-1"/>
                  <a:pt x="79" y="0"/>
                </a:cubicBezTo>
                <a:lnTo>
                  <a:pt x="80" y="0"/>
                </a:lnTo>
                <a:lnTo>
                  <a:pt x="80" y="20"/>
                </a:lnTo>
                <a:cubicBezTo>
                  <a:pt x="80" y="34"/>
                  <a:pt x="80" y="40"/>
                  <a:pt x="81" y="40"/>
                </a:cubicBezTo>
                <a:cubicBezTo>
                  <a:pt x="81" y="40"/>
                  <a:pt x="82" y="39"/>
                  <a:pt x="83" y="38"/>
                </a:cubicBezTo>
                <a:cubicBezTo>
                  <a:pt x="84" y="36"/>
                  <a:pt x="86" y="34"/>
                  <a:pt x="89" y="29"/>
                </a:cubicBezTo>
                <a:cubicBezTo>
                  <a:pt x="92" y="26"/>
                  <a:pt x="95" y="23"/>
                  <a:pt x="99" y="20"/>
                </a:cubicBezTo>
                <a:cubicBezTo>
                  <a:pt x="102" y="17"/>
                  <a:pt x="107" y="14"/>
                  <a:pt x="113" y="10"/>
                </a:cubicBezTo>
                <a:cubicBezTo>
                  <a:pt x="119" y="7"/>
                  <a:pt x="126" y="4"/>
                  <a:pt x="133" y="2"/>
                </a:cubicBezTo>
                <a:cubicBezTo>
                  <a:pt x="139" y="1"/>
                  <a:pt x="148" y="0"/>
                  <a:pt x="158" y="0"/>
                </a:cubicBezTo>
                <a:cubicBezTo>
                  <a:pt x="197" y="1"/>
                  <a:pt x="218" y="20"/>
                  <a:pt x="223" y="58"/>
                </a:cubicBezTo>
                <a:cubicBezTo>
                  <a:pt x="223" y="60"/>
                  <a:pt x="223" y="84"/>
                  <a:pt x="223" y="128"/>
                </a:cubicBezTo>
                <a:lnTo>
                  <a:pt x="223" y="172"/>
                </a:lnTo>
                <a:cubicBezTo>
                  <a:pt x="223" y="185"/>
                  <a:pt x="223" y="192"/>
                  <a:pt x="224" y="194"/>
                </a:cubicBezTo>
                <a:cubicBezTo>
                  <a:pt x="225" y="197"/>
                  <a:pt x="227" y="198"/>
                  <a:pt x="230" y="200"/>
                </a:cubicBezTo>
                <a:cubicBezTo>
                  <a:pt x="237" y="201"/>
                  <a:pt x="245" y="201"/>
                  <a:pt x="254" y="201"/>
                </a:cubicBezTo>
                <a:lnTo>
                  <a:pt x="263" y="201"/>
                </a:lnTo>
                <a:lnTo>
                  <a:pt x="263" y="224"/>
                </a:lnTo>
                <a:lnTo>
                  <a:pt x="259" y="224"/>
                </a:lnTo>
                <a:lnTo>
                  <a:pt x="246" y="224"/>
                </a:lnTo>
                <a:cubicBezTo>
                  <a:pt x="239" y="223"/>
                  <a:pt x="230" y="223"/>
                  <a:pt x="221" y="223"/>
                </a:cubicBezTo>
                <a:cubicBezTo>
                  <a:pt x="212" y="223"/>
                  <a:pt x="206" y="223"/>
                  <a:pt x="202" y="223"/>
                </a:cubicBezTo>
                <a:cubicBezTo>
                  <a:pt x="167" y="223"/>
                  <a:pt x="148" y="223"/>
                  <a:pt x="145" y="224"/>
                </a:cubicBezTo>
                <a:lnTo>
                  <a:pt x="141" y="224"/>
                </a:lnTo>
                <a:lnTo>
                  <a:pt x="141" y="201"/>
                </a:lnTo>
                <a:lnTo>
                  <a:pt x="149" y="201"/>
                </a:lnTo>
                <a:cubicBezTo>
                  <a:pt x="170" y="201"/>
                  <a:pt x="180" y="198"/>
                  <a:pt x="180" y="193"/>
                </a:cubicBezTo>
                <a:cubicBezTo>
                  <a:pt x="181" y="192"/>
                  <a:pt x="181" y="169"/>
                  <a:pt x="181" y="123"/>
                </a:cubicBezTo>
                <a:cubicBezTo>
                  <a:pt x="180" y="78"/>
                  <a:pt x="180" y="54"/>
                  <a:pt x="180" y="51"/>
                </a:cubicBezTo>
                <a:cubicBezTo>
                  <a:pt x="178" y="41"/>
                  <a:pt x="174" y="34"/>
                  <a:pt x="170" y="29"/>
                </a:cubicBezTo>
                <a:cubicBezTo>
                  <a:pt x="165" y="24"/>
                  <a:pt x="161" y="21"/>
                  <a:pt x="157" y="20"/>
                </a:cubicBezTo>
                <a:cubicBezTo>
                  <a:pt x="154" y="19"/>
                  <a:pt x="150" y="19"/>
                  <a:pt x="144" y="19"/>
                </a:cubicBezTo>
                <a:cubicBezTo>
                  <a:pt x="129" y="19"/>
                  <a:pt x="116" y="25"/>
                  <a:pt x="104" y="37"/>
                </a:cubicBezTo>
                <a:cubicBezTo>
                  <a:pt x="95" y="46"/>
                  <a:pt x="89" y="56"/>
                  <a:pt x="87" y="65"/>
                </a:cubicBezTo>
                <a:cubicBezTo>
                  <a:pt x="85" y="74"/>
                  <a:pt x="83" y="88"/>
                  <a:pt x="83" y="107"/>
                </a:cubicBezTo>
                <a:lnTo>
                  <a:pt x="83" y="139"/>
                </a:lnTo>
                <a:lnTo>
                  <a:pt x="83" y="170"/>
                </a:lnTo>
                <a:cubicBezTo>
                  <a:pt x="83" y="180"/>
                  <a:pt x="83" y="187"/>
                  <a:pt x="84" y="190"/>
                </a:cubicBezTo>
                <a:cubicBezTo>
                  <a:pt x="84" y="193"/>
                  <a:pt x="84" y="195"/>
                  <a:pt x="85" y="196"/>
                </a:cubicBezTo>
                <a:cubicBezTo>
                  <a:pt x="86" y="197"/>
                  <a:pt x="87" y="198"/>
                  <a:pt x="90" y="200"/>
                </a:cubicBezTo>
                <a:cubicBezTo>
                  <a:pt x="97" y="201"/>
                  <a:pt x="105" y="201"/>
                  <a:pt x="114" y="201"/>
                </a:cubicBezTo>
                <a:lnTo>
                  <a:pt x="123" y="201"/>
                </a:lnTo>
                <a:lnTo>
                  <a:pt x="123" y="224"/>
                </a:lnTo>
                <a:lnTo>
                  <a:pt x="118" y="224"/>
                </a:lnTo>
                <a:lnTo>
                  <a:pt x="107" y="224"/>
                </a:lnTo>
                <a:cubicBezTo>
                  <a:pt x="99" y="223"/>
                  <a:pt x="90" y="223"/>
                  <a:pt x="81" y="223"/>
                </a:cubicBezTo>
                <a:cubicBezTo>
                  <a:pt x="71" y="223"/>
                  <a:pt x="65" y="223"/>
                  <a:pt x="61" y="223"/>
                </a:cubicBezTo>
                <a:cubicBezTo>
                  <a:pt x="26" y="223"/>
                  <a:pt x="7" y="223"/>
                  <a:pt x="4" y="224"/>
                </a:cubicBezTo>
                <a:lnTo>
                  <a:pt x="0" y="224"/>
                </a:lnTo>
                <a:lnTo>
                  <a:pt x="0" y="201"/>
                </a:lnTo>
                <a:lnTo>
                  <a:pt x="8" y="20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7917840" y="2405520"/>
            <a:ext cx="57600" cy="114120"/>
          </a:xfrm>
          <a:custGeom>
            <a:avLst/>
            <a:gdLst/>
            <a:ahLst/>
            <a:rect l="0" t="0" r="r" b="b"/>
            <a:pathLst>
              <a:path w="160" h="317">
                <a:moveTo>
                  <a:pt x="4" y="98"/>
                </a:moveTo>
                <a:cubicBezTo>
                  <a:pt x="22" y="97"/>
                  <a:pt x="37" y="87"/>
                  <a:pt x="47" y="70"/>
                </a:cubicBezTo>
                <a:cubicBezTo>
                  <a:pt x="57" y="52"/>
                  <a:pt x="62" y="32"/>
                  <a:pt x="63" y="8"/>
                </a:cubicBezTo>
                <a:lnTo>
                  <a:pt x="63" y="0"/>
                </a:lnTo>
                <a:lnTo>
                  <a:pt x="83" y="0"/>
                </a:lnTo>
                <a:lnTo>
                  <a:pt x="83" y="93"/>
                </a:lnTo>
                <a:lnTo>
                  <a:pt x="151" y="93"/>
                </a:lnTo>
                <a:lnTo>
                  <a:pt x="151" y="118"/>
                </a:lnTo>
                <a:lnTo>
                  <a:pt x="83" y="118"/>
                </a:lnTo>
                <a:lnTo>
                  <a:pt x="83" y="190"/>
                </a:lnTo>
                <a:cubicBezTo>
                  <a:pt x="84" y="233"/>
                  <a:pt x="84" y="256"/>
                  <a:pt x="84" y="262"/>
                </a:cubicBezTo>
                <a:cubicBezTo>
                  <a:pt x="84" y="267"/>
                  <a:pt x="85" y="273"/>
                  <a:pt x="87" y="278"/>
                </a:cubicBezTo>
                <a:cubicBezTo>
                  <a:pt x="92" y="291"/>
                  <a:pt x="100" y="298"/>
                  <a:pt x="112" y="298"/>
                </a:cubicBezTo>
                <a:cubicBezTo>
                  <a:pt x="127" y="298"/>
                  <a:pt x="136" y="286"/>
                  <a:pt x="139" y="262"/>
                </a:cubicBezTo>
                <a:cubicBezTo>
                  <a:pt x="140" y="259"/>
                  <a:pt x="140" y="251"/>
                  <a:pt x="140" y="238"/>
                </a:cubicBezTo>
                <a:lnTo>
                  <a:pt x="140" y="221"/>
                </a:lnTo>
                <a:lnTo>
                  <a:pt x="160" y="221"/>
                </a:lnTo>
                <a:lnTo>
                  <a:pt x="160" y="238"/>
                </a:lnTo>
                <a:lnTo>
                  <a:pt x="160" y="245"/>
                </a:lnTo>
                <a:cubicBezTo>
                  <a:pt x="160" y="270"/>
                  <a:pt x="153" y="290"/>
                  <a:pt x="139" y="304"/>
                </a:cubicBezTo>
                <a:cubicBezTo>
                  <a:pt x="130" y="313"/>
                  <a:pt x="118" y="317"/>
                  <a:pt x="103" y="317"/>
                </a:cubicBezTo>
                <a:cubicBezTo>
                  <a:pt x="92" y="317"/>
                  <a:pt x="82" y="315"/>
                  <a:pt x="74" y="311"/>
                </a:cubicBezTo>
                <a:cubicBezTo>
                  <a:pt x="65" y="307"/>
                  <a:pt x="59" y="302"/>
                  <a:pt x="54" y="296"/>
                </a:cubicBezTo>
                <a:cubicBezTo>
                  <a:pt x="50" y="289"/>
                  <a:pt x="47" y="283"/>
                  <a:pt x="45" y="278"/>
                </a:cubicBezTo>
                <a:cubicBezTo>
                  <a:pt x="43" y="273"/>
                  <a:pt x="42" y="267"/>
                  <a:pt x="41" y="262"/>
                </a:cubicBezTo>
                <a:cubicBezTo>
                  <a:pt x="41" y="259"/>
                  <a:pt x="41" y="234"/>
                  <a:pt x="41" y="187"/>
                </a:cubicBezTo>
                <a:lnTo>
                  <a:pt x="41" y="118"/>
                </a:lnTo>
                <a:lnTo>
                  <a:pt x="0" y="118"/>
                </a:lnTo>
                <a:lnTo>
                  <a:pt x="0" y="98"/>
                </a:lnTo>
                <a:lnTo>
                  <a:pt x="4" y="98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7995240" y="2381040"/>
            <a:ext cx="43920" cy="182520"/>
          </a:xfrm>
          <a:custGeom>
            <a:avLst/>
            <a:gdLst/>
            <a:ahLst/>
            <a:rect l="0" t="0" r="r" b="b"/>
            <a:pathLst>
              <a:path w="122" h="507">
                <a:moveTo>
                  <a:pt x="3" y="1"/>
                </a:moveTo>
                <a:lnTo>
                  <a:pt x="5" y="0"/>
                </a:lnTo>
                <a:cubicBezTo>
                  <a:pt x="6" y="0"/>
                  <a:pt x="8" y="0"/>
                  <a:pt x="10" y="0"/>
                </a:cubicBezTo>
                <a:lnTo>
                  <a:pt x="16" y="0"/>
                </a:lnTo>
                <a:lnTo>
                  <a:pt x="30" y="12"/>
                </a:lnTo>
                <a:cubicBezTo>
                  <a:pt x="63" y="41"/>
                  <a:pt x="86" y="77"/>
                  <a:pt x="100" y="119"/>
                </a:cubicBezTo>
                <a:cubicBezTo>
                  <a:pt x="115" y="162"/>
                  <a:pt x="122" y="208"/>
                  <a:pt x="122" y="254"/>
                </a:cubicBezTo>
                <a:cubicBezTo>
                  <a:pt x="122" y="277"/>
                  <a:pt x="120" y="299"/>
                  <a:pt x="117" y="320"/>
                </a:cubicBezTo>
                <a:cubicBezTo>
                  <a:pt x="114" y="341"/>
                  <a:pt x="110" y="359"/>
                  <a:pt x="105" y="374"/>
                </a:cubicBezTo>
                <a:cubicBezTo>
                  <a:pt x="101" y="389"/>
                  <a:pt x="95" y="404"/>
                  <a:pt x="87" y="419"/>
                </a:cubicBezTo>
                <a:cubicBezTo>
                  <a:pt x="79" y="434"/>
                  <a:pt x="72" y="445"/>
                  <a:pt x="67" y="453"/>
                </a:cubicBezTo>
                <a:cubicBezTo>
                  <a:pt x="63" y="460"/>
                  <a:pt x="56" y="469"/>
                  <a:pt x="46" y="478"/>
                </a:cubicBezTo>
                <a:cubicBezTo>
                  <a:pt x="37" y="488"/>
                  <a:pt x="31" y="493"/>
                  <a:pt x="29" y="495"/>
                </a:cubicBezTo>
                <a:cubicBezTo>
                  <a:pt x="28" y="497"/>
                  <a:pt x="24" y="500"/>
                  <a:pt x="18" y="505"/>
                </a:cubicBezTo>
                <a:cubicBezTo>
                  <a:pt x="17" y="506"/>
                  <a:pt x="16" y="506"/>
                  <a:pt x="16" y="507"/>
                </a:cubicBezTo>
                <a:lnTo>
                  <a:pt x="10" y="507"/>
                </a:lnTo>
                <a:cubicBezTo>
                  <a:pt x="7" y="507"/>
                  <a:pt x="5" y="507"/>
                  <a:pt x="4" y="507"/>
                </a:cubicBezTo>
                <a:cubicBezTo>
                  <a:pt x="3" y="507"/>
                  <a:pt x="2" y="506"/>
                  <a:pt x="2" y="505"/>
                </a:cubicBezTo>
                <a:cubicBezTo>
                  <a:pt x="1" y="504"/>
                  <a:pt x="0" y="503"/>
                  <a:pt x="0" y="501"/>
                </a:cubicBezTo>
                <a:cubicBezTo>
                  <a:pt x="0" y="500"/>
                  <a:pt x="2" y="498"/>
                  <a:pt x="6" y="494"/>
                </a:cubicBezTo>
                <a:cubicBezTo>
                  <a:pt x="59" y="440"/>
                  <a:pt x="85" y="360"/>
                  <a:pt x="85" y="254"/>
                </a:cubicBezTo>
                <a:cubicBezTo>
                  <a:pt x="85" y="147"/>
                  <a:pt x="59" y="67"/>
                  <a:pt x="6" y="13"/>
                </a:cubicBezTo>
                <a:cubicBezTo>
                  <a:pt x="2" y="9"/>
                  <a:pt x="0" y="6"/>
                  <a:pt x="0" y="6"/>
                </a:cubicBezTo>
                <a:cubicBezTo>
                  <a:pt x="0" y="3"/>
                  <a:pt x="1" y="2"/>
                  <a:pt x="3" y="1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476280" y="2024280"/>
            <a:ext cx="6386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Core Utilisation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 The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Load Balance Score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summarises the entire picture: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644400" y="2811240"/>
            <a:ext cx="348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Score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 txBox="1"/>
          <p:nvPr/>
        </p:nvSpPr>
        <p:spPr>
          <a:xfrm>
            <a:off x="2300400" y="2811240"/>
            <a:ext cx="507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Meaning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4159440" y="2811240"/>
            <a:ext cx="382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Badge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609480" y="3115800"/>
            <a:ext cx="417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90–100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4095720" y="3114360"/>
            <a:ext cx="124200" cy="133920"/>
          </a:xfrm>
          <a:custGeom>
            <a:avLst/>
            <a:gdLst/>
            <a:ahLst/>
            <a:rect l="0" t="0" r="r" b="b"/>
            <a:pathLst>
              <a:path w="345" h="372">
                <a:moveTo>
                  <a:pt x="345" y="187"/>
                </a:moveTo>
                <a:cubicBezTo>
                  <a:pt x="345" y="199"/>
                  <a:pt x="343" y="211"/>
                  <a:pt x="341" y="223"/>
                </a:cubicBezTo>
                <a:cubicBezTo>
                  <a:pt x="339" y="235"/>
                  <a:pt x="336" y="246"/>
                  <a:pt x="331" y="257"/>
                </a:cubicBezTo>
                <a:cubicBezTo>
                  <a:pt x="327" y="269"/>
                  <a:pt x="322" y="279"/>
                  <a:pt x="316" y="289"/>
                </a:cubicBezTo>
                <a:cubicBezTo>
                  <a:pt x="309" y="300"/>
                  <a:pt x="302" y="309"/>
                  <a:pt x="294" y="318"/>
                </a:cubicBezTo>
                <a:cubicBezTo>
                  <a:pt x="286" y="326"/>
                  <a:pt x="277" y="334"/>
                  <a:pt x="268" y="341"/>
                </a:cubicBezTo>
                <a:cubicBezTo>
                  <a:pt x="259" y="347"/>
                  <a:pt x="249" y="353"/>
                  <a:pt x="238" y="358"/>
                </a:cubicBezTo>
                <a:cubicBezTo>
                  <a:pt x="228" y="362"/>
                  <a:pt x="217" y="366"/>
                  <a:pt x="206" y="368"/>
                </a:cubicBezTo>
                <a:cubicBezTo>
                  <a:pt x="195" y="371"/>
                  <a:pt x="184" y="372"/>
                  <a:pt x="173" y="372"/>
                </a:cubicBezTo>
                <a:cubicBezTo>
                  <a:pt x="161" y="372"/>
                  <a:pt x="150" y="371"/>
                  <a:pt x="139" y="368"/>
                </a:cubicBezTo>
                <a:cubicBezTo>
                  <a:pt x="128" y="366"/>
                  <a:pt x="117" y="362"/>
                  <a:pt x="106" y="358"/>
                </a:cubicBezTo>
                <a:cubicBezTo>
                  <a:pt x="95" y="353"/>
                  <a:pt x="85" y="347"/>
                  <a:pt x="76" y="341"/>
                </a:cubicBezTo>
                <a:cubicBezTo>
                  <a:pt x="67" y="334"/>
                  <a:pt x="58" y="326"/>
                  <a:pt x="50" y="318"/>
                </a:cubicBezTo>
                <a:cubicBezTo>
                  <a:pt x="42" y="309"/>
                  <a:pt x="35" y="300"/>
                  <a:pt x="29" y="289"/>
                </a:cubicBezTo>
                <a:cubicBezTo>
                  <a:pt x="22" y="279"/>
                  <a:pt x="17" y="269"/>
                  <a:pt x="13" y="257"/>
                </a:cubicBezTo>
                <a:cubicBezTo>
                  <a:pt x="8" y="246"/>
                  <a:pt x="5" y="235"/>
                  <a:pt x="3" y="223"/>
                </a:cubicBezTo>
                <a:cubicBezTo>
                  <a:pt x="1" y="211"/>
                  <a:pt x="0" y="199"/>
                  <a:pt x="0" y="187"/>
                </a:cubicBezTo>
                <a:cubicBezTo>
                  <a:pt x="0" y="174"/>
                  <a:pt x="1" y="162"/>
                  <a:pt x="3" y="150"/>
                </a:cubicBezTo>
                <a:cubicBezTo>
                  <a:pt x="5" y="139"/>
                  <a:pt x="8" y="127"/>
                  <a:pt x="13" y="116"/>
                </a:cubicBezTo>
                <a:cubicBezTo>
                  <a:pt x="17" y="104"/>
                  <a:pt x="22" y="94"/>
                  <a:pt x="29" y="84"/>
                </a:cubicBezTo>
                <a:cubicBezTo>
                  <a:pt x="35" y="74"/>
                  <a:pt x="42" y="64"/>
                  <a:pt x="50" y="56"/>
                </a:cubicBezTo>
                <a:cubicBezTo>
                  <a:pt x="58" y="47"/>
                  <a:pt x="67" y="38"/>
                  <a:pt x="76" y="32"/>
                </a:cubicBezTo>
                <a:cubicBezTo>
                  <a:pt x="85" y="25"/>
                  <a:pt x="95" y="19"/>
                  <a:pt x="106" y="14"/>
                </a:cubicBezTo>
                <a:cubicBezTo>
                  <a:pt x="117" y="10"/>
                  <a:pt x="128" y="6"/>
                  <a:pt x="139" y="4"/>
                </a:cubicBezTo>
                <a:cubicBezTo>
                  <a:pt x="150" y="2"/>
                  <a:pt x="161" y="0"/>
                  <a:pt x="173" y="0"/>
                </a:cubicBezTo>
                <a:cubicBezTo>
                  <a:pt x="184" y="0"/>
                  <a:pt x="195" y="2"/>
                  <a:pt x="206" y="4"/>
                </a:cubicBezTo>
                <a:cubicBezTo>
                  <a:pt x="217" y="6"/>
                  <a:pt x="228" y="10"/>
                  <a:pt x="238" y="14"/>
                </a:cubicBezTo>
                <a:cubicBezTo>
                  <a:pt x="249" y="19"/>
                  <a:pt x="259" y="25"/>
                  <a:pt x="268" y="32"/>
                </a:cubicBezTo>
                <a:cubicBezTo>
                  <a:pt x="277" y="38"/>
                  <a:pt x="286" y="47"/>
                  <a:pt x="294" y="56"/>
                </a:cubicBezTo>
                <a:cubicBezTo>
                  <a:pt x="302" y="64"/>
                  <a:pt x="309" y="74"/>
                  <a:pt x="316" y="84"/>
                </a:cubicBezTo>
                <a:cubicBezTo>
                  <a:pt x="322" y="94"/>
                  <a:pt x="327" y="104"/>
                  <a:pt x="331" y="116"/>
                </a:cubicBezTo>
                <a:cubicBezTo>
                  <a:pt x="336" y="127"/>
                  <a:pt x="339" y="139"/>
                  <a:pt x="341" y="150"/>
                </a:cubicBezTo>
                <a:cubicBezTo>
                  <a:pt x="343" y="162"/>
                  <a:pt x="345" y="174"/>
                  <a:pt x="345" y="187"/>
                </a:cubicBezTo>
                <a:close/>
              </a:path>
            </a:pathLst>
          </a:custGeom>
          <a:solidFill>
            <a:srgbClr val="78B1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1283400" y="3115800"/>
            <a:ext cx="1366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Well-balanced, σ &lt; 30 %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4224240" y="3115800"/>
            <a:ext cx="382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Green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609480" y="3430080"/>
            <a:ext cx="348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60–89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4095720" y="342864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345" y="172"/>
                </a:moveTo>
                <a:cubicBezTo>
                  <a:pt x="345" y="184"/>
                  <a:pt x="343" y="195"/>
                  <a:pt x="341" y="206"/>
                </a:cubicBezTo>
                <a:cubicBezTo>
                  <a:pt x="339" y="217"/>
                  <a:pt x="336" y="228"/>
                  <a:pt x="331" y="238"/>
                </a:cubicBezTo>
                <a:cubicBezTo>
                  <a:pt x="327" y="249"/>
                  <a:pt x="322" y="260"/>
                  <a:pt x="316" y="269"/>
                </a:cubicBezTo>
                <a:cubicBezTo>
                  <a:pt x="309" y="278"/>
                  <a:pt x="302" y="287"/>
                  <a:pt x="294" y="295"/>
                </a:cubicBezTo>
                <a:cubicBezTo>
                  <a:pt x="286" y="303"/>
                  <a:pt x="277" y="310"/>
                  <a:pt x="268" y="316"/>
                </a:cubicBezTo>
                <a:cubicBezTo>
                  <a:pt x="259" y="323"/>
                  <a:pt x="249" y="328"/>
                  <a:pt x="238" y="332"/>
                </a:cubicBezTo>
                <a:cubicBezTo>
                  <a:pt x="228" y="337"/>
                  <a:pt x="217" y="340"/>
                  <a:pt x="206" y="342"/>
                </a:cubicBezTo>
                <a:cubicBezTo>
                  <a:pt x="195" y="344"/>
                  <a:pt x="184" y="345"/>
                  <a:pt x="173" y="345"/>
                </a:cubicBezTo>
                <a:cubicBezTo>
                  <a:pt x="161" y="345"/>
                  <a:pt x="150" y="344"/>
                  <a:pt x="139" y="342"/>
                </a:cubicBezTo>
                <a:cubicBezTo>
                  <a:pt x="128" y="340"/>
                  <a:pt x="117" y="337"/>
                  <a:pt x="106" y="332"/>
                </a:cubicBezTo>
                <a:cubicBezTo>
                  <a:pt x="95" y="328"/>
                  <a:pt x="85" y="323"/>
                  <a:pt x="76" y="316"/>
                </a:cubicBezTo>
                <a:cubicBezTo>
                  <a:pt x="67" y="310"/>
                  <a:pt x="58" y="303"/>
                  <a:pt x="50" y="295"/>
                </a:cubicBezTo>
                <a:cubicBezTo>
                  <a:pt x="42" y="287"/>
                  <a:pt x="35" y="278"/>
                  <a:pt x="29" y="269"/>
                </a:cubicBezTo>
                <a:cubicBezTo>
                  <a:pt x="22" y="260"/>
                  <a:pt x="17" y="249"/>
                  <a:pt x="13" y="238"/>
                </a:cubicBezTo>
                <a:cubicBezTo>
                  <a:pt x="8" y="228"/>
                  <a:pt x="5" y="217"/>
                  <a:pt x="3" y="206"/>
                </a:cubicBezTo>
                <a:cubicBezTo>
                  <a:pt x="1" y="195"/>
                  <a:pt x="0" y="184"/>
                  <a:pt x="0" y="172"/>
                </a:cubicBezTo>
                <a:cubicBezTo>
                  <a:pt x="0" y="161"/>
                  <a:pt x="1" y="150"/>
                  <a:pt x="3" y="139"/>
                </a:cubicBezTo>
                <a:cubicBezTo>
                  <a:pt x="5" y="128"/>
                  <a:pt x="8" y="117"/>
                  <a:pt x="13" y="107"/>
                </a:cubicBezTo>
                <a:cubicBezTo>
                  <a:pt x="17" y="96"/>
                  <a:pt x="22" y="86"/>
                  <a:pt x="29" y="77"/>
                </a:cubicBezTo>
                <a:cubicBezTo>
                  <a:pt x="35" y="68"/>
                  <a:pt x="42" y="59"/>
                  <a:pt x="50" y="51"/>
                </a:cubicBezTo>
                <a:cubicBezTo>
                  <a:pt x="58" y="43"/>
                  <a:pt x="67" y="36"/>
                  <a:pt x="76" y="29"/>
                </a:cubicBezTo>
                <a:cubicBezTo>
                  <a:pt x="85" y="23"/>
                  <a:pt x="95" y="18"/>
                  <a:pt x="106" y="14"/>
                </a:cubicBezTo>
                <a:cubicBezTo>
                  <a:pt x="117" y="9"/>
                  <a:pt x="128" y="6"/>
                  <a:pt x="139" y="4"/>
                </a:cubicBezTo>
                <a:cubicBezTo>
                  <a:pt x="150" y="2"/>
                  <a:pt x="161" y="0"/>
                  <a:pt x="173" y="0"/>
                </a:cubicBezTo>
                <a:cubicBezTo>
                  <a:pt x="184" y="0"/>
                  <a:pt x="195" y="2"/>
                  <a:pt x="206" y="4"/>
                </a:cubicBezTo>
                <a:cubicBezTo>
                  <a:pt x="217" y="6"/>
                  <a:pt x="228" y="9"/>
                  <a:pt x="238" y="14"/>
                </a:cubicBezTo>
                <a:cubicBezTo>
                  <a:pt x="249" y="18"/>
                  <a:pt x="259" y="23"/>
                  <a:pt x="268" y="29"/>
                </a:cubicBezTo>
                <a:cubicBezTo>
                  <a:pt x="277" y="36"/>
                  <a:pt x="286" y="43"/>
                  <a:pt x="294" y="51"/>
                </a:cubicBezTo>
                <a:cubicBezTo>
                  <a:pt x="302" y="59"/>
                  <a:pt x="309" y="68"/>
                  <a:pt x="316" y="77"/>
                </a:cubicBezTo>
                <a:cubicBezTo>
                  <a:pt x="322" y="86"/>
                  <a:pt x="327" y="96"/>
                  <a:pt x="331" y="107"/>
                </a:cubicBezTo>
                <a:cubicBezTo>
                  <a:pt x="336" y="117"/>
                  <a:pt x="339" y="128"/>
                  <a:pt x="341" y="139"/>
                </a:cubicBezTo>
                <a:cubicBezTo>
                  <a:pt x="343" y="150"/>
                  <a:pt x="345" y="161"/>
                  <a:pt x="345" y="172"/>
                </a:cubicBezTo>
                <a:close/>
              </a:path>
            </a:pathLst>
          </a:custGeom>
          <a:solidFill>
            <a:srgbClr val="FDCB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1283400" y="3430080"/>
            <a:ext cx="1132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Moderate imbalance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4224240" y="3430080"/>
            <a:ext cx="403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Amber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609480" y="3744360"/>
            <a:ext cx="247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&lt; 60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4095720" y="3743280"/>
            <a:ext cx="124200" cy="124200"/>
          </a:xfrm>
          <a:custGeom>
            <a:avLst/>
            <a:gdLst/>
            <a:ahLst/>
            <a:rect l="0" t="0" r="r" b="b"/>
            <a:pathLst>
              <a:path w="345" h="345">
                <a:moveTo>
                  <a:pt x="345" y="173"/>
                </a:moveTo>
                <a:cubicBezTo>
                  <a:pt x="345" y="184"/>
                  <a:pt x="343" y="195"/>
                  <a:pt x="341" y="206"/>
                </a:cubicBezTo>
                <a:cubicBezTo>
                  <a:pt x="339" y="217"/>
                  <a:pt x="336" y="228"/>
                  <a:pt x="331" y="238"/>
                </a:cubicBezTo>
                <a:cubicBezTo>
                  <a:pt x="327" y="249"/>
                  <a:pt x="322" y="259"/>
                  <a:pt x="316" y="268"/>
                </a:cubicBezTo>
                <a:cubicBezTo>
                  <a:pt x="309" y="278"/>
                  <a:pt x="302" y="286"/>
                  <a:pt x="294" y="294"/>
                </a:cubicBezTo>
                <a:cubicBezTo>
                  <a:pt x="286" y="302"/>
                  <a:pt x="277" y="309"/>
                  <a:pt x="268" y="316"/>
                </a:cubicBezTo>
                <a:cubicBezTo>
                  <a:pt x="259" y="322"/>
                  <a:pt x="249" y="327"/>
                  <a:pt x="238" y="331"/>
                </a:cubicBezTo>
                <a:cubicBezTo>
                  <a:pt x="228" y="336"/>
                  <a:pt x="217" y="339"/>
                  <a:pt x="206" y="341"/>
                </a:cubicBezTo>
                <a:cubicBezTo>
                  <a:pt x="195" y="343"/>
                  <a:pt x="184" y="345"/>
                  <a:pt x="173" y="345"/>
                </a:cubicBezTo>
                <a:cubicBezTo>
                  <a:pt x="161" y="345"/>
                  <a:pt x="150" y="343"/>
                  <a:pt x="139" y="341"/>
                </a:cubicBezTo>
                <a:cubicBezTo>
                  <a:pt x="128" y="339"/>
                  <a:pt x="117" y="336"/>
                  <a:pt x="106" y="331"/>
                </a:cubicBezTo>
                <a:cubicBezTo>
                  <a:pt x="95" y="327"/>
                  <a:pt x="85" y="322"/>
                  <a:pt x="76" y="316"/>
                </a:cubicBezTo>
                <a:cubicBezTo>
                  <a:pt x="67" y="309"/>
                  <a:pt x="58" y="302"/>
                  <a:pt x="50" y="294"/>
                </a:cubicBezTo>
                <a:cubicBezTo>
                  <a:pt x="42" y="286"/>
                  <a:pt x="35" y="278"/>
                  <a:pt x="29" y="268"/>
                </a:cubicBezTo>
                <a:cubicBezTo>
                  <a:pt x="22" y="259"/>
                  <a:pt x="17" y="249"/>
                  <a:pt x="13" y="238"/>
                </a:cubicBezTo>
                <a:cubicBezTo>
                  <a:pt x="8" y="228"/>
                  <a:pt x="5" y="217"/>
                  <a:pt x="3" y="206"/>
                </a:cubicBezTo>
                <a:cubicBezTo>
                  <a:pt x="1" y="195"/>
                  <a:pt x="0" y="184"/>
                  <a:pt x="0" y="173"/>
                </a:cubicBezTo>
                <a:cubicBezTo>
                  <a:pt x="0" y="161"/>
                  <a:pt x="1" y="150"/>
                  <a:pt x="3" y="139"/>
                </a:cubicBezTo>
                <a:cubicBezTo>
                  <a:pt x="5" y="128"/>
                  <a:pt x="8" y="117"/>
                  <a:pt x="13" y="107"/>
                </a:cubicBezTo>
                <a:cubicBezTo>
                  <a:pt x="17" y="96"/>
                  <a:pt x="22" y="86"/>
                  <a:pt x="29" y="77"/>
                </a:cubicBezTo>
                <a:cubicBezTo>
                  <a:pt x="35" y="68"/>
                  <a:pt x="42" y="58"/>
                  <a:pt x="50" y="50"/>
                </a:cubicBezTo>
                <a:cubicBezTo>
                  <a:pt x="58" y="42"/>
                  <a:pt x="67" y="35"/>
                  <a:pt x="76" y="29"/>
                </a:cubicBezTo>
                <a:cubicBezTo>
                  <a:pt x="85" y="22"/>
                  <a:pt x="95" y="17"/>
                  <a:pt x="106" y="13"/>
                </a:cubicBezTo>
                <a:cubicBezTo>
                  <a:pt x="117" y="8"/>
                  <a:pt x="128" y="5"/>
                  <a:pt x="139" y="3"/>
                </a:cubicBezTo>
                <a:cubicBezTo>
                  <a:pt x="150" y="1"/>
                  <a:pt x="161" y="0"/>
                  <a:pt x="173" y="0"/>
                </a:cubicBezTo>
                <a:cubicBezTo>
                  <a:pt x="184" y="0"/>
                  <a:pt x="195" y="1"/>
                  <a:pt x="206" y="3"/>
                </a:cubicBezTo>
                <a:cubicBezTo>
                  <a:pt x="217" y="5"/>
                  <a:pt x="228" y="8"/>
                  <a:pt x="238" y="13"/>
                </a:cubicBezTo>
                <a:cubicBezTo>
                  <a:pt x="249" y="17"/>
                  <a:pt x="259" y="22"/>
                  <a:pt x="268" y="29"/>
                </a:cubicBezTo>
                <a:cubicBezTo>
                  <a:pt x="277" y="35"/>
                  <a:pt x="286" y="42"/>
                  <a:pt x="294" y="50"/>
                </a:cubicBezTo>
                <a:cubicBezTo>
                  <a:pt x="302" y="58"/>
                  <a:pt x="309" y="68"/>
                  <a:pt x="316" y="77"/>
                </a:cubicBezTo>
                <a:cubicBezTo>
                  <a:pt x="322" y="86"/>
                  <a:pt x="327" y="96"/>
                  <a:pt x="331" y="107"/>
                </a:cubicBezTo>
                <a:cubicBezTo>
                  <a:pt x="336" y="117"/>
                  <a:pt x="339" y="128"/>
                  <a:pt x="341" y="139"/>
                </a:cubicBezTo>
                <a:cubicBezTo>
                  <a:pt x="343" y="150"/>
                  <a:pt x="345" y="161"/>
                  <a:pt x="345" y="173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283400" y="3744360"/>
            <a:ext cx="2543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Severe imbalance; one or few cores dominate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224240" y="3744360"/>
            <a:ext cx="264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Red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476280" y="4130280"/>
            <a:ext cx="13626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Escalation Path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1380240" y="4554000"/>
            <a:ext cx="570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Symptom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4554000" y="4554000"/>
            <a:ext cx="507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Drill into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09480" y="4858920"/>
            <a:ext cx="1879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One core &gt; 90 %, others near-idle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2976840" y="4858920"/>
            <a:ext cx="2090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Affinity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tasks may be pinned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609480" y="5173200"/>
            <a:ext cx="2091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All cores high but one persistently low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976840" y="5173200"/>
            <a:ext cx="3663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Preemption Chain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+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Mutex/Semaphore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a lock serialises work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609480" y="5487480"/>
            <a:ext cx="2112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IDLE% unexpectedly high everywhere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2976840" y="5487480"/>
            <a:ext cx="27993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Trace Health (TICK)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tickless idle may be active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5638680" y="3010320"/>
            <a:ext cx="91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Step 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4372920" y="3610800"/>
            <a:ext cx="348480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Task-Level Timing — Execution Time &amp; WCET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475920" y="1714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475920" y="5114880"/>
            <a:ext cx="11239920" cy="381240"/>
          </a:xfrm>
          <a:custGeom>
            <a:avLst/>
            <a:gdLst/>
            <a:ahLst/>
            <a:rect l="0" t="0" r="r" b="b"/>
            <a:pathLst>
              <a:path w="31222" h="1059">
                <a:moveTo>
                  <a:pt x="0" y="0"/>
                </a:moveTo>
                <a:lnTo>
                  <a:pt x="31222" y="0"/>
                </a:lnTo>
                <a:lnTo>
                  <a:pt x="3122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B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475920" y="5114880"/>
            <a:ext cx="38520" cy="381240"/>
          </a:xfrm>
          <a:custGeom>
            <a:avLst/>
            <a:gdLst/>
            <a:ahLst/>
            <a:rect l="0" t="0" r="r" b="b"/>
            <a:pathLst>
              <a:path w="107" h="1059">
                <a:moveTo>
                  <a:pt x="0" y="0"/>
                </a:moveTo>
                <a:lnTo>
                  <a:pt x="107" y="0"/>
                </a:lnTo>
                <a:lnTo>
                  <a:pt x="10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0A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476280" y="1370160"/>
            <a:ext cx="40377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How Long Do Tasks Actually Run?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476280" y="1891800"/>
            <a:ext cx="33030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Reading Execution Time Distributions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476280" y="2252880"/>
            <a:ext cx="4616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Execution Time Per Slice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 click any task row.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628560" y="30859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1" y="84"/>
                  <a:pt x="0" y="76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476280" y="2633760"/>
            <a:ext cx="2482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The distribution chart has two layers: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781200" y="3015000"/>
            <a:ext cx="4464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Scatter plot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each point is one slice; x = start time, y = duration.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628560" y="3581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4"/>
                  <a:pt x="13" y="26"/>
                  <a:pt x="19" y="20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7" y="13"/>
                  <a:pt x="114" y="20"/>
                </a:cubicBezTo>
                <a:cubicBezTo>
                  <a:pt x="120" y="26"/>
                  <a:pt x="125" y="34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781200" y="3243600"/>
            <a:ext cx="4151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 isolated outlier far above the cluster is a WCET candidate.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781200" y="3510000"/>
            <a:ext cx="73400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Histogram + CDF overlay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the blue CDF curve shows what fraction of slices finish within a given duration.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476280" y="3873240"/>
            <a:ext cx="15753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Finding the WCET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611640" y="4224600"/>
            <a:ext cx="5480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1. Sort by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column — click the cell link to zoom the timeline to that exact slice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611640" y="4491360"/>
            <a:ext cx="7140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2. Compare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vs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p95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if they diverge significantly, the worst case is a rare spike, not a systematic issue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611640" y="4757760"/>
            <a:ext cx="5269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3. Use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p95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(not Max) as the design-margin number when the max is an outlier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666720" y="5214960"/>
            <a:ext cx="6608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If Max &gt;&gt; p95, suspect an external interrupt or OS overhead — not a deterministic execution path.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11778840" y="63558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475920" y="733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476280" y="904680"/>
            <a:ext cx="8096400" cy="5953320"/>
          </a:xfrm>
          <a:custGeom>
            <a:avLst/>
            <a:gdLst/>
            <a:ahLst/>
            <a:rect l="0" t="0" r="r" b="b"/>
            <a:pathLst>
              <a:path w="22490" h="16537">
                <a:moveTo>
                  <a:pt x="0" y="0"/>
                </a:moveTo>
                <a:lnTo>
                  <a:pt x="22490" y="0"/>
                </a:lnTo>
                <a:lnTo>
                  <a:pt x="22490" y="16537"/>
                </a:lnTo>
                <a:lnTo>
                  <a:pt x="0" y="1653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76280" y="388800"/>
            <a:ext cx="32385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Execution Time Distribution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634320" y="997200"/>
            <a:ext cx="1603440" cy="154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1" u="none" strike="noStrik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CS[8] — Execution Time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476280" y="1339560"/>
            <a:ext cx="8096400" cy="5518440"/>
          </a:xfrm>
          <a:custGeom>
            <a:avLst/>
            <a:gdLst/>
            <a:ahLst/>
            <a:rect l="0" t="0" r="r" b="b"/>
            <a:pathLst>
              <a:path w="22490" h="15329">
                <a:moveTo>
                  <a:pt x="0" y="0"/>
                </a:moveTo>
                <a:lnTo>
                  <a:pt x="22490" y="0"/>
                </a:lnTo>
                <a:lnTo>
                  <a:pt x="22490" y="15329"/>
                </a:lnTo>
                <a:lnTo>
                  <a:pt x="0" y="15329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1186920" y="1497960"/>
            <a:ext cx="6970680" cy="0"/>
          </a:xfrm>
          <a:prstGeom prst="line">
            <a:avLst/>
          </a:prstGeom>
          <a:ln w="97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186920" y="2165040"/>
            <a:ext cx="6970680" cy="0"/>
          </a:xfrm>
          <a:prstGeom prst="line">
            <a:avLst/>
          </a:prstGeom>
          <a:ln w="97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186920" y="2832480"/>
            <a:ext cx="6970680" cy="0"/>
          </a:xfrm>
          <a:prstGeom prst="line">
            <a:avLst/>
          </a:prstGeom>
          <a:ln w="97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186920" y="3499560"/>
            <a:ext cx="6970680" cy="0"/>
          </a:xfrm>
          <a:prstGeom prst="line">
            <a:avLst/>
          </a:prstGeom>
          <a:ln w="97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186920" y="4167000"/>
            <a:ext cx="6970680" cy="0"/>
          </a:xfrm>
          <a:prstGeom prst="line">
            <a:avLst/>
          </a:prstGeom>
          <a:ln w="97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186920" y="1497960"/>
            <a:ext cx="0" cy="2669040"/>
          </a:xfrm>
          <a:prstGeom prst="line">
            <a:avLst/>
          </a:prstGeom>
          <a:ln w="97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186920" y="4167000"/>
            <a:ext cx="6970680" cy="0"/>
          </a:xfrm>
          <a:prstGeom prst="line">
            <a:avLst/>
          </a:prstGeom>
          <a:ln w="97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634320" y="1190880"/>
            <a:ext cx="435564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Scatter: x = slice start time, y = slice duration · Histogram: distribution of slice durations · 346 points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751680" y="144576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975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751680" y="211284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731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51680" y="278028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488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751680" y="344736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244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870480" y="4114800"/>
            <a:ext cx="239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889920" y="4312440"/>
            <a:ext cx="5972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215.502 ms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4375440" y="4312440"/>
            <a:ext cx="5972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308.923 ms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860600" y="4312440"/>
            <a:ext cx="5972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402.343 ms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4405680" y="4384800"/>
            <a:ext cx="2412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186920" y="3596400"/>
            <a:ext cx="6951240" cy="10080"/>
          </a:xfrm>
          <a:custGeom>
            <a:avLst/>
            <a:gdLst/>
            <a:ahLst/>
            <a:rect l="0" t="0" r="r" b="b"/>
            <a:pathLst>
              <a:path w="19309" h="28">
                <a:moveTo>
                  <a:pt x="0" y="0"/>
                </a:moveTo>
                <a:lnTo>
                  <a:pt x="110" y="0"/>
                </a:lnTo>
                <a:lnTo>
                  <a:pt x="110" y="28"/>
                </a:lnTo>
                <a:lnTo>
                  <a:pt x="0" y="28"/>
                </a:lnTo>
                <a:lnTo>
                  <a:pt x="0" y="0"/>
                </a:lnTo>
                <a:moveTo>
                  <a:pt x="192" y="0"/>
                </a:moveTo>
                <a:lnTo>
                  <a:pt x="302" y="0"/>
                </a:lnTo>
                <a:lnTo>
                  <a:pt x="302" y="28"/>
                </a:lnTo>
                <a:lnTo>
                  <a:pt x="192" y="28"/>
                </a:lnTo>
                <a:lnTo>
                  <a:pt x="192" y="0"/>
                </a:lnTo>
                <a:moveTo>
                  <a:pt x="384" y="0"/>
                </a:moveTo>
                <a:lnTo>
                  <a:pt x="494" y="0"/>
                </a:lnTo>
                <a:lnTo>
                  <a:pt x="494" y="28"/>
                </a:lnTo>
                <a:lnTo>
                  <a:pt x="384" y="28"/>
                </a:lnTo>
                <a:lnTo>
                  <a:pt x="384" y="0"/>
                </a:lnTo>
                <a:moveTo>
                  <a:pt x="576" y="0"/>
                </a:moveTo>
                <a:lnTo>
                  <a:pt x="686" y="0"/>
                </a:lnTo>
                <a:lnTo>
                  <a:pt x="686" y="28"/>
                </a:lnTo>
                <a:lnTo>
                  <a:pt x="576" y="28"/>
                </a:lnTo>
                <a:lnTo>
                  <a:pt x="576" y="0"/>
                </a:lnTo>
                <a:moveTo>
                  <a:pt x="768" y="0"/>
                </a:moveTo>
                <a:lnTo>
                  <a:pt x="878" y="0"/>
                </a:lnTo>
                <a:lnTo>
                  <a:pt x="878" y="28"/>
                </a:lnTo>
                <a:lnTo>
                  <a:pt x="768" y="28"/>
                </a:lnTo>
                <a:lnTo>
                  <a:pt x="768" y="0"/>
                </a:lnTo>
                <a:moveTo>
                  <a:pt x="960" y="0"/>
                </a:moveTo>
                <a:lnTo>
                  <a:pt x="1070" y="0"/>
                </a:lnTo>
                <a:lnTo>
                  <a:pt x="1070" y="28"/>
                </a:lnTo>
                <a:lnTo>
                  <a:pt x="960" y="28"/>
                </a:lnTo>
                <a:lnTo>
                  <a:pt x="960" y="0"/>
                </a:lnTo>
                <a:moveTo>
                  <a:pt x="1152" y="0"/>
                </a:moveTo>
                <a:lnTo>
                  <a:pt x="1262" y="0"/>
                </a:lnTo>
                <a:lnTo>
                  <a:pt x="1262" y="28"/>
                </a:lnTo>
                <a:lnTo>
                  <a:pt x="1152" y="28"/>
                </a:lnTo>
                <a:lnTo>
                  <a:pt x="1152" y="0"/>
                </a:lnTo>
                <a:moveTo>
                  <a:pt x="1344" y="0"/>
                </a:moveTo>
                <a:lnTo>
                  <a:pt x="1454" y="0"/>
                </a:lnTo>
                <a:lnTo>
                  <a:pt x="1454" y="28"/>
                </a:lnTo>
                <a:lnTo>
                  <a:pt x="1344" y="28"/>
                </a:lnTo>
                <a:lnTo>
                  <a:pt x="1344" y="0"/>
                </a:lnTo>
                <a:moveTo>
                  <a:pt x="1536" y="0"/>
                </a:moveTo>
                <a:lnTo>
                  <a:pt x="1646" y="0"/>
                </a:lnTo>
                <a:lnTo>
                  <a:pt x="1646" y="28"/>
                </a:lnTo>
                <a:lnTo>
                  <a:pt x="1536" y="28"/>
                </a:lnTo>
                <a:lnTo>
                  <a:pt x="1536" y="0"/>
                </a:lnTo>
                <a:moveTo>
                  <a:pt x="1728" y="0"/>
                </a:moveTo>
                <a:lnTo>
                  <a:pt x="1838" y="0"/>
                </a:lnTo>
                <a:lnTo>
                  <a:pt x="1838" y="28"/>
                </a:lnTo>
                <a:lnTo>
                  <a:pt x="1728" y="28"/>
                </a:lnTo>
                <a:lnTo>
                  <a:pt x="1728" y="0"/>
                </a:lnTo>
                <a:moveTo>
                  <a:pt x="1920" y="0"/>
                </a:moveTo>
                <a:lnTo>
                  <a:pt x="2030" y="0"/>
                </a:lnTo>
                <a:lnTo>
                  <a:pt x="2030" y="28"/>
                </a:lnTo>
                <a:lnTo>
                  <a:pt x="1920" y="28"/>
                </a:lnTo>
                <a:lnTo>
                  <a:pt x="1920" y="0"/>
                </a:lnTo>
                <a:moveTo>
                  <a:pt x="2112" y="0"/>
                </a:moveTo>
                <a:lnTo>
                  <a:pt x="2222" y="0"/>
                </a:lnTo>
                <a:lnTo>
                  <a:pt x="2222" y="28"/>
                </a:lnTo>
                <a:lnTo>
                  <a:pt x="2112" y="28"/>
                </a:lnTo>
                <a:lnTo>
                  <a:pt x="2112" y="0"/>
                </a:lnTo>
                <a:moveTo>
                  <a:pt x="2304" y="0"/>
                </a:moveTo>
                <a:lnTo>
                  <a:pt x="2414" y="0"/>
                </a:lnTo>
                <a:lnTo>
                  <a:pt x="2414" y="28"/>
                </a:lnTo>
                <a:lnTo>
                  <a:pt x="2304" y="28"/>
                </a:lnTo>
                <a:lnTo>
                  <a:pt x="2304" y="0"/>
                </a:lnTo>
                <a:moveTo>
                  <a:pt x="2496" y="0"/>
                </a:moveTo>
                <a:lnTo>
                  <a:pt x="2606" y="0"/>
                </a:lnTo>
                <a:lnTo>
                  <a:pt x="2606" y="28"/>
                </a:lnTo>
                <a:lnTo>
                  <a:pt x="2496" y="28"/>
                </a:lnTo>
                <a:lnTo>
                  <a:pt x="2496" y="0"/>
                </a:lnTo>
                <a:moveTo>
                  <a:pt x="2688" y="0"/>
                </a:moveTo>
                <a:lnTo>
                  <a:pt x="2798" y="0"/>
                </a:lnTo>
                <a:lnTo>
                  <a:pt x="2798" y="28"/>
                </a:lnTo>
                <a:lnTo>
                  <a:pt x="2688" y="28"/>
                </a:lnTo>
                <a:lnTo>
                  <a:pt x="2688" y="0"/>
                </a:lnTo>
                <a:moveTo>
                  <a:pt x="2880" y="0"/>
                </a:moveTo>
                <a:lnTo>
                  <a:pt x="2990" y="0"/>
                </a:lnTo>
                <a:lnTo>
                  <a:pt x="2990" y="28"/>
                </a:lnTo>
                <a:lnTo>
                  <a:pt x="2880" y="28"/>
                </a:lnTo>
                <a:lnTo>
                  <a:pt x="2880" y="0"/>
                </a:lnTo>
                <a:moveTo>
                  <a:pt x="3072" y="0"/>
                </a:moveTo>
                <a:lnTo>
                  <a:pt x="3182" y="0"/>
                </a:lnTo>
                <a:lnTo>
                  <a:pt x="3182" y="28"/>
                </a:lnTo>
                <a:lnTo>
                  <a:pt x="3072" y="28"/>
                </a:lnTo>
                <a:lnTo>
                  <a:pt x="3072" y="0"/>
                </a:lnTo>
                <a:moveTo>
                  <a:pt x="3264" y="0"/>
                </a:moveTo>
                <a:lnTo>
                  <a:pt x="3374" y="0"/>
                </a:lnTo>
                <a:lnTo>
                  <a:pt x="3374" y="28"/>
                </a:lnTo>
                <a:lnTo>
                  <a:pt x="3264" y="28"/>
                </a:lnTo>
                <a:lnTo>
                  <a:pt x="3264" y="0"/>
                </a:lnTo>
                <a:moveTo>
                  <a:pt x="3456" y="0"/>
                </a:moveTo>
                <a:lnTo>
                  <a:pt x="3566" y="0"/>
                </a:lnTo>
                <a:lnTo>
                  <a:pt x="3566" y="28"/>
                </a:lnTo>
                <a:lnTo>
                  <a:pt x="3456" y="28"/>
                </a:lnTo>
                <a:lnTo>
                  <a:pt x="3456" y="0"/>
                </a:lnTo>
                <a:moveTo>
                  <a:pt x="3648" y="0"/>
                </a:moveTo>
                <a:lnTo>
                  <a:pt x="3758" y="0"/>
                </a:lnTo>
                <a:lnTo>
                  <a:pt x="3758" y="28"/>
                </a:lnTo>
                <a:lnTo>
                  <a:pt x="3648" y="28"/>
                </a:lnTo>
                <a:lnTo>
                  <a:pt x="3648" y="0"/>
                </a:lnTo>
                <a:moveTo>
                  <a:pt x="3840" y="0"/>
                </a:moveTo>
                <a:lnTo>
                  <a:pt x="3950" y="0"/>
                </a:lnTo>
                <a:lnTo>
                  <a:pt x="3950" y="28"/>
                </a:lnTo>
                <a:lnTo>
                  <a:pt x="3840" y="28"/>
                </a:lnTo>
                <a:lnTo>
                  <a:pt x="3840" y="0"/>
                </a:lnTo>
                <a:moveTo>
                  <a:pt x="4032" y="0"/>
                </a:moveTo>
                <a:lnTo>
                  <a:pt x="4142" y="0"/>
                </a:lnTo>
                <a:lnTo>
                  <a:pt x="4142" y="28"/>
                </a:lnTo>
                <a:lnTo>
                  <a:pt x="4032" y="28"/>
                </a:lnTo>
                <a:lnTo>
                  <a:pt x="4032" y="0"/>
                </a:lnTo>
                <a:moveTo>
                  <a:pt x="4224" y="0"/>
                </a:moveTo>
                <a:lnTo>
                  <a:pt x="4334" y="0"/>
                </a:lnTo>
                <a:lnTo>
                  <a:pt x="4334" y="28"/>
                </a:lnTo>
                <a:lnTo>
                  <a:pt x="4224" y="28"/>
                </a:lnTo>
                <a:lnTo>
                  <a:pt x="4224" y="0"/>
                </a:lnTo>
                <a:moveTo>
                  <a:pt x="4416" y="0"/>
                </a:moveTo>
                <a:lnTo>
                  <a:pt x="4526" y="0"/>
                </a:lnTo>
                <a:lnTo>
                  <a:pt x="4526" y="28"/>
                </a:lnTo>
                <a:lnTo>
                  <a:pt x="4416" y="28"/>
                </a:lnTo>
                <a:lnTo>
                  <a:pt x="4416" y="0"/>
                </a:lnTo>
                <a:moveTo>
                  <a:pt x="4608" y="0"/>
                </a:moveTo>
                <a:lnTo>
                  <a:pt x="4718" y="0"/>
                </a:lnTo>
                <a:lnTo>
                  <a:pt x="4718" y="28"/>
                </a:lnTo>
                <a:lnTo>
                  <a:pt x="4608" y="28"/>
                </a:lnTo>
                <a:lnTo>
                  <a:pt x="4608" y="0"/>
                </a:lnTo>
                <a:moveTo>
                  <a:pt x="4800" y="0"/>
                </a:moveTo>
                <a:lnTo>
                  <a:pt x="4909" y="0"/>
                </a:lnTo>
                <a:lnTo>
                  <a:pt x="4909" y="28"/>
                </a:lnTo>
                <a:lnTo>
                  <a:pt x="4800" y="28"/>
                </a:lnTo>
                <a:lnTo>
                  <a:pt x="4800" y="0"/>
                </a:lnTo>
                <a:moveTo>
                  <a:pt x="4992" y="0"/>
                </a:moveTo>
                <a:lnTo>
                  <a:pt x="5101" y="0"/>
                </a:lnTo>
                <a:lnTo>
                  <a:pt x="5101" y="28"/>
                </a:lnTo>
                <a:lnTo>
                  <a:pt x="4992" y="28"/>
                </a:lnTo>
                <a:lnTo>
                  <a:pt x="4992" y="0"/>
                </a:lnTo>
                <a:moveTo>
                  <a:pt x="5184" y="0"/>
                </a:moveTo>
                <a:lnTo>
                  <a:pt x="5293" y="0"/>
                </a:lnTo>
                <a:lnTo>
                  <a:pt x="5293" y="28"/>
                </a:lnTo>
                <a:lnTo>
                  <a:pt x="5184" y="28"/>
                </a:lnTo>
                <a:lnTo>
                  <a:pt x="5184" y="0"/>
                </a:lnTo>
                <a:moveTo>
                  <a:pt x="5376" y="0"/>
                </a:moveTo>
                <a:lnTo>
                  <a:pt x="5485" y="0"/>
                </a:lnTo>
                <a:lnTo>
                  <a:pt x="5485" y="28"/>
                </a:lnTo>
                <a:lnTo>
                  <a:pt x="5376" y="28"/>
                </a:lnTo>
                <a:lnTo>
                  <a:pt x="5376" y="0"/>
                </a:lnTo>
                <a:moveTo>
                  <a:pt x="5568" y="0"/>
                </a:moveTo>
                <a:lnTo>
                  <a:pt x="5677" y="0"/>
                </a:lnTo>
                <a:lnTo>
                  <a:pt x="5677" y="28"/>
                </a:lnTo>
                <a:lnTo>
                  <a:pt x="5568" y="28"/>
                </a:lnTo>
                <a:lnTo>
                  <a:pt x="5568" y="0"/>
                </a:lnTo>
                <a:moveTo>
                  <a:pt x="5760" y="0"/>
                </a:moveTo>
                <a:lnTo>
                  <a:pt x="5869" y="0"/>
                </a:lnTo>
                <a:lnTo>
                  <a:pt x="5869" y="28"/>
                </a:lnTo>
                <a:lnTo>
                  <a:pt x="5760" y="28"/>
                </a:lnTo>
                <a:lnTo>
                  <a:pt x="5760" y="0"/>
                </a:lnTo>
                <a:moveTo>
                  <a:pt x="5952" y="0"/>
                </a:moveTo>
                <a:lnTo>
                  <a:pt x="6061" y="0"/>
                </a:lnTo>
                <a:lnTo>
                  <a:pt x="6061" y="28"/>
                </a:lnTo>
                <a:lnTo>
                  <a:pt x="5952" y="28"/>
                </a:lnTo>
                <a:lnTo>
                  <a:pt x="5952" y="0"/>
                </a:lnTo>
                <a:moveTo>
                  <a:pt x="6144" y="0"/>
                </a:moveTo>
                <a:lnTo>
                  <a:pt x="6253" y="0"/>
                </a:lnTo>
                <a:lnTo>
                  <a:pt x="6253" y="28"/>
                </a:lnTo>
                <a:lnTo>
                  <a:pt x="6144" y="28"/>
                </a:lnTo>
                <a:lnTo>
                  <a:pt x="6144" y="0"/>
                </a:lnTo>
                <a:moveTo>
                  <a:pt x="6336" y="0"/>
                </a:moveTo>
                <a:lnTo>
                  <a:pt x="6446" y="0"/>
                </a:lnTo>
                <a:lnTo>
                  <a:pt x="6446" y="28"/>
                </a:lnTo>
                <a:lnTo>
                  <a:pt x="6336" y="28"/>
                </a:lnTo>
                <a:lnTo>
                  <a:pt x="6336" y="0"/>
                </a:lnTo>
                <a:moveTo>
                  <a:pt x="6529" y="0"/>
                </a:moveTo>
                <a:lnTo>
                  <a:pt x="6638" y="0"/>
                </a:lnTo>
                <a:lnTo>
                  <a:pt x="6638" y="28"/>
                </a:lnTo>
                <a:lnTo>
                  <a:pt x="6529" y="28"/>
                </a:lnTo>
                <a:lnTo>
                  <a:pt x="6529" y="0"/>
                </a:lnTo>
                <a:moveTo>
                  <a:pt x="6721" y="0"/>
                </a:moveTo>
                <a:lnTo>
                  <a:pt x="6830" y="0"/>
                </a:lnTo>
                <a:lnTo>
                  <a:pt x="6830" y="28"/>
                </a:lnTo>
                <a:lnTo>
                  <a:pt x="6721" y="28"/>
                </a:lnTo>
                <a:lnTo>
                  <a:pt x="6721" y="0"/>
                </a:lnTo>
                <a:moveTo>
                  <a:pt x="6913" y="0"/>
                </a:moveTo>
                <a:lnTo>
                  <a:pt x="7022" y="0"/>
                </a:lnTo>
                <a:lnTo>
                  <a:pt x="7022" y="28"/>
                </a:lnTo>
                <a:lnTo>
                  <a:pt x="6913" y="28"/>
                </a:lnTo>
                <a:lnTo>
                  <a:pt x="6913" y="0"/>
                </a:lnTo>
                <a:moveTo>
                  <a:pt x="7105" y="0"/>
                </a:moveTo>
                <a:lnTo>
                  <a:pt x="7214" y="0"/>
                </a:lnTo>
                <a:lnTo>
                  <a:pt x="7214" y="28"/>
                </a:lnTo>
                <a:lnTo>
                  <a:pt x="7105" y="28"/>
                </a:lnTo>
                <a:lnTo>
                  <a:pt x="7105" y="0"/>
                </a:lnTo>
                <a:moveTo>
                  <a:pt x="7297" y="0"/>
                </a:moveTo>
                <a:lnTo>
                  <a:pt x="7406" y="0"/>
                </a:lnTo>
                <a:lnTo>
                  <a:pt x="7406" y="28"/>
                </a:lnTo>
                <a:lnTo>
                  <a:pt x="7297" y="28"/>
                </a:lnTo>
                <a:lnTo>
                  <a:pt x="7297" y="0"/>
                </a:lnTo>
                <a:moveTo>
                  <a:pt x="7489" y="0"/>
                </a:moveTo>
                <a:lnTo>
                  <a:pt x="7598" y="0"/>
                </a:lnTo>
                <a:lnTo>
                  <a:pt x="7598" y="28"/>
                </a:lnTo>
                <a:lnTo>
                  <a:pt x="7489" y="28"/>
                </a:lnTo>
                <a:lnTo>
                  <a:pt x="7489" y="0"/>
                </a:lnTo>
                <a:moveTo>
                  <a:pt x="7681" y="0"/>
                </a:moveTo>
                <a:lnTo>
                  <a:pt x="7790" y="0"/>
                </a:lnTo>
                <a:lnTo>
                  <a:pt x="7790" y="28"/>
                </a:lnTo>
                <a:lnTo>
                  <a:pt x="7681" y="28"/>
                </a:lnTo>
                <a:lnTo>
                  <a:pt x="7681" y="0"/>
                </a:lnTo>
                <a:moveTo>
                  <a:pt x="7872" y="0"/>
                </a:moveTo>
                <a:lnTo>
                  <a:pt x="7982" y="0"/>
                </a:lnTo>
                <a:lnTo>
                  <a:pt x="7982" y="28"/>
                </a:lnTo>
                <a:lnTo>
                  <a:pt x="7872" y="28"/>
                </a:lnTo>
                <a:lnTo>
                  <a:pt x="7872" y="0"/>
                </a:lnTo>
                <a:moveTo>
                  <a:pt x="8064" y="0"/>
                </a:moveTo>
                <a:lnTo>
                  <a:pt x="8174" y="0"/>
                </a:lnTo>
                <a:lnTo>
                  <a:pt x="8174" y="28"/>
                </a:lnTo>
                <a:lnTo>
                  <a:pt x="8064" y="28"/>
                </a:lnTo>
                <a:lnTo>
                  <a:pt x="8064" y="0"/>
                </a:lnTo>
                <a:moveTo>
                  <a:pt x="8256" y="0"/>
                </a:moveTo>
                <a:lnTo>
                  <a:pt x="8366" y="0"/>
                </a:lnTo>
                <a:lnTo>
                  <a:pt x="8366" y="28"/>
                </a:lnTo>
                <a:lnTo>
                  <a:pt x="8256" y="28"/>
                </a:lnTo>
                <a:lnTo>
                  <a:pt x="8256" y="0"/>
                </a:lnTo>
                <a:moveTo>
                  <a:pt x="8448" y="0"/>
                </a:moveTo>
                <a:lnTo>
                  <a:pt x="8558" y="0"/>
                </a:lnTo>
                <a:lnTo>
                  <a:pt x="8558" y="28"/>
                </a:lnTo>
                <a:lnTo>
                  <a:pt x="8448" y="28"/>
                </a:lnTo>
                <a:lnTo>
                  <a:pt x="8448" y="0"/>
                </a:lnTo>
                <a:moveTo>
                  <a:pt x="8640" y="0"/>
                </a:moveTo>
                <a:lnTo>
                  <a:pt x="8750" y="0"/>
                </a:lnTo>
                <a:lnTo>
                  <a:pt x="8750" y="28"/>
                </a:lnTo>
                <a:lnTo>
                  <a:pt x="8640" y="28"/>
                </a:lnTo>
                <a:lnTo>
                  <a:pt x="8640" y="0"/>
                </a:lnTo>
                <a:moveTo>
                  <a:pt x="8832" y="0"/>
                </a:moveTo>
                <a:lnTo>
                  <a:pt x="8942" y="0"/>
                </a:lnTo>
                <a:lnTo>
                  <a:pt x="8942" y="28"/>
                </a:lnTo>
                <a:lnTo>
                  <a:pt x="8832" y="28"/>
                </a:lnTo>
                <a:lnTo>
                  <a:pt x="8832" y="0"/>
                </a:lnTo>
                <a:moveTo>
                  <a:pt x="9024" y="0"/>
                </a:moveTo>
                <a:lnTo>
                  <a:pt x="9134" y="0"/>
                </a:lnTo>
                <a:lnTo>
                  <a:pt x="9134" y="28"/>
                </a:lnTo>
                <a:lnTo>
                  <a:pt x="9024" y="28"/>
                </a:lnTo>
                <a:lnTo>
                  <a:pt x="9024" y="0"/>
                </a:lnTo>
                <a:moveTo>
                  <a:pt x="9216" y="0"/>
                </a:moveTo>
                <a:lnTo>
                  <a:pt x="9326" y="0"/>
                </a:lnTo>
                <a:lnTo>
                  <a:pt x="9326" y="28"/>
                </a:lnTo>
                <a:lnTo>
                  <a:pt x="9216" y="28"/>
                </a:lnTo>
                <a:lnTo>
                  <a:pt x="9216" y="0"/>
                </a:lnTo>
                <a:moveTo>
                  <a:pt x="9408" y="0"/>
                </a:moveTo>
                <a:lnTo>
                  <a:pt x="9518" y="0"/>
                </a:lnTo>
                <a:lnTo>
                  <a:pt x="9518" y="28"/>
                </a:lnTo>
                <a:lnTo>
                  <a:pt x="9408" y="28"/>
                </a:lnTo>
                <a:lnTo>
                  <a:pt x="9408" y="0"/>
                </a:lnTo>
                <a:moveTo>
                  <a:pt x="9600" y="0"/>
                </a:moveTo>
                <a:lnTo>
                  <a:pt x="9710" y="0"/>
                </a:lnTo>
                <a:lnTo>
                  <a:pt x="9710" y="28"/>
                </a:lnTo>
                <a:lnTo>
                  <a:pt x="9600" y="28"/>
                </a:lnTo>
                <a:lnTo>
                  <a:pt x="9600" y="0"/>
                </a:lnTo>
                <a:moveTo>
                  <a:pt x="9792" y="0"/>
                </a:moveTo>
                <a:lnTo>
                  <a:pt x="9902" y="0"/>
                </a:lnTo>
                <a:lnTo>
                  <a:pt x="9902" y="28"/>
                </a:lnTo>
                <a:lnTo>
                  <a:pt x="9792" y="28"/>
                </a:lnTo>
                <a:lnTo>
                  <a:pt x="9792" y="0"/>
                </a:lnTo>
                <a:moveTo>
                  <a:pt x="9984" y="0"/>
                </a:moveTo>
                <a:lnTo>
                  <a:pt x="10094" y="0"/>
                </a:lnTo>
                <a:lnTo>
                  <a:pt x="10094" y="28"/>
                </a:lnTo>
                <a:lnTo>
                  <a:pt x="9984" y="28"/>
                </a:lnTo>
                <a:lnTo>
                  <a:pt x="9984" y="0"/>
                </a:lnTo>
                <a:moveTo>
                  <a:pt x="10176" y="0"/>
                </a:moveTo>
                <a:lnTo>
                  <a:pt x="10286" y="0"/>
                </a:lnTo>
                <a:lnTo>
                  <a:pt x="10286" y="28"/>
                </a:lnTo>
                <a:lnTo>
                  <a:pt x="10176" y="28"/>
                </a:lnTo>
                <a:lnTo>
                  <a:pt x="10176" y="0"/>
                </a:lnTo>
                <a:moveTo>
                  <a:pt x="10368" y="0"/>
                </a:moveTo>
                <a:lnTo>
                  <a:pt x="10478" y="0"/>
                </a:lnTo>
                <a:lnTo>
                  <a:pt x="10478" y="28"/>
                </a:lnTo>
                <a:lnTo>
                  <a:pt x="10368" y="28"/>
                </a:lnTo>
                <a:lnTo>
                  <a:pt x="10368" y="0"/>
                </a:lnTo>
                <a:moveTo>
                  <a:pt x="10560" y="0"/>
                </a:moveTo>
                <a:lnTo>
                  <a:pt x="10670" y="0"/>
                </a:lnTo>
                <a:lnTo>
                  <a:pt x="10670" y="28"/>
                </a:lnTo>
                <a:lnTo>
                  <a:pt x="10560" y="28"/>
                </a:lnTo>
                <a:lnTo>
                  <a:pt x="10560" y="0"/>
                </a:lnTo>
                <a:moveTo>
                  <a:pt x="10752" y="0"/>
                </a:moveTo>
                <a:lnTo>
                  <a:pt x="10862" y="0"/>
                </a:lnTo>
                <a:lnTo>
                  <a:pt x="10862" y="28"/>
                </a:lnTo>
                <a:lnTo>
                  <a:pt x="10752" y="28"/>
                </a:lnTo>
                <a:lnTo>
                  <a:pt x="10752" y="0"/>
                </a:lnTo>
                <a:moveTo>
                  <a:pt x="10944" y="0"/>
                </a:moveTo>
                <a:lnTo>
                  <a:pt x="11054" y="0"/>
                </a:lnTo>
                <a:lnTo>
                  <a:pt x="11054" y="28"/>
                </a:lnTo>
                <a:lnTo>
                  <a:pt x="10944" y="28"/>
                </a:lnTo>
                <a:lnTo>
                  <a:pt x="10944" y="0"/>
                </a:lnTo>
                <a:moveTo>
                  <a:pt x="11136" y="0"/>
                </a:moveTo>
                <a:lnTo>
                  <a:pt x="11246" y="0"/>
                </a:lnTo>
                <a:lnTo>
                  <a:pt x="11246" y="28"/>
                </a:lnTo>
                <a:lnTo>
                  <a:pt x="11136" y="28"/>
                </a:lnTo>
                <a:lnTo>
                  <a:pt x="11136" y="0"/>
                </a:lnTo>
                <a:moveTo>
                  <a:pt x="11328" y="0"/>
                </a:moveTo>
                <a:lnTo>
                  <a:pt x="11438" y="0"/>
                </a:lnTo>
                <a:lnTo>
                  <a:pt x="11438" y="28"/>
                </a:lnTo>
                <a:lnTo>
                  <a:pt x="11328" y="28"/>
                </a:lnTo>
                <a:lnTo>
                  <a:pt x="11328" y="0"/>
                </a:lnTo>
                <a:moveTo>
                  <a:pt x="11520" y="0"/>
                </a:moveTo>
                <a:lnTo>
                  <a:pt x="11630" y="0"/>
                </a:lnTo>
                <a:lnTo>
                  <a:pt x="11630" y="28"/>
                </a:lnTo>
                <a:lnTo>
                  <a:pt x="11520" y="28"/>
                </a:lnTo>
                <a:lnTo>
                  <a:pt x="11520" y="0"/>
                </a:lnTo>
                <a:moveTo>
                  <a:pt x="11712" y="0"/>
                </a:moveTo>
                <a:lnTo>
                  <a:pt x="11822" y="0"/>
                </a:lnTo>
                <a:lnTo>
                  <a:pt x="11822" y="28"/>
                </a:lnTo>
                <a:lnTo>
                  <a:pt x="11712" y="28"/>
                </a:lnTo>
                <a:lnTo>
                  <a:pt x="11712" y="0"/>
                </a:lnTo>
                <a:moveTo>
                  <a:pt x="11904" y="0"/>
                </a:moveTo>
                <a:lnTo>
                  <a:pt x="12014" y="0"/>
                </a:lnTo>
                <a:lnTo>
                  <a:pt x="12014" y="28"/>
                </a:lnTo>
                <a:lnTo>
                  <a:pt x="11904" y="28"/>
                </a:lnTo>
                <a:lnTo>
                  <a:pt x="11904" y="0"/>
                </a:lnTo>
                <a:moveTo>
                  <a:pt x="12096" y="0"/>
                </a:moveTo>
                <a:lnTo>
                  <a:pt x="12206" y="0"/>
                </a:lnTo>
                <a:lnTo>
                  <a:pt x="12206" y="28"/>
                </a:lnTo>
                <a:lnTo>
                  <a:pt x="12096" y="28"/>
                </a:lnTo>
                <a:lnTo>
                  <a:pt x="12096" y="0"/>
                </a:lnTo>
                <a:moveTo>
                  <a:pt x="12288" y="0"/>
                </a:moveTo>
                <a:lnTo>
                  <a:pt x="12398" y="0"/>
                </a:lnTo>
                <a:lnTo>
                  <a:pt x="12398" y="28"/>
                </a:lnTo>
                <a:lnTo>
                  <a:pt x="12288" y="28"/>
                </a:lnTo>
                <a:lnTo>
                  <a:pt x="12288" y="0"/>
                </a:lnTo>
                <a:moveTo>
                  <a:pt x="12480" y="0"/>
                </a:moveTo>
                <a:lnTo>
                  <a:pt x="12590" y="0"/>
                </a:lnTo>
                <a:lnTo>
                  <a:pt x="12590" y="28"/>
                </a:lnTo>
                <a:lnTo>
                  <a:pt x="12480" y="28"/>
                </a:lnTo>
                <a:lnTo>
                  <a:pt x="12480" y="0"/>
                </a:lnTo>
                <a:moveTo>
                  <a:pt x="12672" y="0"/>
                </a:moveTo>
                <a:lnTo>
                  <a:pt x="12782" y="0"/>
                </a:lnTo>
                <a:lnTo>
                  <a:pt x="12782" y="28"/>
                </a:lnTo>
                <a:lnTo>
                  <a:pt x="12672" y="28"/>
                </a:lnTo>
                <a:lnTo>
                  <a:pt x="12672" y="0"/>
                </a:lnTo>
                <a:moveTo>
                  <a:pt x="12864" y="0"/>
                </a:moveTo>
                <a:lnTo>
                  <a:pt x="12974" y="0"/>
                </a:lnTo>
                <a:lnTo>
                  <a:pt x="12974" y="28"/>
                </a:lnTo>
                <a:lnTo>
                  <a:pt x="12864" y="28"/>
                </a:lnTo>
                <a:lnTo>
                  <a:pt x="12864" y="0"/>
                </a:lnTo>
                <a:moveTo>
                  <a:pt x="13056" y="0"/>
                </a:moveTo>
                <a:lnTo>
                  <a:pt x="13166" y="0"/>
                </a:lnTo>
                <a:lnTo>
                  <a:pt x="13166" y="28"/>
                </a:lnTo>
                <a:lnTo>
                  <a:pt x="13056" y="28"/>
                </a:lnTo>
                <a:lnTo>
                  <a:pt x="13056" y="0"/>
                </a:lnTo>
                <a:moveTo>
                  <a:pt x="13248" y="0"/>
                </a:moveTo>
                <a:lnTo>
                  <a:pt x="13358" y="0"/>
                </a:lnTo>
                <a:lnTo>
                  <a:pt x="13358" y="28"/>
                </a:lnTo>
                <a:lnTo>
                  <a:pt x="13248" y="28"/>
                </a:lnTo>
                <a:lnTo>
                  <a:pt x="13248" y="0"/>
                </a:lnTo>
                <a:moveTo>
                  <a:pt x="13440" y="0"/>
                </a:moveTo>
                <a:lnTo>
                  <a:pt x="13550" y="0"/>
                </a:lnTo>
                <a:lnTo>
                  <a:pt x="13550" y="28"/>
                </a:lnTo>
                <a:lnTo>
                  <a:pt x="13440" y="28"/>
                </a:lnTo>
                <a:lnTo>
                  <a:pt x="13440" y="0"/>
                </a:lnTo>
                <a:moveTo>
                  <a:pt x="13632" y="0"/>
                </a:moveTo>
                <a:lnTo>
                  <a:pt x="13742" y="0"/>
                </a:lnTo>
                <a:lnTo>
                  <a:pt x="13742" y="28"/>
                </a:lnTo>
                <a:lnTo>
                  <a:pt x="13632" y="28"/>
                </a:lnTo>
                <a:lnTo>
                  <a:pt x="13632" y="0"/>
                </a:lnTo>
                <a:moveTo>
                  <a:pt x="13824" y="0"/>
                </a:moveTo>
                <a:lnTo>
                  <a:pt x="13934" y="0"/>
                </a:lnTo>
                <a:lnTo>
                  <a:pt x="13934" y="28"/>
                </a:lnTo>
                <a:lnTo>
                  <a:pt x="13824" y="28"/>
                </a:lnTo>
                <a:lnTo>
                  <a:pt x="13824" y="0"/>
                </a:lnTo>
                <a:moveTo>
                  <a:pt x="14016" y="0"/>
                </a:moveTo>
                <a:lnTo>
                  <a:pt x="14126" y="0"/>
                </a:lnTo>
                <a:lnTo>
                  <a:pt x="14126" y="28"/>
                </a:lnTo>
                <a:lnTo>
                  <a:pt x="14016" y="28"/>
                </a:lnTo>
                <a:lnTo>
                  <a:pt x="14016" y="0"/>
                </a:lnTo>
                <a:moveTo>
                  <a:pt x="14208" y="0"/>
                </a:moveTo>
                <a:lnTo>
                  <a:pt x="14318" y="0"/>
                </a:lnTo>
                <a:lnTo>
                  <a:pt x="14318" y="28"/>
                </a:lnTo>
                <a:lnTo>
                  <a:pt x="14208" y="28"/>
                </a:lnTo>
                <a:lnTo>
                  <a:pt x="14208" y="0"/>
                </a:lnTo>
                <a:moveTo>
                  <a:pt x="14400" y="0"/>
                </a:moveTo>
                <a:lnTo>
                  <a:pt x="14510" y="0"/>
                </a:lnTo>
                <a:lnTo>
                  <a:pt x="14510" y="28"/>
                </a:lnTo>
                <a:lnTo>
                  <a:pt x="14400" y="28"/>
                </a:lnTo>
                <a:lnTo>
                  <a:pt x="14400" y="0"/>
                </a:lnTo>
                <a:moveTo>
                  <a:pt x="14592" y="0"/>
                </a:moveTo>
                <a:lnTo>
                  <a:pt x="14702" y="0"/>
                </a:lnTo>
                <a:lnTo>
                  <a:pt x="14702" y="28"/>
                </a:lnTo>
                <a:lnTo>
                  <a:pt x="14592" y="28"/>
                </a:lnTo>
                <a:lnTo>
                  <a:pt x="14592" y="0"/>
                </a:lnTo>
                <a:moveTo>
                  <a:pt x="14784" y="0"/>
                </a:moveTo>
                <a:lnTo>
                  <a:pt x="14894" y="0"/>
                </a:lnTo>
                <a:lnTo>
                  <a:pt x="14894" y="28"/>
                </a:lnTo>
                <a:lnTo>
                  <a:pt x="14784" y="28"/>
                </a:lnTo>
                <a:lnTo>
                  <a:pt x="14784" y="0"/>
                </a:lnTo>
                <a:moveTo>
                  <a:pt x="14976" y="0"/>
                </a:moveTo>
                <a:lnTo>
                  <a:pt x="15086" y="0"/>
                </a:lnTo>
                <a:lnTo>
                  <a:pt x="15086" y="28"/>
                </a:lnTo>
                <a:lnTo>
                  <a:pt x="14976" y="28"/>
                </a:lnTo>
                <a:lnTo>
                  <a:pt x="14976" y="0"/>
                </a:lnTo>
                <a:moveTo>
                  <a:pt x="15168" y="0"/>
                </a:moveTo>
                <a:lnTo>
                  <a:pt x="15277" y="0"/>
                </a:lnTo>
                <a:lnTo>
                  <a:pt x="15277" y="28"/>
                </a:lnTo>
                <a:lnTo>
                  <a:pt x="15168" y="28"/>
                </a:lnTo>
                <a:lnTo>
                  <a:pt x="15168" y="0"/>
                </a:lnTo>
                <a:moveTo>
                  <a:pt x="15360" y="0"/>
                </a:moveTo>
                <a:lnTo>
                  <a:pt x="15469" y="0"/>
                </a:lnTo>
                <a:lnTo>
                  <a:pt x="15469" y="28"/>
                </a:lnTo>
                <a:lnTo>
                  <a:pt x="15360" y="28"/>
                </a:lnTo>
                <a:lnTo>
                  <a:pt x="15360" y="0"/>
                </a:lnTo>
                <a:moveTo>
                  <a:pt x="15552" y="0"/>
                </a:moveTo>
                <a:lnTo>
                  <a:pt x="15661" y="0"/>
                </a:lnTo>
                <a:lnTo>
                  <a:pt x="15661" y="28"/>
                </a:lnTo>
                <a:lnTo>
                  <a:pt x="15552" y="28"/>
                </a:lnTo>
                <a:lnTo>
                  <a:pt x="15552" y="0"/>
                </a:lnTo>
                <a:moveTo>
                  <a:pt x="15744" y="0"/>
                </a:moveTo>
                <a:lnTo>
                  <a:pt x="15853" y="0"/>
                </a:lnTo>
                <a:lnTo>
                  <a:pt x="1585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36" y="0"/>
                </a:moveTo>
                <a:lnTo>
                  <a:pt x="16045" y="0"/>
                </a:lnTo>
                <a:lnTo>
                  <a:pt x="16045" y="28"/>
                </a:lnTo>
                <a:lnTo>
                  <a:pt x="15936" y="28"/>
                </a:lnTo>
                <a:lnTo>
                  <a:pt x="15936" y="0"/>
                </a:lnTo>
                <a:moveTo>
                  <a:pt x="16128" y="0"/>
                </a:moveTo>
                <a:lnTo>
                  <a:pt x="16237" y="0"/>
                </a:lnTo>
                <a:lnTo>
                  <a:pt x="16237" y="28"/>
                </a:lnTo>
                <a:lnTo>
                  <a:pt x="16128" y="28"/>
                </a:lnTo>
                <a:lnTo>
                  <a:pt x="16128" y="0"/>
                </a:lnTo>
                <a:moveTo>
                  <a:pt x="16320" y="0"/>
                </a:moveTo>
                <a:lnTo>
                  <a:pt x="16429" y="0"/>
                </a:lnTo>
                <a:lnTo>
                  <a:pt x="16429" y="28"/>
                </a:lnTo>
                <a:lnTo>
                  <a:pt x="16320" y="28"/>
                </a:lnTo>
                <a:lnTo>
                  <a:pt x="16320" y="0"/>
                </a:lnTo>
                <a:moveTo>
                  <a:pt x="16512" y="0"/>
                </a:moveTo>
                <a:lnTo>
                  <a:pt x="16621" y="0"/>
                </a:lnTo>
                <a:lnTo>
                  <a:pt x="16621" y="28"/>
                </a:lnTo>
                <a:lnTo>
                  <a:pt x="16512" y="28"/>
                </a:lnTo>
                <a:lnTo>
                  <a:pt x="16512" y="0"/>
                </a:lnTo>
                <a:moveTo>
                  <a:pt x="16704" y="0"/>
                </a:moveTo>
                <a:lnTo>
                  <a:pt x="16813" y="0"/>
                </a:lnTo>
                <a:lnTo>
                  <a:pt x="16813" y="28"/>
                </a:lnTo>
                <a:lnTo>
                  <a:pt x="16704" y="28"/>
                </a:lnTo>
                <a:lnTo>
                  <a:pt x="16704" y="0"/>
                </a:lnTo>
                <a:moveTo>
                  <a:pt x="16896" y="0"/>
                </a:moveTo>
                <a:lnTo>
                  <a:pt x="17005" y="0"/>
                </a:lnTo>
                <a:lnTo>
                  <a:pt x="17005" y="28"/>
                </a:lnTo>
                <a:lnTo>
                  <a:pt x="16896" y="28"/>
                </a:lnTo>
                <a:lnTo>
                  <a:pt x="16896" y="0"/>
                </a:lnTo>
                <a:moveTo>
                  <a:pt x="17088" y="0"/>
                </a:moveTo>
                <a:lnTo>
                  <a:pt x="17197" y="0"/>
                </a:lnTo>
                <a:lnTo>
                  <a:pt x="17197" y="28"/>
                </a:lnTo>
                <a:lnTo>
                  <a:pt x="17088" y="28"/>
                </a:lnTo>
                <a:lnTo>
                  <a:pt x="17088" y="0"/>
                </a:lnTo>
                <a:moveTo>
                  <a:pt x="17280" y="0"/>
                </a:moveTo>
                <a:lnTo>
                  <a:pt x="17389" y="0"/>
                </a:lnTo>
                <a:lnTo>
                  <a:pt x="17389" y="28"/>
                </a:lnTo>
                <a:lnTo>
                  <a:pt x="17280" y="28"/>
                </a:lnTo>
                <a:lnTo>
                  <a:pt x="17280" y="0"/>
                </a:lnTo>
                <a:moveTo>
                  <a:pt x="17472" y="0"/>
                </a:moveTo>
                <a:lnTo>
                  <a:pt x="17581" y="0"/>
                </a:lnTo>
                <a:lnTo>
                  <a:pt x="17581" y="28"/>
                </a:lnTo>
                <a:lnTo>
                  <a:pt x="17472" y="28"/>
                </a:lnTo>
                <a:lnTo>
                  <a:pt x="17472" y="0"/>
                </a:lnTo>
                <a:moveTo>
                  <a:pt x="17664" y="0"/>
                </a:moveTo>
                <a:lnTo>
                  <a:pt x="17773" y="0"/>
                </a:lnTo>
                <a:lnTo>
                  <a:pt x="17773" y="28"/>
                </a:lnTo>
                <a:lnTo>
                  <a:pt x="17664" y="28"/>
                </a:lnTo>
                <a:lnTo>
                  <a:pt x="17664" y="0"/>
                </a:lnTo>
                <a:moveTo>
                  <a:pt x="17856" y="0"/>
                </a:moveTo>
                <a:lnTo>
                  <a:pt x="17965" y="0"/>
                </a:lnTo>
                <a:lnTo>
                  <a:pt x="17965" y="28"/>
                </a:lnTo>
                <a:lnTo>
                  <a:pt x="17856" y="28"/>
                </a:lnTo>
                <a:lnTo>
                  <a:pt x="17856" y="0"/>
                </a:lnTo>
                <a:moveTo>
                  <a:pt x="18047" y="0"/>
                </a:moveTo>
                <a:lnTo>
                  <a:pt x="18157" y="0"/>
                </a:lnTo>
                <a:lnTo>
                  <a:pt x="18157" y="28"/>
                </a:lnTo>
                <a:lnTo>
                  <a:pt x="18047" y="28"/>
                </a:lnTo>
                <a:lnTo>
                  <a:pt x="18047" y="0"/>
                </a:lnTo>
                <a:moveTo>
                  <a:pt x="18239" y="0"/>
                </a:moveTo>
                <a:lnTo>
                  <a:pt x="18349" y="0"/>
                </a:lnTo>
                <a:lnTo>
                  <a:pt x="18349" y="28"/>
                </a:lnTo>
                <a:lnTo>
                  <a:pt x="18239" y="28"/>
                </a:lnTo>
                <a:lnTo>
                  <a:pt x="18239" y="0"/>
                </a:lnTo>
                <a:moveTo>
                  <a:pt x="18431" y="0"/>
                </a:moveTo>
                <a:lnTo>
                  <a:pt x="18541" y="0"/>
                </a:lnTo>
                <a:lnTo>
                  <a:pt x="18541" y="28"/>
                </a:lnTo>
                <a:lnTo>
                  <a:pt x="18431" y="28"/>
                </a:lnTo>
                <a:lnTo>
                  <a:pt x="18431" y="0"/>
                </a:lnTo>
                <a:moveTo>
                  <a:pt x="18623" y="0"/>
                </a:moveTo>
                <a:lnTo>
                  <a:pt x="18733" y="0"/>
                </a:lnTo>
                <a:lnTo>
                  <a:pt x="18733" y="28"/>
                </a:lnTo>
                <a:lnTo>
                  <a:pt x="18623" y="28"/>
                </a:lnTo>
                <a:lnTo>
                  <a:pt x="18623" y="0"/>
                </a:lnTo>
                <a:moveTo>
                  <a:pt x="18815" y="0"/>
                </a:moveTo>
                <a:lnTo>
                  <a:pt x="18925" y="0"/>
                </a:lnTo>
                <a:lnTo>
                  <a:pt x="18925" y="28"/>
                </a:lnTo>
                <a:lnTo>
                  <a:pt x="18815" y="28"/>
                </a:lnTo>
                <a:lnTo>
                  <a:pt x="18815" y="0"/>
                </a:lnTo>
                <a:moveTo>
                  <a:pt x="19007" y="0"/>
                </a:moveTo>
                <a:lnTo>
                  <a:pt x="19117" y="0"/>
                </a:lnTo>
                <a:lnTo>
                  <a:pt x="19117" y="28"/>
                </a:lnTo>
                <a:lnTo>
                  <a:pt x="19007" y="28"/>
                </a:lnTo>
                <a:lnTo>
                  <a:pt x="19007" y="0"/>
                </a:lnTo>
                <a:moveTo>
                  <a:pt x="19199" y="0"/>
                </a:moveTo>
                <a:lnTo>
                  <a:pt x="19309" y="0"/>
                </a:lnTo>
                <a:lnTo>
                  <a:pt x="19309" y="28"/>
                </a:lnTo>
                <a:lnTo>
                  <a:pt x="19199" y="28"/>
                </a:lnTo>
                <a:lnTo>
                  <a:pt x="19199" y="0"/>
                </a:lnTo>
                <a:close/>
              </a:path>
            </a:pathLst>
          </a:custGeom>
          <a:solidFill>
            <a:srgbClr val="CE93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 rot="16200000">
            <a:off x="371880" y="2861280"/>
            <a:ext cx="40968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Duration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186920" y="3805920"/>
            <a:ext cx="6951240" cy="10440"/>
          </a:xfrm>
          <a:custGeom>
            <a:avLst/>
            <a:gdLst/>
            <a:ahLst/>
            <a:rect l="0" t="0" r="r" b="b"/>
            <a:pathLst>
              <a:path w="19309" h="29">
                <a:moveTo>
                  <a:pt x="0" y="0"/>
                </a:moveTo>
                <a:lnTo>
                  <a:pt x="110" y="0"/>
                </a:lnTo>
                <a:lnTo>
                  <a:pt x="110" y="29"/>
                </a:lnTo>
                <a:lnTo>
                  <a:pt x="0" y="29"/>
                </a:lnTo>
                <a:lnTo>
                  <a:pt x="0" y="0"/>
                </a:lnTo>
                <a:moveTo>
                  <a:pt x="192" y="0"/>
                </a:moveTo>
                <a:lnTo>
                  <a:pt x="302" y="0"/>
                </a:lnTo>
                <a:lnTo>
                  <a:pt x="302" y="29"/>
                </a:lnTo>
                <a:lnTo>
                  <a:pt x="192" y="29"/>
                </a:lnTo>
                <a:lnTo>
                  <a:pt x="192" y="0"/>
                </a:lnTo>
                <a:moveTo>
                  <a:pt x="384" y="0"/>
                </a:moveTo>
                <a:lnTo>
                  <a:pt x="494" y="0"/>
                </a:lnTo>
                <a:lnTo>
                  <a:pt x="494" y="29"/>
                </a:lnTo>
                <a:lnTo>
                  <a:pt x="384" y="29"/>
                </a:lnTo>
                <a:lnTo>
                  <a:pt x="384" y="0"/>
                </a:lnTo>
                <a:moveTo>
                  <a:pt x="576" y="0"/>
                </a:moveTo>
                <a:lnTo>
                  <a:pt x="686" y="0"/>
                </a:lnTo>
                <a:lnTo>
                  <a:pt x="686" y="29"/>
                </a:lnTo>
                <a:lnTo>
                  <a:pt x="576" y="29"/>
                </a:lnTo>
                <a:lnTo>
                  <a:pt x="576" y="0"/>
                </a:lnTo>
                <a:moveTo>
                  <a:pt x="768" y="0"/>
                </a:moveTo>
                <a:lnTo>
                  <a:pt x="878" y="0"/>
                </a:lnTo>
                <a:lnTo>
                  <a:pt x="878" y="29"/>
                </a:lnTo>
                <a:lnTo>
                  <a:pt x="768" y="29"/>
                </a:lnTo>
                <a:lnTo>
                  <a:pt x="768" y="0"/>
                </a:lnTo>
                <a:moveTo>
                  <a:pt x="960" y="0"/>
                </a:moveTo>
                <a:lnTo>
                  <a:pt x="1070" y="0"/>
                </a:lnTo>
                <a:lnTo>
                  <a:pt x="1070" y="29"/>
                </a:lnTo>
                <a:lnTo>
                  <a:pt x="960" y="29"/>
                </a:lnTo>
                <a:lnTo>
                  <a:pt x="960" y="0"/>
                </a:lnTo>
                <a:moveTo>
                  <a:pt x="1152" y="0"/>
                </a:moveTo>
                <a:lnTo>
                  <a:pt x="1262" y="0"/>
                </a:lnTo>
                <a:lnTo>
                  <a:pt x="1262" y="29"/>
                </a:lnTo>
                <a:lnTo>
                  <a:pt x="1152" y="29"/>
                </a:lnTo>
                <a:lnTo>
                  <a:pt x="1152" y="0"/>
                </a:lnTo>
                <a:moveTo>
                  <a:pt x="1344" y="0"/>
                </a:moveTo>
                <a:lnTo>
                  <a:pt x="1454" y="0"/>
                </a:lnTo>
                <a:lnTo>
                  <a:pt x="1454" y="29"/>
                </a:lnTo>
                <a:lnTo>
                  <a:pt x="1344" y="29"/>
                </a:lnTo>
                <a:lnTo>
                  <a:pt x="1344" y="0"/>
                </a:lnTo>
                <a:moveTo>
                  <a:pt x="1536" y="0"/>
                </a:moveTo>
                <a:lnTo>
                  <a:pt x="1646" y="0"/>
                </a:lnTo>
                <a:lnTo>
                  <a:pt x="1646" y="29"/>
                </a:lnTo>
                <a:lnTo>
                  <a:pt x="1536" y="29"/>
                </a:lnTo>
                <a:lnTo>
                  <a:pt x="1536" y="0"/>
                </a:lnTo>
                <a:moveTo>
                  <a:pt x="1728" y="0"/>
                </a:moveTo>
                <a:lnTo>
                  <a:pt x="1838" y="0"/>
                </a:lnTo>
                <a:lnTo>
                  <a:pt x="1838" y="29"/>
                </a:lnTo>
                <a:lnTo>
                  <a:pt x="1728" y="29"/>
                </a:lnTo>
                <a:lnTo>
                  <a:pt x="1728" y="0"/>
                </a:lnTo>
                <a:moveTo>
                  <a:pt x="1920" y="0"/>
                </a:moveTo>
                <a:lnTo>
                  <a:pt x="2030" y="0"/>
                </a:lnTo>
                <a:lnTo>
                  <a:pt x="2030" y="29"/>
                </a:lnTo>
                <a:lnTo>
                  <a:pt x="1920" y="29"/>
                </a:lnTo>
                <a:lnTo>
                  <a:pt x="1920" y="0"/>
                </a:lnTo>
                <a:moveTo>
                  <a:pt x="2112" y="0"/>
                </a:moveTo>
                <a:lnTo>
                  <a:pt x="2222" y="0"/>
                </a:lnTo>
                <a:lnTo>
                  <a:pt x="2222" y="29"/>
                </a:lnTo>
                <a:lnTo>
                  <a:pt x="2112" y="29"/>
                </a:lnTo>
                <a:lnTo>
                  <a:pt x="2112" y="0"/>
                </a:lnTo>
                <a:moveTo>
                  <a:pt x="2304" y="0"/>
                </a:moveTo>
                <a:lnTo>
                  <a:pt x="2414" y="0"/>
                </a:lnTo>
                <a:lnTo>
                  <a:pt x="2414" y="29"/>
                </a:lnTo>
                <a:lnTo>
                  <a:pt x="2304" y="29"/>
                </a:lnTo>
                <a:lnTo>
                  <a:pt x="2304" y="0"/>
                </a:lnTo>
                <a:moveTo>
                  <a:pt x="2496" y="0"/>
                </a:moveTo>
                <a:lnTo>
                  <a:pt x="2606" y="0"/>
                </a:lnTo>
                <a:lnTo>
                  <a:pt x="2606" y="29"/>
                </a:lnTo>
                <a:lnTo>
                  <a:pt x="2496" y="29"/>
                </a:lnTo>
                <a:lnTo>
                  <a:pt x="2496" y="0"/>
                </a:lnTo>
                <a:moveTo>
                  <a:pt x="2688" y="0"/>
                </a:moveTo>
                <a:lnTo>
                  <a:pt x="2798" y="0"/>
                </a:lnTo>
                <a:lnTo>
                  <a:pt x="2798" y="29"/>
                </a:lnTo>
                <a:lnTo>
                  <a:pt x="2688" y="29"/>
                </a:lnTo>
                <a:lnTo>
                  <a:pt x="2688" y="0"/>
                </a:lnTo>
                <a:moveTo>
                  <a:pt x="2880" y="0"/>
                </a:moveTo>
                <a:lnTo>
                  <a:pt x="2990" y="0"/>
                </a:lnTo>
                <a:lnTo>
                  <a:pt x="2990" y="29"/>
                </a:lnTo>
                <a:lnTo>
                  <a:pt x="2880" y="29"/>
                </a:lnTo>
                <a:lnTo>
                  <a:pt x="2880" y="0"/>
                </a:lnTo>
                <a:moveTo>
                  <a:pt x="3072" y="0"/>
                </a:moveTo>
                <a:lnTo>
                  <a:pt x="3182" y="0"/>
                </a:lnTo>
                <a:lnTo>
                  <a:pt x="3182" y="29"/>
                </a:lnTo>
                <a:lnTo>
                  <a:pt x="3072" y="29"/>
                </a:lnTo>
                <a:lnTo>
                  <a:pt x="3072" y="0"/>
                </a:lnTo>
                <a:moveTo>
                  <a:pt x="3264" y="0"/>
                </a:moveTo>
                <a:lnTo>
                  <a:pt x="3374" y="0"/>
                </a:lnTo>
                <a:lnTo>
                  <a:pt x="3374" y="29"/>
                </a:lnTo>
                <a:lnTo>
                  <a:pt x="3264" y="29"/>
                </a:lnTo>
                <a:lnTo>
                  <a:pt x="3264" y="0"/>
                </a:lnTo>
                <a:moveTo>
                  <a:pt x="3456" y="0"/>
                </a:moveTo>
                <a:lnTo>
                  <a:pt x="3566" y="0"/>
                </a:lnTo>
                <a:lnTo>
                  <a:pt x="3566" y="29"/>
                </a:lnTo>
                <a:lnTo>
                  <a:pt x="3456" y="29"/>
                </a:lnTo>
                <a:lnTo>
                  <a:pt x="3456" y="0"/>
                </a:lnTo>
                <a:moveTo>
                  <a:pt x="3648" y="0"/>
                </a:moveTo>
                <a:lnTo>
                  <a:pt x="3758" y="0"/>
                </a:lnTo>
                <a:lnTo>
                  <a:pt x="3758" y="29"/>
                </a:lnTo>
                <a:lnTo>
                  <a:pt x="3648" y="29"/>
                </a:lnTo>
                <a:lnTo>
                  <a:pt x="3648" y="0"/>
                </a:lnTo>
                <a:moveTo>
                  <a:pt x="3840" y="0"/>
                </a:moveTo>
                <a:lnTo>
                  <a:pt x="3950" y="0"/>
                </a:lnTo>
                <a:lnTo>
                  <a:pt x="3950" y="29"/>
                </a:lnTo>
                <a:lnTo>
                  <a:pt x="3840" y="29"/>
                </a:lnTo>
                <a:lnTo>
                  <a:pt x="3840" y="0"/>
                </a:lnTo>
                <a:moveTo>
                  <a:pt x="4032" y="0"/>
                </a:moveTo>
                <a:lnTo>
                  <a:pt x="4142" y="0"/>
                </a:lnTo>
                <a:lnTo>
                  <a:pt x="4142" y="29"/>
                </a:lnTo>
                <a:lnTo>
                  <a:pt x="4032" y="29"/>
                </a:lnTo>
                <a:lnTo>
                  <a:pt x="4032" y="0"/>
                </a:lnTo>
                <a:moveTo>
                  <a:pt x="4224" y="0"/>
                </a:moveTo>
                <a:lnTo>
                  <a:pt x="4334" y="0"/>
                </a:lnTo>
                <a:lnTo>
                  <a:pt x="4334" y="29"/>
                </a:lnTo>
                <a:lnTo>
                  <a:pt x="4224" y="29"/>
                </a:lnTo>
                <a:lnTo>
                  <a:pt x="4224" y="0"/>
                </a:lnTo>
                <a:moveTo>
                  <a:pt x="4416" y="0"/>
                </a:moveTo>
                <a:lnTo>
                  <a:pt x="4526" y="0"/>
                </a:lnTo>
                <a:lnTo>
                  <a:pt x="4526" y="29"/>
                </a:lnTo>
                <a:lnTo>
                  <a:pt x="4416" y="29"/>
                </a:lnTo>
                <a:lnTo>
                  <a:pt x="4416" y="0"/>
                </a:lnTo>
                <a:moveTo>
                  <a:pt x="4608" y="0"/>
                </a:moveTo>
                <a:lnTo>
                  <a:pt x="4718" y="0"/>
                </a:lnTo>
                <a:lnTo>
                  <a:pt x="4718" y="29"/>
                </a:lnTo>
                <a:lnTo>
                  <a:pt x="4608" y="29"/>
                </a:lnTo>
                <a:lnTo>
                  <a:pt x="4608" y="0"/>
                </a:lnTo>
                <a:moveTo>
                  <a:pt x="4800" y="0"/>
                </a:moveTo>
                <a:lnTo>
                  <a:pt x="4909" y="0"/>
                </a:lnTo>
                <a:lnTo>
                  <a:pt x="4909" y="29"/>
                </a:lnTo>
                <a:lnTo>
                  <a:pt x="4800" y="29"/>
                </a:lnTo>
                <a:lnTo>
                  <a:pt x="4800" y="0"/>
                </a:lnTo>
                <a:moveTo>
                  <a:pt x="4992" y="0"/>
                </a:moveTo>
                <a:lnTo>
                  <a:pt x="5101" y="0"/>
                </a:lnTo>
                <a:lnTo>
                  <a:pt x="5101" y="29"/>
                </a:lnTo>
                <a:lnTo>
                  <a:pt x="4992" y="29"/>
                </a:lnTo>
                <a:lnTo>
                  <a:pt x="4992" y="0"/>
                </a:lnTo>
                <a:moveTo>
                  <a:pt x="5184" y="0"/>
                </a:moveTo>
                <a:lnTo>
                  <a:pt x="5293" y="0"/>
                </a:lnTo>
                <a:lnTo>
                  <a:pt x="5293" y="29"/>
                </a:lnTo>
                <a:lnTo>
                  <a:pt x="5184" y="29"/>
                </a:lnTo>
                <a:lnTo>
                  <a:pt x="5184" y="0"/>
                </a:lnTo>
                <a:moveTo>
                  <a:pt x="5376" y="0"/>
                </a:moveTo>
                <a:lnTo>
                  <a:pt x="5485" y="0"/>
                </a:lnTo>
                <a:lnTo>
                  <a:pt x="5485" y="29"/>
                </a:lnTo>
                <a:lnTo>
                  <a:pt x="5376" y="29"/>
                </a:lnTo>
                <a:lnTo>
                  <a:pt x="5376" y="0"/>
                </a:lnTo>
                <a:moveTo>
                  <a:pt x="5568" y="0"/>
                </a:moveTo>
                <a:lnTo>
                  <a:pt x="5677" y="0"/>
                </a:lnTo>
                <a:lnTo>
                  <a:pt x="5677" y="29"/>
                </a:lnTo>
                <a:lnTo>
                  <a:pt x="5568" y="29"/>
                </a:lnTo>
                <a:lnTo>
                  <a:pt x="5568" y="0"/>
                </a:lnTo>
                <a:moveTo>
                  <a:pt x="5760" y="0"/>
                </a:moveTo>
                <a:lnTo>
                  <a:pt x="5869" y="0"/>
                </a:lnTo>
                <a:lnTo>
                  <a:pt x="5869" y="29"/>
                </a:lnTo>
                <a:lnTo>
                  <a:pt x="5760" y="29"/>
                </a:lnTo>
                <a:lnTo>
                  <a:pt x="5760" y="0"/>
                </a:lnTo>
                <a:moveTo>
                  <a:pt x="5952" y="0"/>
                </a:moveTo>
                <a:lnTo>
                  <a:pt x="6061" y="0"/>
                </a:lnTo>
                <a:lnTo>
                  <a:pt x="6061" y="29"/>
                </a:lnTo>
                <a:lnTo>
                  <a:pt x="5952" y="29"/>
                </a:lnTo>
                <a:lnTo>
                  <a:pt x="5952" y="0"/>
                </a:lnTo>
                <a:moveTo>
                  <a:pt x="6144" y="0"/>
                </a:moveTo>
                <a:lnTo>
                  <a:pt x="6253" y="0"/>
                </a:lnTo>
                <a:lnTo>
                  <a:pt x="6253" y="29"/>
                </a:lnTo>
                <a:lnTo>
                  <a:pt x="6144" y="29"/>
                </a:lnTo>
                <a:lnTo>
                  <a:pt x="6144" y="0"/>
                </a:lnTo>
                <a:moveTo>
                  <a:pt x="6336" y="0"/>
                </a:moveTo>
                <a:lnTo>
                  <a:pt x="6446" y="0"/>
                </a:lnTo>
                <a:lnTo>
                  <a:pt x="6446" y="29"/>
                </a:lnTo>
                <a:lnTo>
                  <a:pt x="6336" y="29"/>
                </a:lnTo>
                <a:lnTo>
                  <a:pt x="6336" y="0"/>
                </a:lnTo>
                <a:moveTo>
                  <a:pt x="6529" y="0"/>
                </a:moveTo>
                <a:lnTo>
                  <a:pt x="6638" y="0"/>
                </a:lnTo>
                <a:lnTo>
                  <a:pt x="6638" y="29"/>
                </a:lnTo>
                <a:lnTo>
                  <a:pt x="6529" y="29"/>
                </a:lnTo>
                <a:lnTo>
                  <a:pt x="6529" y="0"/>
                </a:lnTo>
                <a:moveTo>
                  <a:pt x="6721" y="0"/>
                </a:moveTo>
                <a:lnTo>
                  <a:pt x="6830" y="0"/>
                </a:lnTo>
                <a:lnTo>
                  <a:pt x="6830" y="29"/>
                </a:lnTo>
                <a:lnTo>
                  <a:pt x="6721" y="29"/>
                </a:lnTo>
                <a:lnTo>
                  <a:pt x="6721" y="0"/>
                </a:lnTo>
                <a:moveTo>
                  <a:pt x="6913" y="0"/>
                </a:moveTo>
                <a:lnTo>
                  <a:pt x="7022" y="0"/>
                </a:lnTo>
                <a:lnTo>
                  <a:pt x="7022" y="29"/>
                </a:lnTo>
                <a:lnTo>
                  <a:pt x="6913" y="29"/>
                </a:lnTo>
                <a:lnTo>
                  <a:pt x="6913" y="0"/>
                </a:lnTo>
                <a:moveTo>
                  <a:pt x="7105" y="0"/>
                </a:moveTo>
                <a:lnTo>
                  <a:pt x="7214" y="0"/>
                </a:lnTo>
                <a:lnTo>
                  <a:pt x="7214" y="29"/>
                </a:lnTo>
                <a:lnTo>
                  <a:pt x="7105" y="29"/>
                </a:lnTo>
                <a:lnTo>
                  <a:pt x="7105" y="0"/>
                </a:lnTo>
                <a:moveTo>
                  <a:pt x="7297" y="0"/>
                </a:moveTo>
                <a:lnTo>
                  <a:pt x="7406" y="0"/>
                </a:lnTo>
                <a:lnTo>
                  <a:pt x="7406" y="29"/>
                </a:lnTo>
                <a:lnTo>
                  <a:pt x="7297" y="29"/>
                </a:lnTo>
                <a:lnTo>
                  <a:pt x="7297" y="0"/>
                </a:lnTo>
                <a:moveTo>
                  <a:pt x="7489" y="0"/>
                </a:moveTo>
                <a:lnTo>
                  <a:pt x="7598" y="0"/>
                </a:lnTo>
                <a:lnTo>
                  <a:pt x="7598" y="29"/>
                </a:lnTo>
                <a:lnTo>
                  <a:pt x="7489" y="29"/>
                </a:lnTo>
                <a:lnTo>
                  <a:pt x="7489" y="0"/>
                </a:lnTo>
                <a:moveTo>
                  <a:pt x="7681" y="0"/>
                </a:moveTo>
                <a:lnTo>
                  <a:pt x="7790" y="0"/>
                </a:lnTo>
                <a:lnTo>
                  <a:pt x="7790" y="29"/>
                </a:lnTo>
                <a:lnTo>
                  <a:pt x="7681" y="29"/>
                </a:lnTo>
                <a:lnTo>
                  <a:pt x="7681" y="0"/>
                </a:lnTo>
                <a:moveTo>
                  <a:pt x="7872" y="0"/>
                </a:moveTo>
                <a:lnTo>
                  <a:pt x="7982" y="0"/>
                </a:lnTo>
                <a:lnTo>
                  <a:pt x="7982" y="29"/>
                </a:lnTo>
                <a:lnTo>
                  <a:pt x="7872" y="29"/>
                </a:lnTo>
                <a:lnTo>
                  <a:pt x="7872" y="0"/>
                </a:lnTo>
                <a:moveTo>
                  <a:pt x="8064" y="0"/>
                </a:moveTo>
                <a:lnTo>
                  <a:pt x="8174" y="0"/>
                </a:lnTo>
                <a:lnTo>
                  <a:pt x="8174" y="29"/>
                </a:lnTo>
                <a:lnTo>
                  <a:pt x="8064" y="29"/>
                </a:lnTo>
                <a:lnTo>
                  <a:pt x="8064" y="0"/>
                </a:lnTo>
                <a:moveTo>
                  <a:pt x="8256" y="0"/>
                </a:moveTo>
                <a:lnTo>
                  <a:pt x="8366" y="0"/>
                </a:lnTo>
                <a:lnTo>
                  <a:pt x="8366" y="29"/>
                </a:lnTo>
                <a:lnTo>
                  <a:pt x="8256" y="29"/>
                </a:lnTo>
                <a:lnTo>
                  <a:pt x="8256" y="0"/>
                </a:lnTo>
                <a:moveTo>
                  <a:pt x="8448" y="0"/>
                </a:moveTo>
                <a:lnTo>
                  <a:pt x="8558" y="0"/>
                </a:lnTo>
                <a:lnTo>
                  <a:pt x="8558" y="29"/>
                </a:lnTo>
                <a:lnTo>
                  <a:pt x="8448" y="29"/>
                </a:lnTo>
                <a:lnTo>
                  <a:pt x="8448" y="0"/>
                </a:lnTo>
                <a:moveTo>
                  <a:pt x="8640" y="0"/>
                </a:moveTo>
                <a:lnTo>
                  <a:pt x="8750" y="0"/>
                </a:lnTo>
                <a:lnTo>
                  <a:pt x="8750" y="29"/>
                </a:lnTo>
                <a:lnTo>
                  <a:pt x="8640" y="29"/>
                </a:lnTo>
                <a:lnTo>
                  <a:pt x="8640" y="0"/>
                </a:lnTo>
                <a:moveTo>
                  <a:pt x="8832" y="0"/>
                </a:moveTo>
                <a:lnTo>
                  <a:pt x="8942" y="0"/>
                </a:lnTo>
                <a:lnTo>
                  <a:pt x="8942" y="29"/>
                </a:lnTo>
                <a:lnTo>
                  <a:pt x="8832" y="29"/>
                </a:lnTo>
                <a:lnTo>
                  <a:pt x="8832" y="0"/>
                </a:lnTo>
                <a:moveTo>
                  <a:pt x="9024" y="0"/>
                </a:moveTo>
                <a:lnTo>
                  <a:pt x="9134" y="0"/>
                </a:lnTo>
                <a:lnTo>
                  <a:pt x="9134" y="29"/>
                </a:lnTo>
                <a:lnTo>
                  <a:pt x="9024" y="29"/>
                </a:lnTo>
                <a:lnTo>
                  <a:pt x="9024" y="0"/>
                </a:lnTo>
                <a:moveTo>
                  <a:pt x="9216" y="0"/>
                </a:moveTo>
                <a:lnTo>
                  <a:pt x="9326" y="0"/>
                </a:lnTo>
                <a:lnTo>
                  <a:pt x="9326" y="29"/>
                </a:lnTo>
                <a:lnTo>
                  <a:pt x="9216" y="29"/>
                </a:lnTo>
                <a:lnTo>
                  <a:pt x="9216" y="0"/>
                </a:lnTo>
                <a:moveTo>
                  <a:pt x="9408" y="0"/>
                </a:moveTo>
                <a:lnTo>
                  <a:pt x="9518" y="0"/>
                </a:lnTo>
                <a:lnTo>
                  <a:pt x="9518" y="29"/>
                </a:lnTo>
                <a:lnTo>
                  <a:pt x="9408" y="29"/>
                </a:lnTo>
                <a:lnTo>
                  <a:pt x="9408" y="0"/>
                </a:lnTo>
                <a:moveTo>
                  <a:pt x="9600" y="0"/>
                </a:moveTo>
                <a:lnTo>
                  <a:pt x="9710" y="0"/>
                </a:lnTo>
                <a:lnTo>
                  <a:pt x="9710" y="29"/>
                </a:lnTo>
                <a:lnTo>
                  <a:pt x="9600" y="29"/>
                </a:lnTo>
                <a:lnTo>
                  <a:pt x="9600" y="0"/>
                </a:lnTo>
                <a:moveTo>
                  <a:pt x="9792" y="0"/>
                </a:moveTo>
                <a:lnTo>
                  <a:pt x="9902" y="0"/>
                </a:lnTo>
                <a:lnTo>
                  <a:pt x="9902" y="29"/>
                </a:lnTo>
                <a:lnTo>
                  <a:pt x="9792" y="29"/>
                </a:lnTo>
                <a:lnTo>
                  <a:pt x="9792" y="0"/>
                </a:lnTo>
                <a:moveTo>
                  <a:pt x="9984" y="0"/>
                </a:moveTo>
                <a:lnTo>
                  <a:pt x="10094" y="0"/>
                </a:lnTo>
                <a:lnTo>
                  <a:pt x="10094" y="29"/>
                </a:lnTo>
                <a:lnTo>
                  <a:pt x="9984" y="29"/>
                </a:lnTo>
                <a:lnTo>
                  <a:pt x="9984" y="0"/>
                </a:lnTo>
                <a:moveTo>
                  <a:pt x="10176" y="0"/>
                </a:moveTo>
                <a:lnTo>
                  <a:pt x="10286" y="0"/>
                </a:lnTo>
                <a:lnTo>
                  <a:pt x="10286" y="29"/>
                </a:lnTo>
                <a:lnTo>
                  <a:pt x="10176" y="29"/>
                </a:lnTo>
                <a:lnTo>
                  <a:pt x="10176" y="0"/>
                </a:lnTo>
                <a:moveTo>
                  <a:pt x="10368" y="0"/>
                </a:moveTo>
                <a:lnTo>
                  <a:pt x="10478" y="0"/>
                </a:lnTo>
                <a:lnTo>
                  <a:pt x="10478" y="29"/>
                </a:lnTo>
                <a:lnTo>
                  <a:pt x="10368" y="29"/>
                </a:lnTo>
                <a:lnTo>
                  <a:pt x="10368" y="0"/>
                </a:lnTo>
                <a:moveTo>
                  <a:pt x="10560" y="0"/>
                </a:moveTo>
                <a:lnTo>
                  <a:pt x="10670" y="0"/>
                </a:lnTo>
                <a:lnTo>
                  <a:pt x="10670" y="29"/>
                </a:lnTo>
                <a:lnTo>
                  <a:pt x="10560" y="29"/>
                </a:lnTo>
                <a:lnTo>
                  <a:pt x="10560" y="0"/>
                </a:lnTo>
                <a:moveTo>
                  <a:pt x="10752" y="0"/>
                </a:moveTo>
                <a:lnTo>
                  <a:pt x="10862" y="0"/>
                </a:lnTo>
                <a:lnTo>
                  <a:pt x="10862" y="29"/>
                </a:lnTo>
                <a:lnTo>
                  <a:pt x="10752" y="29"/>
                </a:lnTo>
                <a:lnTo>
                  <a:pt x="10752" y="0"/>
                </a:lnTo>
                <a:moveTo>
                  <a:pt x="10944" y="0"/>
                </a:moveTo>
                <a:lnTo>
                  <a:pt x="11054" y="0"/>
                </a:lnTo>
                <a:lnTo>
                  <a:pt x="11054" y="29"/>
                </a:lnTo>
                <a:lnTo>
                  <a:pt x="10944" y="29"/>
                </a:lnTo>
                <a:lnTo>
                  <a:pt x="10944" y="0"/>
                </a:lnTo>
                <a:moveTo>
                  <a:pt x="11136" y="0"/>
                </a:moveTo>
                <a:lnTo>
                  <a:pt x="11246" y="0"/>
                </a:lnTo>
                <a:lnTo>
                  <a:pt x="11246" y="29"/>
                </a:lnTo>
                <a:lnTo>
                  <a:pt x="11136" y="29"/>
                </a:lnTo>
                <a:lnTo>
                  <a:pt x="11136" y="0"/>
                </a:lnTo>
                <a:moveTo>
                  <a:pt x="11328" y="0"/>
                </a:moveTo>
                <a:lnTo>
                  <a:pt x="11438" y="0"/>
                </a:lnTo>
                <a:lnTo>
                  <a:pt x="11438" y="29"/>
                </a:lnTo>
                <a:lnTo>
                  <a:pt x="11328" y="29"/>
                </a:lnTo>
                <a:lnTo>
                  <a:pt x="11328" y="0"/>
                </a:lnTo>
                <a:moveTo>
                  <a:pt x="11520" y="0"/>
                </a:moveTo>
                <a:lnTo>
                  <a:pt x="11630" y="0"/>
                </a:lnTo>
                <a:lnTo>
                  <a:pt x="11630" y="29"/>
                </a:lnTo>
                <a:lnTo>
                  <a:pt x="11520" y="29"/>
                </a:lnTo>
                <a:lnTo>
                  <a:pt x="11520" y="0"/>
                </a:lnTo>
                <a:moveTo>
                  <a:pt x="11712" y="0"/>
                </a:moveTo>
                <a:lnTo>
                  <a:pt x="11822" y="0"/>
                </a:lnTo>
                <a:lnTo>
                  <a:pt x="11822" y="29"/>
                </a:lnTo>
                <a:lnTo>
                  <a:pt x="11712" y="29"/>
                </a:lnTo>
                <a:lnTo>
                  <a:pt x="11712" y="0"/>
                </a:lnTo>
                <a:moveTo>
                  <a:pt x="11904" y="0"/>
                </a:moveTo>
                <a:lnTo>
                  <a:pt x="12014" y="0"/>
                </a:lnTo>
                <a:lnTo>
                  <a:pt x="12014" y="29"/>
                </a:lnTo>
                <a:lnTo>
                  <a:pt x="11904" y="29"/>
                </a:lnTo>
                <a:lnTo>
                  <a:pt x="11904" y="0"/>
                </a:lnTo>
                <a:moveTo>
                  <a:pt x="12096" y="0"/>
                </a:moveTo>
                <a:lnTo>
                  <a:pt x="12206" y="0"/>
                </a:lnTo>
                <a:lnTo>
                  <a:pt x="12206" y="29"/>
                </a:lnTo>
                <a:lnTo>
                  <a:pt x="12096" y="29"/>
                </a:lnTo>
                <a:lnTo>
                  <a:pt x="12096" y="0"/>
                </a:lnTo>
                <a:moveTo>
                  <a:pt x="12288" y="0"/>
                </a:moveTo>
                <a:lnTo>
                  <a:pt x="12398" y="0"/>
                </a:lnTo>
                <a:lnTo>
                  <a:pt x="12398" y="29"/>
                </a:lnTo>
                <a:lnTo>
                  <a:pt x="12288" y="29"/>
                </a:lnTo>
                <a:lnTo>
                  <a:pt x="12288" y="0"/>
                </a:lnTo>
                <a:moveTo>
                  <a:pt x="12480" y="0"/>
                </a:moveTo>
                <a:lnTo>
                  <a:pt x="12590" y="0"/>
                </a:lnTo>
                <a:lnTo>
                  <a:pt x="12590" y="29"/>
                </a:lnTo>
                <a:lnTo>
                  <a:pt x="12480" y="29"/>
                </a:lnTo>
                <a:lnTo>
                  <a:pt x="12480" y="0"/>
                </a:lnTo>
                <a:moveTo>
                  <a:pt x="12672" y="0"/>
                </a:moveTo>
                <a:lnTo>
                  <a:pt x="12782" y="0"/>
                </a:lnTo>
                <a:lnTo>
                  <a:pt x="12782" y="29"/>
                </a:lnTo>
                <a:lnTo>
                  <a:pt x="12672" y="29"/>
                </a:lnTo>
                <a:lnTo>
                  <a:pt x="12672" y="0"/>
                </a:lnTo>
                <a:moveTo>
                  <a:pt x="12864" y="0"/>
                </a:moveTo>
                <a:lnTo>
                  <a:pt x="12974" y="0"/>
                </a:lnTo>
                <a:lnTo>
                  <a:pt x="12974" y="29"/>
                </a:lnTo>
                <a:lnTo>
                  <a:pt x="12864" y="29"/>
                </a:lnTo>
                <a:lnTo>
                  <a:pt x="12864" y="0"/>
                </a:lnTo>
                <a:moveTo>
                  <a:pt x="13056" y="0"/>
                </a:moveTo>
                <a:lnTo>
                  <a:pt x="13166" y="0"/>
                </a:lnTo>
                <a:lnTo>
                  <a:pt x="13166" y="29"/>
                </a:lnTo>
                <a:lnTo>
                  <a:pt x="13056" y="29"/>
                </a:lnTo>
                <a:lnTo>
                  <a:pt x="13056" y="0"/>
                </a:lnTo>
                <a:moveTo>
                  <a:pt x="13248" y="0"/>
                </a:moveTo>
                <a:lnTo>
                  <a:pt x="13358" y="0"/>
                </a:lnTo>
                <a:lnTo>
                  <a:pt x="13358" y="29"/>
                </a:lnTo>
                <a:lnTo>
                  <a:pt x="13248" y="29"/>
                </a:lnTo>
                <a:lnTo>
                  <a:pt x="13248" y="0"/>
                </a:lnTo>
                <a:moveTo>
                  <a:pt x="13440" y="0"/>
                </a:moveTo>
                <a:lnTo>
                  <a:pt x="13550" y="0"/>
                </a:lnTo>
                <a:lnTo>
                  <a:pt x="13550" y="29"/>
                </a:lnTo>
                <a:lnTo>
                  <a:pt x="13440" y="29"/>
                </a:lnTo>
                <a:lnTo>
                  <a:pt x="13440" y="0"/>
                </a:lnTo>
                <a:moveTo>
                  <a:pt x="13632" y="0"/>
                </a:moveTo>
                <a:lnTo>
                  <a:pt x="13742" y="0"/>
                </a:lnTo>
                <a:lnTo>
                  <a:pt x="13742" y="29"/>
                </a:lnTo>
                <a:lnTo>
                  <a:pt x="13632" y="29"/>
                </a:lnTo>
                <a:lnTo>
                  <a:pt x="13632" y="0"/>
                </a:lnTo>
                <a:moveTo>
                  <a:pt x="13824" y="0"/>
                </a:moveTo>
                <a:lnTo>
                  <a:pt x="13934" y="0"/>
                </a:lnTo>
                <a:lnTo>
                  <a:pt x="13934" y="29"/>
                </a:lnTo>
                <a:lnTo>
                  <a:pt x="13824" y="29"/>
                </a:lnTo>
                <a:lnTo>
                  <a:pt x="13824" y="0"/>
                </a:lnTo>
                <a:moveTo>
                  <a:pt x="14016" y="0"/>
                </a:moveTo>
                <a:lnTo>
                  <a:pt x="14126" y="0"/>
                </a:lnTo>
                <a:lnTo>
                  <a:pt x="14126" y="29"/>
                </a:lnTo>
                <a:lnTo>
                  <a:pt x="14016" y="29"/>
                </a:lnTo>
                <a:lnTo>
                  <a:pt x="14016" y="0"/>
                </a:lnTo>
                <a:moveTo>
                  <a:pt x="14208" y="0"/>
                </a:moveTo>
                <a:lnTo>
                  <a:pt x="14318" y="0"/>
                </a:lnTo>
                <a:lnTo>
                  <a:pt x="14318" y="29"/>
                </a:lnTo>
                <a:lnTo>
                  <a:pt x="14208" y="29"/>
                </a:lnTo>
                <a:lnTo>
                  <a:pt x="14208" y="0"/>
                </a:lnTo>
                <a:moveTo>
                  <a:pt x="14400" y="0"/>
                </a:moveTo>
                <a:lnTo>
                  <a:pt x="14510" y="0"/>
                </a:lnTo>
                <a:lnTo>
                  <a:pt x="14510" y="29"/>
                </a:lnTo>
                <a:lnTo>
                  <a:pt x="14400" y="29"/>
                </a:lnTo>
                <a:lnTo>
                  <a:pt x="14400" y="0"/>
                </a:lnTo>
                <a:moveTo>
                  <a:pt x="14592" y="0"/>
                </a:moveTo>
                <a:lnTo>
                  <a:pt x="14702" y="0"/>
                </a:lnTo>
                <a:lnTo>
                  <a:pt x="14702" y="29"/>
                </a:lnTo>
                <a:lnTo>
                  <a:pt x="14592" y="29"/>
                </a:lnTo>
                <a:lnTo>
                  <a:pt x="14592" y="0"/>
                </a:lnTo>
                <a:moveTo>
                  <a:pt x="14784" y="0"/>
                </a:moveTo>
                <a:lnTo>
                  <a:pt x="14894" y="0"/>
                </a:lnTo>
                <a:lnTo>
                  <a:pt x="14894" y="29"/>
                </a:lnTo>
                <a:lnTo>
                  <a:pt x="14784" y="29"/>
                </a:lnTo>
                <a:lnTo>
                  <a:pt x="14784" y="0"/>
                </a:lnTo>
                <a:moveTo>
                  <a:pt x="14976" y="0"/>
                </a:moveTo>
                <a:lnTo>
                  <a:pt x="15086" y="0"/>
                </a:lnTo>
                <a:lnTo>
                  <a:pt x="15086" y="29"/>
                </a:lnTo>
                <a:lnTo>
                  <a:pt x="14976" y="29"/>
                </a:lnTo>
                <a:lnTo>
                  <a:pt x="14976" y="0"/>
                </a:lnTo>
                <a:moveTo>
                  <a:pt x="15168" y="0"/>
                </a:moveTo>
                <a:lnTo>
                  <a:pt x="15277" y="0"/>
                </a:lnTo>
                <a:lnTo>
                  <a:pt x="15277" y="29"/>
                </a:lnTo>
                <a:lnTo>
                  <a:pt x="15168" y="29"/>
                </a:lnTo>
                <a:lnTo>
                  <a:pt x="15168" y="0"/>
                </a:lnTo>
                <a:moveTo>
                  <a:pt x="15360" y="0"/>
                </a:moveTo>
                <a:lnTo>
                  <a:pt x="15469" y="0"/>
                </a:lnTo>
                <a:lnTo>
                  <a:pt x="15469" y="29"/>
                </a:lnTo>
                <a:lnTo>
                  <a:pt x="15360" y="29"/>
                </a:lnTo>
                <a:lnTo>
                  <a:pt x="15360" y="0"/>
                </a:lnTo>
                <a:moveTo>
                  <a:pt x="15552" y="0"/>
                </a:moveTo>
                <a:lnTo>
                  <a:pt x="15661" y="0"/>
                </a:lnTo>
                <a:lnTo>
                  <a:pt x="15661" y="29"/>
                </a:lnTo>
                <a:lnTo>
                  <a:pt x="15552" y="29"/>
                </a:lnTo>
                <a:lnTo>
                  <a:pt x="15552" y="0"/>
                </a:lnTo>
                <a:moveTo>
                  <a:pt x="15744" y="0"/>
                </a:moveTo>
                <a:lnTo>
                  <a:pt x="15853" y="0"/>
                </a:lnTo>
                <a:lnTo>
                  <a:pt x="15853" y="29"/>
                </a:lnTo>
                <a:lnTo>
                  <a:pt x="15744" y="29"/>
                </a:lnTo>
                <a:lnTo>
                  <a:pt x="15744" y="0"/>
                </a:lnTo>
                <a:moveTo>
                  <a:pt x="15936" y="0"/>
                </a:moveTo>
                <a:lnTo>
                  <a:pt x="16045" y="0"/>
                </a:lnTo>
                <a:lnTo>
                  <a:pt x="16045" y="29"/>
                </a:lnTo>
                <a:lnTo>
                  <a:pt x="15936" y="29"/>
                </a:lnTo>
                <a:lnTo>
                  <a:pt x="15936" y="0"/>
                </a:lnTo>
                <a:moveTo>
                  <a:pt x="16128" y="0"/>
                </a:moveTo>
                <a:lnTo>
                  <a:pt x="16237" y="0"/>
                </a:lnTo>
                <a:lnTo>
                  <a:pt x="16237" y="29"/>
                </a:lnTo>
                <a:lnTo>
                  <a:pt x="16128" y="29"/>
                </a:lnTo>
                <a:lnTo>
                  <a:pt x="16128" y="0"/>
                </a:lnTo>
                <a:moveTo>
                  <a:pt x="16320" y="0"/>
                </a:moveTo>
                <a:lnTo>
                  <a:pt x="16429" y="0"/>
                </a:lnTo>
                <a:lnTo>
                  <a:pt x="16429" y="29"/>
                </a:lnTo>
                <a:lnTo>
                  <a:pt x="16320" y="29"/>
                </a:lnTo>
                <a:lnTo>
                  <a:pt x="16320" y="0"/>
                </a:lnTo>
                <a:moveTo>
                  <a:pt x="16512" y="0"/>
                </a:moveTo>
                <a:lnTo>
                  <a:pt x="16621" y="0"/>
                </a:lnTo>
                <a:lnTo>
                  <a:pt x="16621" y="29"/>
                </a:lnTo>
                <a:lnTo>
                  <a:pt x="16512" y="29"/>
                </a:lnTo>
                <a:lnTo>
                  <a:pt x="16512" y="0"/>
                </a:lnTo>
                <a:moveTo>
                  <a:pt x="16704" y="0"/>
                </a:moveTo>
                <a:lnTo>
                  <a:pt x="16813" y="0"/>
                </a:lnTo>
                <a:lnTo>
                  <a:pt x="16813" y="29"/>
                </a:lnTo>
                <a:lnTo>
                  <a:pt x="16704" y="29"/>
                </a:lnTo>
                <a:lnTo>
                  <a:pt x="16704" y="0"/>
                </a:lnTo>
                <a:moveTo>
                  <a:pt x="16896" y="0"/>
                </a:moveTo>
                <a:lnTo>
                  <a:pt x="17005" y="0"/>
                </a:lnTo>
                <a:lnTo>
                  <a:pt x="17005" y="29"/>
                </a:lnTo>
                <a:lnTo>
                  <a:pt x="16896" y="29"/>
                </a:lnTo>
                <a:lnTo>
                  <a:pt x="16896" y="0"/>
                </a:lnTo>
                <a:moveTo>
                  <a:pt x="17088" y="0"/>
                </a:moveTo>
                <a:lnTo>
                  <a:pt x="17197" y="0"/>
                </a:lnTo>
                <a:lnTo>
                  <a:pt x="17197" y="29"/>
                </a:lnTo>
                <a:lnTo>
                  <a:pt x="17088" y="29"/>
                </a:lnTo>
                <a:lnTo>
                  <a:pt x="17088" y="0"/>
                </a:lnTo>
                <a:moveTo>
                  <a:pt x="17280" y="0"/>
                </a:moveTo>
                <a:lnTo>
                  <a:pt x="17389" y="0"/>
                </a:lnTo>
                <a:lnTo>
                  <a:pt x="17389" y="29"/>
                </a:lnTo>
                <a:lnTo>
                  <a:pt x="17280" y="29"/>
                </a:lnTo>
                <a:lnTo>
                  <a:pt x="17280" y="0"/>
                </a:lnTo>
                <a:moveTo>
                  <a:pt x="17472" y="0"/>
                </a:moveTo>
                <a:lnTo>
                  <a:pt x="17581" y="0"/>
                </a:lnTo>
                <a:lnTo>
                  <a:pt x="17581" y="29"/>
                </a:lnTo>
                <a:lnTo>
                  <a:pt x="17472" y="29"/>
                </a:lnTo>
                <a:lnTo>
                  <a:pt x="17472" y="0"/>
                </a:lnTo>
                <a:moveTo>
                  <a:pt x="17664" y="0"/>
                </a:moveTo>
                <a:lnTo>
                  <a:pt x="17773" y="0"/>
                </a:lnTo>
                <a:lnTo>
                  <a:pt x="17773" y="29"/>
                </a:lnTo>
                <a:lnTo>
                  <a:pt x="17664" y="29"/>
                </a:lnTo>
                <a:lnTo>
                  <a:pt x="17664" y="0"/>
                </a:lnTo>
                <a:moveTo>
                  <a:pt x="17856" y="0"/>
                </a:moveTo>
                <a:lnTo>
                  <a:pt x="17965" y="0"/>
                </a:lnTo>
                <a:lnTo>
                  <a:pt x="17965" y="29"/>
                </a:lnTo>
                <a:lnTo>
                  <a:pt x="17856" y="29"/>
                </a:lnTo>
                <a:lnTo>
                  <a:pt x="17856" y="0"/>
                </a:lnTo>
                <a:moveTo>
                  <a:pt x="18047" y="0"/>
                </a:moveTo>
                <a:lnTo>
                  <a:pt x="18157" y="0"/>
                </a:lnTo>
                <a:lnTo>
                  <a:pt x="18157" y="29"/>
                </a:lnTo>
                <a:lnTo>
                  <a:pt x="18047" y="29"/>
                </a:lnTo>
                <a:lnTo>
                  <a:pt x="18047" y="0"/>
                </a:lnTo>
                <a:moveTo>
                  <a:pt x="18239" y="0"/>
                </a:moveTo>
                <a:lnTo>
                  <a:pt x="18349" y="0"/>
                </a:lnTo>
                <a:lnTo>
                  <a:pt x="18349" y="29"/>
                </a:lnTo>
                <a:lnTo>
                  <a:pt x="18239" y="29"/>
                </a:lnTo>
                <a:lnTo>
                  <a:pt x="18239" y="0"/>
                </a:lnTo>
                <a:moveTo>
                  <a:pt x="18431" y="0"/>
                </a:moveTo>
                <a:lnTo>
                  <a:pt x="18541" y="0"/>
                </a:lnTo>
                <a:lnTo>
                  <a:pt x="18541" y="29"/>
                </a:lnTo>
                <a:lnTo>
                  <a:pt x="18431" y="29"/>
                </a:lnTo>
                <a:lnTo>
                  <a:pt x="18431" y="0"/>
                </a:lnTo>
                <a:moveTo>
                  <a:pt x="18623" y="0"/>
                </a:moveTo>
                <a:lnTo>
                  <a:pt x="18733" y="0"/>
                </a:lnTo>
                <a:lnTo>
                  <a:pt x="18733" y="29"/>
                </a:lnTo>
                <a:lnTo>
                  <a:pt x="18623" y="29"/>
                </a:lnTo>
                <a:lnTo>
                  <a:pt x="18623" y="0"/>
                </a:lnTo>
                <a:moveTo>
                  <a:pt x="18815" y="0"/>
                </a:moveTo>
                <a:lnTo>
                  <a:pt x="18925" y="0"/>
                </a:lnTo>
                <a:lnTo>
                  <a:pt x="18925" y="29"/>
                </a:lnTo>
                <a:lnTo>
                  <a:pt x="18815" y="29"/>
                </a:lnTo>
                <a:lnTo>
                  <a:pt x="18815" y="0"/>
                </a:lnTo>
                <a:moveTo>
                  <a:pt x="19007" y="0"/>
                </a:moveTo>
                <a:lnTo>
                  <a:pt x="19117" y="0"/>
                </a:lnTo>
                <a:lnTo>
                  <a:pt x="19117" y="29"/>
                </a:lnTo>
                <a:lnTo>
                  <a:pt x="19007" y="29"/>
                </a:lnTo>
                <a:lnTo>
                  <a:pt x="19007" y="0"/>
                </a:lnTo>
                <a:moveTo>
                  <a:pt x="19199" y="0"/>
                </a:moveTo>
                <a:lnTo>
                  <a:pt x="19309" y="0"/>
                </a:lnTo>
                <a:lnTo>
                  <a:pt x="19309" y="29"/>
                </a:lnTo>
                <a:lnTo>
                  <a:pt x="19199" y="29"/>
                </a:lnTo>
                <a:lnTo>
                  <a:pt x="19199" y="0"/>
                </a:lnTo>
                <a:close/>
              </a:path>
            </a:pathLst>
          </a:custGeom>
          <a:solidFill>
            <a:srgbClr val="4CAF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8217000" y="3558240"/>
            <a:ext cx="160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CE93D8"/>
                </a:solidFill>
                <a:effectLst/>
                <a:uFillTx/>
                <a:latin typeface="DejaVuSansMono"/>
                <a:ea typeface="DejaVuSansMono"/>
              </a:rPr>
              <a:t>avg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186920" y="2346840"/>
            <a:ext cx="6951240" cy="10440"/>
          </a:xfrm>
          <a:custGeom>
            <a:avLst/>
            <a:gdLst/>
            <a:ahLst/>
            <a:rect l="0" t="0" r="r" b="b"/>
            <a:pathLst>
              <a:path w="19309" h="29">
                <a:moveTo>
                  <a:pt x="0" y="0"/>
                </a:moveTo>
                <a:lnTo>
                  <a:pt x="110" y="0"/>
                </a:lnTo>
                <a:lnTo>
                  <a:pt x="110" y="29"/>
                </a:lnTo>
                <a:lnTo>
                  <a:pt x="0" y="29"/>
                </a:lnTo>
                <a:lnTo>
                  <a:pt x="0" y="0"/>
                </a:lnTo>
                <a:moveTo>
                  <a:pt x="192" y="0"/>
                </a:moveTo>
                <a:lnTo>
                  <a:pt x="302" y="0"/>
                </a:lnTo>
                <a:lnTo>
                  <a:pt x="302" y="29"/>
                </a:lnTo>
                <a:lnTo>
                  <a:pt x="192" y="29"/>
                </a:lnTo>
                <a:lnTo>
                  <a:pt x="192" y="0"/>
                </a:lnTo>
                <a:moveTo>
                  <a:pt x="384" y="0"/>
                </a:moveTo>
                <a:lnTo>
                  <a:pt x="494" y="0"/>
                </a:lnTo>
                <a:lnTo>
                  <a:pt x="494" y="29"/>
                </a:lnTo>
                <a:lnTo>
                  <a:pt x="384" y="29"/>
                </a:lnTo>
                <a:lnTo>
                  <a:pt x="384" y="0"/>
                </a:lnTo>
                <a:moveTo>
                  <a:pt x="576" y="0"/>
                </a:moveTo>
                <a:lnTo>
                  <a:pt x="686" y="0"/>
                </a:lnTo>
                <a:lnTo>
                  <a:pt x="686" y="29"/>
                </a:lnTo>
                <a:lnTo>
                  <a:pt x="576" y="29"/>
                </a:lnTo>
                <a:lnTo>
                  <a:pt x="576" y="0"/>
                </a:lnTo>
                <a:moveTo>
                  <a:pt x="768" y="0"/>
                </a:moveTo>
                <a:lnTo>
                  <a:pt x="878" y="0"/>
                </a:lnTo>
                <a:lnTo>
                  <a:pt x="878" y="29"/>
                </a:lnTo>
                <a:lnTo>
                  <a:pt x="768" y="29"/>
                </a:lnTo>
                <a:lnTo>
                  <a:pt x="768" y="0"/>
                </a:lnTo>
                <a:moveTo>
                  <a:pt x="960" y="0"/>
                </a:moveTo>
                <a:lnTo>
                  <a:pt x="1070" y="0"/>
                </a:lnTo>
                <a:lnTo>
                  <a:pt x="1070" y="29"/>
                </a:lnTo>
                <a:lnTo>
                  <a:pt x="960" y="29"/>
                </a:lnTo>
                <a:lnTo>
                  <a:pt x="960" y="0"/>
                </a:lnTo>
                <a:moveTo>
                  <a:pt x="1152" y="0"/>
                </a:moveTo>
                <a:lnTo>
                  <a:pt x="1262" y="0"/>
                </a:lnTo>
                <a:lnTo>
                  <a:pt x="1262" y="29"/>
                </a:lnTo>
                <a:lnTo>
                  <a:pt x="1152" y="29"/>
                </a:lnTo>
                <a:lnTo>
                  <a:pt x="1152" y="0"/>
                </a:lnTo>
                <a:moveTo>
                  <a:pt x="1344" y="0"/>
                </a:moveTo>
                <a:lnTo>
                  <a:pt x="1454" y="0"/>
                </a:lnTo>
                <a:lnTo>
                  <a:pt x="1454" y="29"/>
                </a:lnTo>
                <a:lnTo>
                  <a:pt x="1344" y="29"/>
                </a:lnTo>
                <a:lnTo>
                  <a:pt x="1344" y="0"/>
                </a:lnTo>
                <a:moveTo>
                  <a:pt x="1536" y="0"/>
                </a:moveTo>
                <a:lnTo>
                  <a:pt x="1646" y="0"/>
                </a:lnTo>
                <a:lnTo>
                  <a:pt x="1646" y="29"/>
                </a:lnTo>
                <a:lnTo>
                  <a:pt x="1536" y="29"/>
                </a:lnTo>
                <a:lnTo>
                  <a:pt x="1536" y="0"/>
                </a:lnTo>
                <a:moveTo>
                  <a:pt x="1728" y="0"/>
                </a:moveTo>
                <a:lnTo>
                  <a:pt x="1838" y="0"/>
                </a:lnTo>
                <a:lnTo>
                  <a:pt x="1838" y="29"/>
                </a:lnTo>
                <a:lnTo>
                  <a:pt x="1728" y="29"/>
                </a:lnTo>
                <a:lnTo>
                  <a:pt x="1728" y="0"/>
                </a:lnTo>
                <a:moveTo>
                  <a:pt x="1920" y="0"/>
                </a:moveTo>
                <a:lnTo>
                  <a:pt x="2030" y="0"/>
                </a:lnTo>
                <a:lnTo>
                  <a:pt x="2030" y="29"/>
                </a:lnTo>
                <a:lnTo>
                  <a:pt x="1920" y="29"/>
                </a:lnTo>
                <a:lnTo>
                  <a:pt x="1920" y="0"/>
                </a:lnTo>
                <a:moveTo>
                  <a:pt x="2112" y="0"/>
                </a:moveTo>
                <a:lnTo>
                  <a:pt x="2222" y="0"/>
                </a:lnTo>
                <a:lnTo>
                  <a:pt x="2222" y="29"/>
                </a:lnTo>
                <a:lnTo>
                  <a:pt x="2112" y="29"/>
                </a:lnTo>
                <a:lnTo>
                  <a:pt x="2112" y="0"/>
                </a:lnTo>
                <a:moveTo>
                  <a:pt x="2304" y="0"/>
                </a:moveTo>
                <a:lnTo>
                  <a:pt x="2414" y="0"/>
                </a:lnTo>
                <a:lnTo>
                  <a:pt x="2414" y="29"/>
                </a:lnTo>
                <a:lnTo>
                  <a:pt x="2304" y="29"/>
                </a:lnTo>
                <a:lnTo>
                  <a:pt x="2304" y="0"/>
                </a:lnTo>
                <a:moveTo>
                  <a:pt x="2496" y="0"/>
                </a:moveTo>
                <a:lnTo>
                  <a:pt x="2606" y="0"/>
                </a:lnTo>
                <a:lnTo>
                  <a:pt x="2606" y="29"/>
                </a:lnTo>
                <a:lnTo>
                  <a:pt x="2496" y="29"/>
                </a:lnTo>
                <a:lnTo>
                  <a:pt x="2496" y="0"/>
                </a:lnTo>
                <a:moveTo>
                  <a:pt x="2688" y="0"/>
                </a:moveTo>
                <a:lnTo>
                  <a:pt x="2798" y="0"/>
                </a:lnTo>
                <a:lnTo>
                  <a:pt x="2798" y="29"/>
                </a:lnTo>
                <a:lnTo>
                  <a:pt x="2688" y="29"/>
                </a:lnTo>
                <a:lnTo>
                  <a:pt x="2688" y="0"/>
                </a:lnTo>
                <a:moveTo>
                  <a:pt x="2880" y="0"/>
                </a:moveTo>
                <a:lnTo>
                  <a:pt x="2990" y="0"/>
                </a:lnTo>
                <a:lnTo>
                  <a:pt x="2990" y="29"/>
                </a:lnTo>
                <a:lnTo>
                  <a:pt x="2880" y="29"/>
                </a:lnTo>
                <a:lnTo>
                  <a:pt x="2880" y="0"/>
                </a:lnTo>
                <a:moveTo>
                  <a:pt x="3072" y="0"/>
                </a:moveTo>
                <a:lnTo>
                  <a:pt x="3182" y="0"/>
                </a:lnTo>
                <a:lnTo>
                  <a:pt x="3182" y="29"/>
                </a:lnTo>
                <a:lnTo>
                  <a:pt x="3072" y="29"/>
                </a:lnTo>
                <a:lnTo>
                  <a:pt x="3072" y="0"/>
                </a:lnTo>
                <a:moveTo>
                  <a:pt x="3264" y="0"/>
                </a:moveTo>
                <a:lnTo>
                  <a:pt x="3374" y="0"/>
                </a:lnTo>
                <a:lnTo>
                  <a:pt x="3374" y="29"/>
                </a:lnTo>
                <a:lnTo>
                  <a:pt x="3264" y="29"/>
                </a:lnTo>
                <a:lnTo>
                  <a:pt x="3264" y="0"/>
                </a:lnTo>
                <a:moveTo>
                  <a:pt x="3456" y="0"/>
                </a:moveTo>
                <a:lnTo>
                  <a:pt x="3566" y="0"/>
                </a:lnTo>
                <a:lnTo>
                  <a:pt x="3566" y="29"/>
                </a:lnTo>
                <a:lnTo>
                  <a:pt x="3456" y="29"/>
                </a:lnTo>
                <a:lnTo>
                  <a:pt x="3456" y="0"/>
                </a:lnTo>
                <a:moveTo>
                  <a:pt x="3648" y="0"/>
                </a:moveTo>
                <a:lnTo>
                  <a:pt x="3758" y="0"/>
                </a:lnTo>
                <a:lnTo>
                  <a:pt x="3758" y="29"/>
                </a:lnTo>
                <a:lnTo>
                  <a:pt x="3648" y="29"/>
                </a:lnTo>
                <a:lnTo>
                  <a:pt x="3648" y="0"/>
                </a:lnTo>
                <a:moveTo>
                  <a:pt x="3840" y="0"/>
                </a:moveTo>
                <a:lnTo>
                  <a:pt x="3950" y="0"/>
                </a:lnTo>
                <a:lnTo>
                  <a:pt x="3950" y="29"/>
                </a:lnTo>
                <a:lnTo>
                  <a:pt x="3840" y="29"/>
                </a:lnTo>
                <a:lnTo>
                  <a:pt x="3840" y="0"/>
                </a:lnTo>
                <a:moveTo>
                  <a:pt x="4032" y="0"/>
                </a:moveTo>
                <a:lnTo>
                  <a:pt x="4142" y="0"/>
                </a:lnTo>
                <a:lnTo>
                  <a:pt x="4142" y="29"/>
                </a:lnTo>
                <a:lnTo>
                  <a:pt x="4032" y="29"/>
                </a:lnTo>
                <a:lnTo>
                  <a:pt x="4032" y="0"/>
                </a:lnTo>
                <a:moveTo>
                  <a:pt x="4224" y="0"/>
                </a:moveTo>
                <a:lnTo>
                  <a:pt x="4334" y="0"/>
                </a:lnTo>
                <a:lnTo>
                  <a:pt x="4334" y="29"/>
                </a:lnTo>
                <a:lnTo>
                  <a:pt x="4224" y="29"/>
                </a:lnTo>
                <a:lnTo>
                  <a:pt x="4224" y="0"/>
                </a:lnTo>
                <a:moveTo>
                  <a:pt x="4416" y="0"/>
                </a:moveTo>
                <a:lnTo>
                  <a:pt x="4526" y="0"/>
                </a:lnTo>
                <a:lnTo>
                  <a:pt x="4526" y="29"/>
                </a:lnTo>
                <a:lnTo>
                  <a:pt x="4416" y="29"/>
                </a:lnTo>
                <a:lnTo>
                  <a:pt x="4416" y="0"/>
                </a:lnTo>
                <a:moveTo>
                  <a:pt x="4608" y="0"/>
                </a:moveTo>
                <a:lnTo>
                  <a:pt x="4718" y="0"/>
                </a:lnTo>
                <a:lnTo>
                  <a:pt x="4718" y="29"/>
                </a:lnTo>
                <a:lnTo>
                  <a:pt x="4608" y="29"/>
                </a:lnTo>
                <a:lnTo>
                  <a:pt x="4608" y="0"/>
                </a:lnTo>
                <a:moveTo>
                  <a:pt x="4800" y="0"/>
                </a:moveTo>
                <a:lnTo>
                  <a:pt x="4909" y="0"/>
                </a:lnTo>
                <a:lnTo>
                  <a:pt x="4909" y="29"/>
                </a:lnTo>
                <a:lnTo>
                  <a:pt x="4800" y="29"/>
                </a:lnTo>
                <a:lnTo>
                  <a:pt x="4800" y="0"/>
                </a:lnTo>
                <a:moveTo>
                  <a:pt x="4992" y="0"/>
                </a:moveTo>
                <a:lnTo>
                  <a:pt x="5101" y="0"/>
                </a:lnTo>
                <a:lnTo>
                  <a:pt x="5101" y="29"/>
                </a:lnTo>
                <a:lnTo>
                  <a:pt x="4992" y="29"/>
                </a:lnTo>
                <a:lnTo>
                  <a:pt x="4992" y="0"/>
                </a:lnTo>
                <a:moveTo>
                  <a:pt x="5184" y="0"/>
                </a:moveTo>
                <a:lnTo>
                  <a:pt x="5293" y="0"/>
                </a:lnTo>
                <a:lnTo>
                  <a:pt x="5293" y="29"/>
                </a:lnTo>
                <a:lnTo>
                  <a:pt x="5184" y="29"/>
                </a:lnTo>
                <a:lnTo>
                  <a:pt x="5184" y="0"/>
                </a:lnTo>
                <a:moveTo>
                  <a:pt x="5376" y="0"/>
                </a:moveTo>
                <a:lnTo>
                  <a:pt x="5485" y="0"/>
                </a:lnTo>
                <a:lnTo>
                  <a:pt x="5485" y="29"/>
                </a:lnTo>
                <a:lnTo>
                  <a:pt x="5376" y="29"/>
                </a:lnTo>
                <a:lnTo>
                  <a:pt x="5376" y="0"/>
                </a:lnTo>
                <a:moveTo>
                  <a:pt x="5568" y="0"/>
                </a:moveTo>
                <a:lnTo>
                  <a:pt x="5677" y="0"/>
                </a:lnTo>
                <a:lnTo>
                  <a:pt x="5677" y="29"/>
                </a:lnTo>
                <a:lnTo>
                  <a:pt x="5568" y="29"/>
                </a:lnTo>
                <a:lnTo>
                  <a:pt x="5568" y="0"/>
                </a:lnTo>
                <a:moveTo>
                  <a:pt x="5760" y="0"/>
                </a:moveTo>
                <a:lnTo>
                  <a:pt x="5869" y="0"/>
                </a:lnTo>
                <a:lnTo>
                  <a:pt x="5869" y="29"/>
                </a:lnTo>
                <a:lnTo>
                  <a:pt x="5760" y="29"/>
                </a:lnTo>
                <a:lnTo>
                  <a:pt x="5760" y="0"/>
                </a:lnTo>
                <a:moveTo>
                  <a:pt x="5952" y="0"/>
                </a:moveTo>
                <a:lnTo>
                  <a:pt x="6061" y="0"/>
                </a:lnTo>
                <a:lnTo>
                  <a:pt x="6061" y="29"/>
                </a:lnTo>
                <a:lnTo>
                  <a:pt x="5952" y="29"/>
                </a:lnTo>
                <a:lnTo>
                  <a:pt x="5952" y="0"/>
                </a:lnTo>
                <a:moveTo>
                  <a:pt x="6144" y="0"/>
                </a:moveTo>
                <a:lnTo>
                  <a:pt x="6253" y="0"/>
                </a:lnTo>
                <a:lnTo>
                  <a:pt x="6253" y="29"/>
                </a:lnTo>
                <a:lnTo>
                  <a:pt x="6144" y="29"/>
                </a:lnTo>
                <a:lnTo>
                  <a:pt x="6144" y="0"/>
                </a:lnTo>
                <a:moveTo>
                  <a:pt x="6336" y="0"/>
                </a:moveTo>
                <a:lnTo>
                  <a:pt x="6446" y="0"/>
                </a:lnTo>
                <a:lnTo>
                  <a:pt x="6446" y="29"/>
                </a:lnTo>
                <a:lnTo>
                  <a:pt x="6336" y="29"/>
                </a:lnTo>
                <a:lnTo>
                  <a:pt x="6336" y="0"/>
                </a:lnTo>
                <a:moveTo>
                  <a:pt x="6529" y="0"/>
                </a:moveTo>
                <a:lnTo>
                  <a:pt x="6638" y="0"/>
                </a:lnTo>
                <a:lnTo>
                  <a:pt x="6638" y="29"/>
                </a:lnTo>
                <a:lnTo>
                  <a:pt x="6529" y="29"/>
                </a:lnTo>
                <a:lnTo>
                  <a:pt x="6529" y="0"/>
                </a:lnTo>
                <a:moveTo>
                  <a:pt x="6721" y="0"/>
                </a:moveTo>
                <a:lnTo>
                  <a:pt x="6830" y="0"/>
                </a:lnTo>
                <a:lnTo>
                  <a:pt x="6830" y="29"/>
                </a:lnTo>
                <a:lnTo>
                  <a:pt x="6721" y="29"/>
                </a:lnTo>
                <a:lnTo>
                  <a:pt x="6721" y="0"/>
                </a:lnTo>
                <a:moveTo>
                  <a:pt x="6913" y="0"/>
                </a:moveTo>
                <a:lnTo>
                  <a:pt x="7022" y="0"/>
                </a:lnTo>
                <a:lnTo>
                  <a:pt x="7022" y="29"/>
                </a:lnTo>
                <a:lnTo>
                  <a:pt x="6913" y="29"/>
                </a:lnTo>
                <a:lnTo>
                  <a:pt x="6913" y="0"/>
                </a:lnTo>
                <a:moveTo>
                  <a:pt x="7105" y="0"/>
                </a:moveTo>
                <a:lnTo>
                  <a:pt x="7214" y="0"/>
                </a:lnTo>
                <a:lnTo>
                  <a:pt x="7214" y="29"/>
                </a:lnTo>
                <a:lnTo>
                  <a:pt x="7105" y="29"/>
                </a:lnTo>
                <a:lnTo>
                  <a:pt x="7105" y="0"/>
                </a:lnTo>
                <a:moveTo>
                  <a:pt x="7297" y="0"/>
                </a:moveTo>
                <a:lnTo>
                  <a:pt x="7406" y="0"/>
                </a:lnTo>
                <a:lnTo>
                  <a:pt x="7406" y="29"/>
                </a:lnTo>
                <a:lnTo>
                  <a:pt x="7297" y="29"/>
                </a:lnTo>
                <a:lnTo>
                  <a:pt x="7297" y="0"/>
                </a:lnTo>
                <a:moveTo>
                  <a:pt x="7489" y="0"/>
                </a:moveTo>
                <a:lnTo>
                  <a:pt x="7598" y="0"/>
                </a:lnTo>
                <a:lnTo>
                  <a:pt x="7598" y="29"/>
                </a:lnTo>
                <a:lnTo>
                  <a:pt x="7489" y="29"/>
                </a:lnTo>
                <a:lnTo>
                  <a:pt x="7489" y="0"/>
                </a:lnTo>
                <a:moveTo>
                  <a:pt x="7681" y="0"/>
                </a:moveTo>
                <a:lnTo>
                  <a:pt x="7790" y="0"/>
                </a:lnTo>
                <a:lnTo>
                  <a:pt x="7790" y="29"/>
                </a:lnTo>
                <a:lnTo>
                  <a:pt x="7681" y="29"/>
                </a:lnTo>
                <a:lnTo>
                  <a:pt x="7681" y="0"/>
                </a:lnTo>
                <a:moveTo>
                  <a:pt x="7872" y="0"/>
                </a:moveTo>
                <a:lnTo>
                  <a:pt x="7982" y="0"/>
                </a:lnTo>
                <a:lnTo>
                  <a:pt x="7982" y="29"/>
                </a:lnTo>
                <a:lnTo>
                  <a:pt x="7872" y="29"/>
                </a:lnTo>
                <a:lnTo>
                  <a:pt x="7872" y="0"/>
                </a:lnTo>
                <a:moveTo>
                  <a:pt x="8064" y="0"/>
                </a:moveTo>
                <a:lnTo>
                  <a:pt x="8174" y="0"/>
                </a:lnTo>
                <a:lnTo>
                  <a:pt x="8174" y="29"/>
                </a:lnTo>
                <a:lnTo>
                  <a:pt x="8064" y="29"/>
                </a:lnTo>
                <a:lnTo>
                  <a:pt x="8064" y="0"/>
                </a:lnTo>
                <a:moveTo>
                  <a:pt x="8256" y="0"/>
                </a:moveTo>
                <a:lnTo>
                  <a:pt x="8366" y="0"/>
                </a:lnTo>
                <a:lnTo>
                  <a:pt x="8366" y="29"/>
                </a:lnTo>
                <a:lnTo>
                  <a:pt x="8256" y="29"/>
                </a:lnTo>
                <a:lnTo>
                  <a:pt x="8256" y="0"/>
                </a:lnTo>
                <a:moveTo>
                  <a:pt x="8448" y="0"/>
                </a:moveTo>
                <a:lnTo>
                  <a:pt x="8558" y="0"/>
                </a:lnTo>
                <a:lnTo>
                  <a:pt x="8558" y="29"/>
                </a:lnTo>
                <a:lnTo>
                  <a:pt x="8448" y="29"/>
                </a:lnTo>
                <a:lnTo>
                  <a:pt x="8448" y="0"/>
                </a:lnTo>
                <a:moveTo>
                  <a:pt x="8640" y="0"/>
                </a:moveTo>
                <a:lnTo>
                  <a:pt x="8750" y="0"/>
                </a:lnTo>
                <a:lnTo>
                  <a:pt x="8750" y="29"/>
                </a:lnTo>
                <a:lnTo>
                  <a:pt x="8640" y="29"/>
                </a:lnTo>
                <a:lnTo>
                  <a:pt x="8640" y="0"/>
                </a:lnTo>
                <a:moveTo>
                  <a:pt x="8832" y="0"/>
                </a:moveTo>
                <a:lnTo>
                  <a:pt x="8942" y="0"/>
                </a:lnTo>
                <a:lnTo>
                  <a:pt x="8942" y="29"/>
                </a:lnTo>
                <a:lnTo>
                  <a:pt x="8832" y="29"/>
                </a:lnTo>
                <a:lnTo>
                  <a:pt x="8832" y="0"/>
                </a:lnTo>
                <a:moveTo>
                  <a:pt x="9024" y="0"/>
                </a:moveTo>
                <a:lnTo>
                  <a:pt x="9134" y="0"/>
                </a:lnTo>
                <a:lnTo>
                  <a:pt x="9134" y="29"/>
                </a:lnTo>
                <a:lnTo>
                  <a:pt x="9024" y="29"/>
                </a:lnTo>
                <a:lnTo>
                  <a:pt x="9024" y="0"/>
                </a:lnTo>
                <a:moveTo>
                  <a:pt x="9216" y="0"/>
                </a:moveTo>
                <a:lnTo>
                  <a:pt x="9326" y="0"/>
                </a:lnTo>
                <a:lnTo>
                  <a:pt x="9326" y="29"/>
                </a:lnTo>
                <a:lnTo>
                  <a:pt x="9216" y="29"/>
                </a:lnTo>
                <a:lnTo>
                  <a:pt x="9216" y="0"/>
                </a:lnTo>
                <a:moveTo>
                  <a:pt x="9408" y="0"/>
                </a:moveTo>
                <a:lnTo>
                  <a:pt x="9518" y="0"/>
                </a:lnTo>
                <a:lnTo>
                  <a:pt x="9518" y="29"/>
                </a:lnTo>
                <a:lnTo>
                  <a:pt x="9408" y="29"/>
                </a:lnTo>
                <a:lnTo>
                  <a:pt x="9408" y="0"/>
                </a:lnTo>
                <a:moveTo>
                  <a:pt x="9600" y="0"/>
                </a:moveTo>
                <a:lnTo>
                  <a:pt x="9710" y="0"/>
                </a:lnTo>
                <a:lnTo>
                  <a:pt x="9710" y="29"/>
                </a:lnTo>
                <a:lnTo>
                  <a:pt x="9600" y="29"/>
                </a:lnTo>
                <a:lnTo>
                  <a:pt x="9600" y="0"/>
                </a:lnTo>
                <a:moveTo>
                  <a:pt x="9792" y="0"/>
                </a:moveTo>
                <a:lnTo>
                  <a:pt x="9902" y="0"/>
                </a:lnTo>
                <a:lnTo>
                  <a:pt x="9902" y="29"/>
                </a:lnTo>
                <a:lnTo>
                  <a:pt x="9792" y="29"/>
                </a:lnTo>
                <a:lnTo>
                  <a:pt x="9792" y="0"/>
                </a:lnTo>
                <a:moveTo>
                  <a:pt x="9984" y="0"/>
                </a:moveTo>
                <a:lnTo>
                  <a:pt x="10094" y="0"/>
                </a:lnTo>
                <a:lnTo>
                  <a:pt x="10094" y="29"/>
                </a:lnTo>
                <a:lnTo>
                  <a:pt x="9984" y="29"/>
                </a:lnTo>
                <a:lnTo>
                  <a:pt x="9984" y="0"/>
                </a:lnTo>
                <a:moveTo>
                  <a:pt x="10176" y="0"/>
                </a:moveTo>
                <a:lnTo>
                  <a:pt x="10286" y="0"/>
                </a:lnTo>
                <a:lnTo>
                  <a:pt x="10286" y="29"/>
                </a:lnTo>
                <a:lnTo>
                  <a:pt x="10176" y="29"/>
                </a:lnTo>
                <a:lnTo>
                  <a:pt x="10176" y="0"/>
                </a:lnTo>
                <a:moveTo>
                  <a:pt x="10368" y="0"/>
                </a:moveTo>
                <a:lnTo>
                  <a:pt x="10478" y="0"/>
                </a:lnTo>
                <a:lnTo>
                  <a:pt x="10478" y="29"/>
                </a:lnTo>
                <a:lnTo>
                  <a:pt x="10368" y="29"/>
                </a:lnTo>
                <a:lnTo>
                  <a:pt x="10368" y="0"/>
                </a:lnTo>
                <a:moveTo>
                  <a:pt x="10560" y="0"/>
                </a:moveTo>
                <a:lnTo>
                  <a:pt x="10670" y="0"/>
                </a:lnTo>
                <a:lnTo>
                  <a:pt x="10670" y="29"/>
                </a:lnTo>
                <a:lnTo>
                  <a:pt x="10560" y="29"/>
                </a:lnTo>
                <a:lnTo>
                  <a:pt x="10560" y="0"/>
                </a:lnTo>
                <a:moveTo>
                  <a:pt x="10752" y="0"/>
                </a:moveTo>
                <a:lnTo>
                  <a:pt x="10862" y="0"/>
                </a:lnTo>
                <a:lnTo>
                  <a:pt x="10862" y="29"/>
                </a:lnTo>
                <a:lnTo>
                  <a:pt x="10752" y="29"/>
                </a:lnTo>
                <a:lnTo>
                  <a:pt x="10752" y="0"/>
                </a:lnTo>
                <a:moveTo>
                  <a:pt x="10944" y="0"/>
                </a:moveTo>
                <a:lnTo>
                  <a:pt x="11054" y="0"/>
                </a:lnTo>
                <a:lnTo>
                  <a:pt x="11054" y="29"/>
                </a:lnTo>
                <a:lnTo>
                  <a:pt x="10944" y="29"/>
                </a:lnTo>
                <a:lnTo>
                  <a:pt x="10944" y="0"/>
                </a:lnTo>
                <a:moveTo>
                  <a:pt x="11136" y="0"/>
                </a:moveTo>
                <a:lnTo>
                  <a:pt x="11246" y="0"/>
                </a:lnTo>
                <a:lnTo>
                  <a:pt x="11246" y="29"/>
                </a:lnTo>
                <a:lnTo>
                  <a:pt x="11136" y="29"/>
                </a:lnTo>
                <a:lnTo>
                  <a:pt x="11136" y="0"/>
                </a:lnTo>
                <a:moveTo>
                  <a:pt x="11328" y="0"/>
                </a:moveTo>
                <a:lnTo>
                  <a:pt x="11438" y="0"/>
                </a:lnTo>
                <a:lnTo>
                  <a:pt x="11438" y="29"/>
                </a:lnTo>
                <a:lnTo>
                  <a:pt x="11328" y="29"/>
                </a:lnTo>
                <a:lnTo>
                  <a:pt x="11328" y="0"/>
                </a:lnTo>
                <a:moveTo>
                  <a:pt x="11520" y="0"/>
                </a:moveTo>
                <a:lnTo>
                  <a:pt x="11630" y="0"/>
                </a:lnTo>
                <a:lnTo>
                  <a:pt x="11630" y="29"/>
                </a:lnTo>
                <a:lnTo>
                  <a:pt x="11520" y="29"/>
                </a:lnTo>
                <a:lnTo>
                  <a:pt x="11520" y="0"/>
                </a:lnTo>
                <a:moveTo>
                  <a:pt x="11712" y="0"/>
                </a:moveTo>
                <a:lnTo>
                  <a:pt x="11822" y="0"/>
                </a:lnTo>
                <a:lnTo>
                  <a:pt x="11822" y="29"/>
                </a:lnTo>
                <a:lnTo>
                  <a:pt x="11712" y="29"/>
                </a:lnTo>
                <a:lnTo>
                  <a:pt x="11712" y="0"/>
                </a:lnTo>
                <a:moveTo>
                  <a:pt x="11904" y="0"/>
                </a:moveTo>
                <a:lnTo>
                  <a:pt x="12014" y="0"/>
                </a:lnTo>
                <a:lnTo>
                  <a:pt x="12014" y="29"/>
                </a:lnTo>
                <a:lnTo>
                  <a:pt x="11904" y="29"/>
                </a:lnTo>
                <a:lnTo>
                  <a:pt x="11904" y="0"/>
                </a:lnTo>
                <a:moveTo>
                  <a:pt x="12096" y="0"/>
                </a:moveTo>
                <a:lnTo>
                  <a:pt x="12206" y="0"/>
                </a:lnTo>
                <a:lnTo>
                  <a:pt x="12206" y="29"/>
                </a:lnTo>
                <a:lnTo>
                  <a:pt x="12096" y="29"/>
                </a:lnTo>
                <a:lnTo>
                  <a:pt x="12096" y="0"/>
                </a:lnTo>
                <a:moveTo>
                  <a:pt x="12288" y="0"/>
                </a:moveTo>
                <a:lnTo>
                  <a:pt x="12398" y="0"/>
                </a:lnTo>
                <a:lnTo>
                  <a:pt x="12398" y="29"/>
                </a:lnTo>
                <a:lnTo>
                  <a:pt x="12288" y="29"/>
                </a:lnTo>
                <a:lnTo>
                  <a:pt x="12288" y="0"/>
                </a:lnTo>
                <a:moveTo>
                  <a:pt x="12480" y="0"/>
                </a:moveTo>
                <a:lnTo>
                  <a:pt x="12590" y="0"/>
                </a:lnTo>
                <a:lnTo>
                  <a:pt x="12590" y="29"/>
                </a:lnTo>
                <a:lnTo>
                  <a:pt x="12480" y="29"/>
                </a:lnTo>
                <a:lnTo>
                  <a:pt x="12480" y="0"/>
                </a:lnTo>
                <a:moveTo>
                  <a:pt x="12672" y="0"/>
                </a:moveTo>
                <a:lnTo>
                  <a:pt x="12782" y="0"/>
                </a:lnTo>
                <a:lnTo>
                  <a:pt x="12782" y="29"/>
                </a:lnTo>
                <a:lnTo>
                  <a:pt x="12672" y="29"/>
                </a:lnTo>
                <a:lnTo>
                  <a:pt x="12672" y="0"/>
                </a:lnTo>
                <a:moveTo>
                  <a:pt x="12864" y="0"/>
                </a:moveTo>
                <a:lnTo>
                  <a:pt x="12974" y="0"/>
                </a:lnTo>
                <a:lnTo>
                  <a:pt x="12974" y="29"/>
                </a:lnTo>
                <a:lnTo>
                  <a:pt x="12864" y="29"/>
                </a:lnTo>
                <a:lnTo>
                  <a:pt x="12864" y="0"/>
                </a:lnTo>
                <a:moveTo>
                  <a:pt x="13056" y="0"/>
                </a:moveTo>
                <a:lnTo>
                  <a:pt x="13166" y="0"/>
                </a:lnTo>
                <a:lnTo>
                  <a:pt x="13166" y="29"/>
                </a:lnTo>
                <a:lnTo>
                  <a:pt x="13056" y="29"/>
                </a:lnTo>
                <a:lnTo>
                  <a:pt x="13056" y="0"/>
                </a:lnTo>
                <a:moveTo>
                  <a:pt x="13248" y="0"/>
                </a:moveTo>
                <a:lnTo>
                  <a:pt x="13358" y="0"/>
                </a:lnTo>
                <a:lnTo>
                  <a:pt x="13358" y="29"/>
                </a:lnTo>
                <a:lnTo>
                  <a:pt x="13248" y="29"/>
                </a:lnTo>
                <a:lnTo>
                  <a:pt x="13248" y="0"/>
                </a:lnTo>
                <a:moveTo>
                  <a:pt x="13440" y="0"/>
                </a:moveTo>
                <a:lnTo>
                  <a:pt x="13550" y="0"/>
                </a:lnTo>
                <a:lnTo>
                  <a:pt x="13550" y="29"/>
                </a:lnTo>
                <a:lnTo>
                  <a:pt x="13440" y="29"/>
                </a:lnTo>
                <a:lnTo>
                  <a:pt x="13440" y="0"/>
                </a:lnTo>
                <a:moveTo>
                  <a:pt x="13632" y="0"/>
                </a:moveTo>
                <a:lnTo>
                  <a:pt x="13742" y="0"/>
                </a:lnTo>
                <a:lnTo>
                  <a:pt x="13742" y="29"/>
                </a:lnTo>
                <a:lnTo>
                  <a:pt x="13632" y="29"/>
                </a:lnTo>
                <a:lnTo>
                  <a:pt x="13632" y="0"/>
                </a:lnTo>
                <a:moveTo>
                  <a:pt x="13824" y="0"/>
                </a:moveTo>
                <a:lnTo>
                  <a:pt x="13934" y="0"/>
                </a:lnTo>
                <a:lnTo>
                  <a:pt x="13934" y="29"/>
                </a:lnTo>
                <a:lnTo>
                  <a:pt x="13824" y="29"/>
                </a:lnTo>
                <a:lnTo>
                  <a:pt x="13824" y="0"/>
                </a:lnTo>
                <a:moveTo>
                  <a:pt x="14016" y="0"/>
                </a:moveTo>
                <a:lnTo>
                  <a:pt x="14126" y="0"/>
                </a:lnTo>
                <a:lnTo>
                  <a:pt x="14126" y="29"/>
                </a:lnTo>
                <a:lnTo>
                  <a:pt x="14016" y="29"/>
                </a:lnTo>
                <a:lnTo>
                  <a:pt x="14016" y="0"/>
                </a:lnTo>
                <a:moveTo>
                  <a:pt x="14208" y="0"/>
                </a:moveTo>
                <a:lnTo>
                  <a:pt x="14318" y="0"/>
                </a:lnTo>
                <a:lnTo>
                  <a:pt x="14318" y="29"/>
                </a:lnTo>
                <a:lnTo>
                  <a:pt x="14208" y="29"/>
                </a:lnTo>
                <a:lnTo>
                  <a:pt x="14208" y="0"/>
                </a:lnTo>
                <a:moveTo>
                  <a:pt x="14400" y="0"/>
                </a:moveTo>
                <a:lnTo>
                  <a:pt x="14510" y="0"/>
                </a:lnTo>
                <a:lnTo>
                  <a:pt x="14510" y="29"/>
                </a:lnTo>
                <a:lnTo>
                  <a:pt x="14400" y="29"/>
                </a:lnTo>
                <a:lnTo>
                  <a:pt x="14400" y="0"/>
                </a:lnTo>
                <a:moveTo>
                  <a:pt x="14592" y="0"/>
                </a:moveTo>
                <a:lnTo>
                  <a:pt x="14702" y="0"/>
                </a:lnTo>
                <a:lnTo>
                  <a:pt x="14702" y="29"/>
                </a:lnTo>
                <a:lnTo>
                  <a:pt x="14592" y="29"/>
                </a:lnTo>
                <a:lnTo>
                  <a:pt x="14592" y="0"/>
                </a:lnTo>
                <a:moveTo>
                  <a:pt x="14784" y="0"/>
                </a:moveTo>
                <a:lnTo>
                  <a:pt x="14894" y="0"/>
                </a:lnTo>
                <a:lnTo>
                  <a:pt x="14894" y="29"/>
                </a:lnTo>
                <a:lnTo>
                  <a:pt x="14784" y="29"/>
                </a:lnTo>
                <a:lnTo>
                  <a:pt x="14784" y="0"/>
                </a:lnTo>
                <a:moveTo>
                  <a:pt x="14976" y="0"/>
                </a:moveTo>
                <a:lnTo>
                  <a:pt x="15086" y="0"/>
                </a:lnTo>
                <a:lnTo>
                  <a:pt x="15086" y="29"/>
                </a:lnTo>
                <a:lnTo>
                  <a:pt x="14976" y="29"/>
                </a:lnTo>
                <a:lnTo>
                  <a:pt x="14976" y="0"/>
                </a:lnTo>
                <a:moveTo>
                  <a:pt x="15168" y="0"/>
                </a:moveTo>
                <a:lnTo>
                  <a:pt x="15277" y="0"/>
                </a:lnTo>
                <a:lnTo>
                  <a:pt x="15277" y="29"/>
                </a:lnTo>
                <a:lnTo>
                  <a:pt x="15168" y="29"/>
                </a:lnTo>
                <a:lnTo>
                  <a:pt x="15168" y="0"/>
                </a:lnTo>
                <a:moveTo>
                  <a:pt x="15360" y="0"/>
                </a:moveTo>
                <a:lnTo>
                  <a:pt x="15469" y="0"/>
                </a:lnTo>
                <a:lnTo>
                  <a:pt x="15469" y="29"/>
                </a:lnTo>
                <a:lnTo>
                  <a:pt x="15360" y="29"/>
                </a:lnTo>
                <a:lnTo>
                  <a:pt x="15360" y="0"/>
                </a:lnTo>
                <a:moveTo>
                  <a:pt x="15552" y="0"/>
                </a:moveTo>
                <a:lnTo>
                  <a:pt x="15661" y="0"/>
                </a:lnTo>
                <a:lnTo>
                  <a:pt x="15661" y="29"/>
                </a:lnTo>
                <a:lnTo>
                  <a:pt x="15552" y="29"/>
                </a:lnTo>
                <a:lnTo>
                  <a:pt x="15552" y="0"/>
                </a:lnTo>
                <a:moveTo>
                  <a:pt x="15744" y="0"/>
                </a:moveTo>
                <a:lnTo>
                  <a:pt x="15853" y="0"/>
                </a:lnTo>
                <a:lnTo>
                  <a:pt x="15853" y="29"/>
                </a:lnTo>
                <a:lnTo>
                  <a:pt x="15744" y="29"/>
                </a:lnTo>
                <a:lnTo>
                  <a:pt x="15744" y="0"/>
                </a:lnTo>
                <a:moveTo>
                  <a:pt x="15936" y="0"/>
                </a:moveTo>
                <a:lnTo>
                  <a:pt x="16045" y="0"/>
                </a:lnTo>
                <a:lnTo>
                  <a:pt x="16045" y="29"/>
                </a:lnTo>
                <a:lnTo>
                  <a:pt x="15936" y="29"/>
                </a:lnTo>
                <a:lnTo>
                  <a:pt x="15936" y="0"/>
                </a:lnTo>
                <a:moveTo>
                  <a:pt x="16128" y="0"/>
                </a:moveTo>
                <a:lnTo>
                  <a:pt x="16237" y="0"/>
                </a:lnTo>
                <a:lnTo>
                  <a:pt x="16237" y="29"/>
                </a:lnTo>
                <a:lnTo>
                  <a:pt x="16128" y="29"/>
                </a:lnTo>
                <a:lnTo>
                  <a:pt x="16128" y="0"/>
                </a:lnTo>
                <a:moveTo>
                  <a:pt x="16320" y="0"/>
                </a:moveTo>
                <a:lnTo>
                  <a:pt x="16429" y="0"/>
                </a:lnTo>
                <a:lnTo>
                  <a:pt x="16429" y="29"/>
                </a:lnTo>
                <a:lnTo>
                  <a:pt x="16320" y="29"/>
                </a:lnTo>
                <a:lnTo>
                  <a:pt x="16320" y="0"/>
                </a:lnTo>
                <a:moveTo>
                  <a:pt x="16512" y="0"/>
                </a:moveTo>
                <a:lnTo>
                  <a:pt x="16621" y="0"/>
                </a:lnTo>
                <a:lnTo>
                  <a:pt x="16621" y="29"/>
                </a:lnTo>
                <a:lnTo>
                  <a:pt x="16512" y="29"/>
                </a:lnTo>
                <a:lnTo>
                  <a:pt x="16512" y="0"/>
                </a:lnTo>
                <a:moveTo>
                  <a:pt x="16704" y="0"/>
                </a:moveTo>
                <a:lnTo>
                  <a:pt x="16813" y="0"/>
                </a:lnTo>
                <a:lnTo>
                  <a:pt x="16813" y="29"/>
                </a:lnTo>
                <a:lnTo>
                  <a:pt x="16704" y="29"/>
                </a:lnTo>
                <a:lnTo>
                  <a:pt x="16704" y="0"/>
                </a:lnTo>
                <a:moveTo>
                  <a:pt x="16896" y="0"/>
                </a:moveTo>
                <a:lnTo>
                  <a:pt x="17005" y="0"/>
                </a:lnTo>
                <a:lnTo>
                  <a:pt x="17005" y="29"/>
                </a:lnTo>
                <a:lnTo>
                  <a:pt x="16896" y="29"/>
                </a:lnTo>
                <a:lnTo>
                  <a:pt x="16896" y="0"/>
                </a:lnTo>
                <a:moveTo>
                  <a:pt x="17088" y="0"/>
                </a:moveTo>
                <a:lnTo>
                  <a:pt x="17197" y="0"/>
                </a:lnTo>
                <a:lnTo>
                  <a:pt x="17197" y="29"/>
                </a:lnTo>
                <a:lnTo>
                  <a:pt x="17088" y="29"/>
                </a:lnTo>
                <a:lnTo>
                  <a:pt x="17088" y="0"/>
                </a:lnTo>
                <a:moveTo>
                  <a:pt x="17280" y="0"/>
                </a:moveTo>
                <a:lnTo>
                  <a:pt x="17389" y="0"/>
                </a:lnTo>
                <a:lnTo>
                  <a:pt x="17389" y="29"/>
                </a:lnTo>
                <a:lnTo>
                  <a:pt x="17280" y="29"/>
                </a:lnTo>
                <a:lnTo>
                  <a:pt x="17280" y="0"/>
                </a:lnTo>
                <a:moveTo>
                  <a:pt x="17472" y="0"/>
                </a:moveTo>
                <a:lnTo>
                  <a:pt x="17581" y="0"/>
                </a:lnTo>
                <a:lnTo>
                  <a:pt x="17581" y="29"/>
                </a:lnTo>
                <a:lnTo>
                  <a:pt x="17472" y="29"/>
                </a:lnTo>
                <a:lnTo>
                  <a:pt x="17472" y="0"/>
                </a:lnTo>
                <a:moveTo>
                  <a:pt x="17664" y="0"/>
                </a:moveTo>
                <a:lnTo>
                  <a:pt x="17773" y="0"/>
                </a:lnTo>
                <a:lnTo>
                  <a:pt x="17773" y="29"/>
                </a:lnTo>
                <a:lnTo>
                  <a:pt x="17664" y="29"/>
                </a:lnTo>
                <a:lnTo>
                  <a:pt x="17664" y="0"/>
                </a:lnTo>
                <a:moveTo>
                  <a:pt x="17856" y="0"/>
                </a:moveTo>
                <a:lnTo>
                  <a:pt x="17965" y="0"/>
                </a:lnTo>
                <a:lnTo>
                  <a:pt x="17965" y="29"/>
                </a:lnTo>
                <a:lnTo>
                  <a:pt x="17856" y="29"/>
                </a:lnTo>
                <a:lnTo>
                  <a:pt x="17856" y="0"/>
                </a:lnTo>
                <a:moveTo>
                  <a:pt x="18047" y="0"/>
                </a:moveTo>
                <a:lnTo>
                  <a:pt x="18157" y="0"/>
                </a:lnTo>
                <a:lnTo>
                  <a:pt x="18157" y="29"/>
                </a:lnTo>
                <a:lnTo>
                  <a:pt x="18047" y="29"/>
                </a:lnTo>
                <a:lnTo>
                  <a:pt x="18047" y="0"/>
                </a:lnTo>
                <a:moveTo>
                  <a:pt x="18239" y="0"/>
                </a:moveTo>
                <a:lnTo>
                  <a:pt x="18349" y="0"/>
                </a:lnTo>
                <a:lnTo>
                  <a:pt x="18349" y="29"/>
                </a:lnTo>
                <a:lnTo>
                  <a:pt x="18239" y="29"/>
                </a:lnTo>
                <a:lnTo>
                  <a:pt x="18239" y="0"/>
                </a:lnTo>
                <a:moveTo>
                  <a:pt x="18431" y="0"/>
                </a:moveTo>
                <a:lnTo>
                  <a:pt x="18541" y="0"/>
                </a:lnTo>
                <a:lnTo>
                  <a:pt x="18541" y="29"/>
                </a:lnTo>
                <a:lnTo>
                  <a:pt x="18431" y="29"/>
                </a:lnTo>
                <a:lnTo>
                  <a:pt x="18431" y="0"/>
                </a:lnTo>
                <a:moveTo>
                  <a:pt x="18623" y="0"/>
                </a:moveTo>
                <a:lnTo>
                  <a:pt x="18733" y="0"/>
                </a:lnTo>
                <a:lnTo>
                  <a:pt x="18733" y="29"/>
                </a:lnTo>
                <a:lnTo>
                  <a:pt x="18623" y="29"/>
                </a:lnTo>
                <a:lnTo>
                  <a:pt x="18623" y="0"/>
                </a:lnTo>
                <a:moveTo>
                  <a:pt x="18815" y="0"/>
                </a:moveTo>
                <a:lnTo>
                  <a:pt x="18925" y="0"/>
                </a:lnTo>
                <a:lnTo>
                  <a:pt x="18925" y="29"/>
                </a:lnTo>
                <a:lnTo>
                  <a:pt x="18815" y="29"/>
                </a:lnTo>
                <a:lnTo>
                  <a:pt x="18815" y="0"/>
                </a:lnTo>
                <a:moveTo>
                  <a:pt x="19007" y="0"/>
                </a:moveTo>
                <a:lnTo>
                  <a:pt x="19117" y="0"/>
                </a:lnTo>
                <a:lnTo>
                  <a:pt x="19117" y="29"/>
                </a:lnTo>
                <a:lnTo>
                  <a:pt x="19007" y="29"/>
                </a:lnTo>
                <a:lnTo>
                  <a:pt x="19007" y="0"/>
                </a:lnTo>
                <a:moveTo>
                  <a:pt x="19199" y="0"/>
                </a:moveTo>
                <a:lnTo>
                  <a:pt x="19309" y="0"/>
                </a:lnTo>
                <a:lnTo>
                  <a:pt x="19309" y="29"/>
                </a:lnTo>
                <a:lnTo>
                  <a:pt x="19199" y="29"/>
                </a:lnTo>
                <a:lnTo>
                  <a:pt x="19199" y="0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8217000" y="3768120"/>
            <a:ext cx="160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4CAF50"/>
                </a:solidFill>
                <a:effectLst/>
                <a:uFillTx/>
                <a:latin typeface="DejaVuSansMono"/>
                <a:ea typeface="DejaVuSansMono"/>
              </a:rPr>
              <a:t>p50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157400" y="36226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3" y="104"/>
                  <a:pt x="159" y="115"/>
                </a:cubicBezTo>
                <a:cubicBezTo>
                  <a:pt x="155" y="125"/>
                  <a:pt x="149" y="134"/>
                  <a:pt x="140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0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184760" y="4027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189080" y="35978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197000" y="26697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2" y="11"/>
                  <a:pt x="52" y="7"/>
                </a:cubicBezTo>
                <a:cubicBezTo>
                  <a:pt x="62" y="3"/>
                  <a:pt x="73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217520" y="4052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1"/>
                </a:cubicBezTo>
                <a:cubicBezTo>
                  <a:pt x="17" y="133"/>
                  <a:pt x="11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219320" y="37238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225440" y="26726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311840" y="365004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6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325880" y="40222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3" y="166"/>
                </a:cubicBezTo>
                <a:cubicBezTo>
                  <a:pt x="72" y="166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328040" y="40032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1" y="155"/>
                  <a:pt x="33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3"/>
                  <a:pt x="0" y="93"/>
                  <a:pt x="0" y="82"/>
                </a:cubicBezTo>
                <a:cubicBezTo>
                  <a:pt x="0" y="71"/>
                  <a:pt x="3" y="61"/>
                  <a:pt x="7" y="50"/>
                </a:cubicBezTo>
                <a:cubicBezTo>
                  <a:pt x="11" y="40"/>
                  <a:pt x="17" y="31"/>
                  <a:pt x="25" y="24"/>
                </a:cubicBezTo>
                <a:cubicBezTo>
                  <a:pt x="33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330200" y="37238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336680" y="40878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0" y="142"/>
                </a:cubicBezTo>
                <a:cubicBezTo>
                  <a:pt x="132" y="150"/>
                  <a:pt x="123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7"/>
                </a:cubicBezTo>
                <a:cubicBezTo>
                  <a:pt x="123" y="11"/>
                  <a:pt x="132" y="17"/>
                  <a:pt x="140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337760" y="40716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339200" y="34092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3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5"/>
                  <a:pt x="6" y="113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355400" y="3945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3" y="104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361520" y="38278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1" y="166"/>
                  <a:pt x="61" y="164"/>
                  <a:pt x="50" y="159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367640" y="31298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382760" y="40413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7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7" y="33"/>
                  <a:pt x="25" y="25"/>
                </a:cubicBezTo>
                <a:cubicBezTo>
                  <a:pt x="33" y="17"/>
                  <a:pt x="42" y="12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2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38564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3" y="149"/>
                  <a:pt x="26" y="142"/>
                </a:cubicBezTo>
                <a:cubicBezTo>
                  <a:pt x="18" y="134"/>
                  <a:pt x="12" y="125"/>
                  <a:pt x="8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8" y="52"/>
                </a:cubicBezTo>
                <a:cubicBezTo>
                  <a:pt x="12" y="42"/>
                  <a:pt x="18" y="32"/>
                  <a:pt x="26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1390680" y="23058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4" y="125"/>
                  <a:pt x="148" y="134"/>
                  <a:pt x="140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3" y="16"/>
                  <a:pt x="140" y="24"/>
                </a:cubicBezTo>
                <a:cubicBezTo>
                  <a:pt x="148" y="32"/>
                  <a:pt x="154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506240" y="3305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4"/>
                  <a:pt x="163" y="104"/>
                  <a:pt x="158" y="114"/>
                </a:cubicBezTo>
                <a:cubicBezTo>
                  <a:pt x="154" y="125"/>
                  <a:pt x="148" y="133"/>
                  <a:pt x="140" y="141"/>
                </a:cubicBezTo>
                <a:cubicBezTo>
                  <a:pt x="132" y="149"/>
                  <a:pt x="123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0" y="24"/>
                </a:cubicBezTo>
                <a:cubicBezTo>
                  <a:pt x="148" y="31"/>
                  <a:pt x="154" y="40"/>
                  <a:pt x="158" y="50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1581480" y="3091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6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5" y="11"/>
                  <a:pt x="134" y="17"/>
                  <a:pt x="142" y="26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683360" y="3250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4" y="125"/>
                  <a:pt x="148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8" y="32"/>
                  <a:pt x="154" y="41"/>
                  <a:pt x="159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769400" y="3121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2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850040" y="31518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3"/>
                  <a:pt x="24" y="25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5"/>
                </a:cubicBezTo>
                <a:cubicBezTo>
                  <a:pt x="149" y="33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944720" y="3899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956960" y="4082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962000" y="40140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966320" y="29872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6"/>
                  <a:pt x="33" y="150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3"/>
                  <a:pt x="72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985400" y="3783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991880" y="38962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3" y="155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995480" y="2431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076840" y="32778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3"/>
                </a:cubicBezTo>
                <a:cubicBezTo>
                  <a:pt x="155" y="124"/>
                  <a:pt x="149" y="132"/>
                  <a:pt x="142" y="140"/>
                </a:cubicBezTo>
                <a:cubicBezTo>
                  <a:pt x="134" y="148"/>
                  <a:pt x="125" y="154"/>
                  <a:pt x="115" y="158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1" y="158"/>
                </a:cubicBezTo>
                <a:cubicBezTo>
                  <a:pt x="41" y="154"/>
                  <a:pt x="32" y="148"/>
                  <a:pt x="24" y="140"/>
                </a:cubicBezTo>
                <a:cubicBezTo>
                  <a:pt x="16" y="132"/>
                  <a:pt x="11" y="124"/>
                  <a:pt x="6" y="113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0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0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169720" y="36417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9"/>
                  <a:pt x="125" y="155"/>
                  <a:pt x="113" y="159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178720" y="4019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3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181960" y="39456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185920" y="3510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198880" y="3195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1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212920" y="38854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3" y="103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7" y="50"/>
                </a:cubicBezTo>
                <a:cubicBezTo>
                  <a:pt x="11" y="40"/>
                  <a:pt x="17" y="31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216880" y="2368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4" y="125"/>
                  <a:pt x="148" y="134"/>
                  <a:pt x="140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0" y="24"/>
                </a:cubicBezTo>
                <a:cubicBezTo>
                  <a:pt x="148" y="32"/>
                  <a:pt x="154" y="41"/>
                  <a:pt x="159" y="51"/>
                </a:cubicBezTo>
                <a:cubicBezTo>
                  <a:pt x="163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323440" y="3775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5"/>
                  <a:pt x="0" y="95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6" y="32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3"/>
                  <a:pt x="72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2333520" y="3945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3" y="104"/>
                  <a:pt x="158" y="115"/>
                </a:cubicBezTo>
                <a:cubicBezTo>
                  <a:pt x="154" y="125"/>
                  <a:pt x="148" y="134"/>
                  <a:pt x="140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0" y="24"/>
                </a:cubicBezTo>
                <a:cubicBezTo>
                  <a:pt x="148" y="32"/>
                  <a:pt x="154" y="41"/>
                  <a:pt x="158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338560" y="33897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2"/>
                  <a:pt x="16" y="33"/>
                  <a:pt x="24" y="25"/>
                </a:cubicBezTo>
                <a:cubicBezTo>
                  <a:pt x="32" y="18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8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349360" y="21114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5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50"/>
                  <a:pt x="24" y="142"/>
                </a:cubicBezTo>
                <a:cubicBezTo>
                  <a:pt x="16" y="134"/>
                  <a:pt x="10" y="125"/>
                  <a:pt x="6" y="114"/>
                </a:cubicBezTo>
                <a:cubicBezTo>
                  <a:pt x="2" y="104"/>
                  <a:pt x="0" y="93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381760" y="40716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384280" y="40741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2390760" y="2741040"/>
            <a:ext cx="60120" cy="59760"/>
          </a:xfrm>
          <a:custGeom>
            <a:avLst/>
            <a:gdLst/>
            <a:ahLst/>
            <a:rect l="0" t="0" r="r" b="b"/>
            <a:pathLst>
              <a:path w="167" h="166">
                <a:moveTo>
                  <a:pt x="167" y="83"/>
                </a:moveTo>
                <a:cubicBezTo>
                  <a:pt x="167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8" y="134"/>
                  <a:pt x="12" y="125"/>
                  <a:pt x="8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3"/>
                  <a:pt x="3" y="62"/>
                  <a:pt x="8" y="52"/>
                </a:cubicBezTo>
                <a:cubicBezTo>
                  <a:pt x="12" y="42"/>
                  <a:pt x="18" y="33"/>
                  <a:pt x="25" y="25"/>
                </a:cubicBezTo>
                <a:cubicBezTo>
                  <a:pt x="33" y="18"/>
                  <a:pt x="42" y="11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1"/>
                  <a:pt x="134" y="18"/>
                  <a:pt x="142" y="25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7" y="73"/>
                  <a:pt x="167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2475720" y="36442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4" y="164"/>
                  <a:pt x="94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4" y="0"/>
                  <a:pt x="104" y="3"/>
                  <a:pt x="115" y="7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2492280" y="35485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501640" y="3907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3"/>
                  <a:pt x="73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505240" y="2801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2" y="42"/>
                  <a:pt x="18" y="33"/>
                  <a:pt x="25" y="26"/>
                </a:cubicBezTo>
                <a:cubicBezTo>
                  <a:pt x="33" y="18"/>
                  <a:pt x="42" y="12"/>
                  <a:pt x="52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2"/>
                  <a:pt x="134" y="18"/>
                  <a:pt x="142" y="26"/>
                </a:cubicBezTo>
                <a:cubicBezTo>
                  <a:pt x="149" y="33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52828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2"/>
                  <a:pt x="7" y="52"/>
                </a:cubicBezTo>
                <a:cubicBezTo>
                  <a:pt x="11" y="42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538000" y="36169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2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2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2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545560" y="2316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3" y="0"/>
                  <a:pt x="84" y="0"/>
                </a:cubicBezTo>
                <a:cubicBezTo>
                  <a:pt x="95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624040" y="31050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50"/>
                  <a:pt x="125" y="156"/>
                  <a:pt x="115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6"/>
                  <a:pt x="33" y="150"/>
                  <a:pt x="25" y="141"/>
                </a:cubicBezTo>
                <a:cubicBezTo>
                  <a:pt x="17" y="133"/>
                  <a:pt x="11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3" y="17"/>
                  <a:pt x="41" y="11"/>
                  <a:pt x="52" y="7"/>
                </a:cubicBezTo>
                <a:cubicBezTo>
                  <a:pt x="62" y="3"/>
                  <a:pt x="72" y="0"/>
                  <a:pt x="83" y="0"/>
                </a:cubicBezTo>
                <a:cubicBezTo>
                  <a:pt x="94" y="0"/>
                  <a:pt x="104" y="3"/>
                  <a:pt x="115" y="7"/>
                </a:cubicBezTo>
                <a:cubicBezTo>
                  <a:pt x="125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730240" y="36471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1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739600" y="38581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8" y="133"/>
                  <a:pt x="11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1" y="41"/>
                  <a:pt x="18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2748600" y="40741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4" y="125"/>
                  <a:pt x="148" y="134"/>
                  <a:pt x="140" y="142"/>
                </a:cubicBezTo>
                <a:cubicBezTo>
                  <a:pt x="132" y="150"/>
                  <a:pt x="123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7"/>
                </a:cubicBezTo>
                <a:cubicBezTo>
                  <a:pt x="123" y="11"/>
                  <a:pt x="132" y="17"/>
                  <a:pt x="140" y="24"/>
                </a:cubicBezTo>
                <a:cubicBezTo>
                  <a:pt x="148" y="32"/>
                  <a:pt x="154" y="41"/>
                  <a:pt x="159" y="51"/>
                </a:cubicBezTo>
                <a:cubicBezTo>
                  <a:pt x="163" y="61"/>
                  <a:pt x="165" y="72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752560" y="25030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3"/>
                  <a:pt x="11" y="125"/>
                  <a:pt x="7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777400" y="37814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783520" y="38142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59" y="114"/>
                </a:cubicBezTo>
                <a:cubicBezTo>
                  <a:pt x="155" y="124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1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790000" y="30038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5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871720" y="3964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3" y="17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2888280" y="39812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5" y="155"/>
                  <a:pt x="114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1" y="17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3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2894760" y="37731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2900160" y="28890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3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917800" y="4027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7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2921760" y="38635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6"/>
                  <a:pt x="83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2"/>
                  <a:pt x="7" y="52"/>
                </a:cubicBezTo>
                <a:cubicBezTo>
                  <a:pt x="11" y="42"/>
                  <a:pt x="17" y="33"/>
                  <a:pt x="25" y="25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2926800" y="23029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8" y="134"/>
                  <a:pt x="140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4" y="11"/>
                  <a:pt x="133" y="17"/>
                  <a:pt x="140" y="25"/>
                </a:cubicBezTo>
                <a:cubicBezTo>
                  <a:pt x="148" y="32"/>
                  <a:pt x="155" y="41"/>
                  <a:pt x="159" y="51"/>
                </a:cubicBezTo>
                <a:cubicBezTo>
                  <a:pt x="163" y="61"/>
                  <a:pt x="165" y="72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2954520" y="36471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2963160" y="40716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2964600" y="3748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6"/>
                </a:cubicBezTo>
                <a:cubicBezTo>
                  <a:pt x="32" y="18"/>
                  <a:pt x="41" y="12"/>
                  <a:pt x="52" y="8"/>
                </a:cubicBezTo>
                <a:cubicBezTo>
                  <a:pt x="62" y="4"/>
                  <a:pt x="73" y="0"/>
                  <a:pt x="84" y="0"/>
                </a:cubicBezTo>
                <a:cubicBezTo>
                  <a:pt x="95" y="0"/>
                  <a:pt x="105" y="4"/>
                  <a:pt x="115" y="8"/>
                </a:cubicBezTo>
                <a:cubicBezTo>
                  <a:pt x="125" y="12"/>
                  <a:pt x="134" y="18"/>
                  <a:pt x="142" y="26"/>
                </a:cubicBezTo>
                <a:cubicBezTo>
                  <a:pt x="149" y="33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2973240" y="39319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2979000" y="3367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6" y="51"/>
                </a:cubicBezTo>
                <a:cubicBezTo>
                  <a:pt x="12" y="41"/>
                  <a:pt x="18" y="32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3"/>
                  <a:pt x="73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2990160" y="22564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5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0" y="155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0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3078000" y="31600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3"/>
                </a:cubicBezTo>
                <a:cubicBezTo>
                  <a:pt x="155" y="124"/>
                  <a:pt x="149" y="132"/>
                  <a:pt x="142" y="140"/>
                </a:cubicBezTo>
                <a:cubicBezTo>
                  <a:pt x="134" y="148"/>
                  <a:pt x="125" y="154"/>
                  <a:pt x="115" y="158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1" y="158"/>
                </a:cubicBezTo>
                <a:cubicBezTo>
                  <a:pt x="41" y="154"/>
                  <a:pt x="32" y="148"/>
                  <a:pt x="24" y="140"/>
                </a:cubicBezTo>
                <a:cubicBezTo>
                  <a:pt x="16" y="132"/>
                  <a:pt x="10" y="124"/>
                  <a:pt x="6" y="113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0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3162960" y="3184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8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2"/>
                  <a:pt x="155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230640" y="2962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4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250080" y="36388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3259440" y="36280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5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0" y="11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1"/>
                  <a:pt x="133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3268080" y="3315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59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3281400" y="40716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8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2"/>
                  <a:pt x="155" y="40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3286800" y="39153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2"/>
                  <a:pt x="16" y="33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7"/>
                  <a:pt x="142" y="24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3290400" y="31464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4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4" y="16"/>
                  <a:pt x="141" y="24"/>
                </a:cubicBezTo>
                <a:cubicBezTo>
                  <a:pt x="149" y="31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3309480" y="38854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3" y="103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3318120" y="3962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3321720" y="2464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5"/>
                  <a:pt x="32" y="149"/>
                  <a:pt x="24" y="142"/>
                </a:cubicBezTo>
                <a:cubicBezTo>
                  <a:pt x="17" y="134"/>
                  <a:pt x="11" y="125"/>
                  <a:pt x="7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2" y="11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34512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346200" y="40741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7"/>
                </a:cubicBezTo>
                <a:cubicBezTo>
                  <a:pt x="124" y="11"/>
                  <a:pt x="133" y="17"/>
                  <a:pt x="142" y="24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3347640" y="3299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3367800" y="3565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3376080" y="39592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3384360" y="3493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3"/>
                  <a:pt x="3" y="62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3397680" y="36007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4" y="125"/>
                  <a:pt x="148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3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2"/>
                  <a:pt x="154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3405600" y="40222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407760" y="38908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4" y="155"/>
                  <a:pt x="114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416040" y="17913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3521880" y="3909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3"/>
                  <a:pt x="3" y="62"/>
                  <a:pt x="7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6"/>
                  <a:pt x="142" y="24"/>
                </a:cubicBezTo>
                <a:cubicBezTo>
                  <a:pt x="150" y="32"/>
                  <a:pt x="156" y="41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3530520" y="4090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3" y="159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59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3539520" y="403056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1" y="41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1"/>
                  <a:pt x="159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3542400" y="35596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2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3553920" y="3488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3563280" y="39402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4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4"/>
                  <a:pt x="7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0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3566520" y="2251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8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1"/>
                </a:cubicBezTo>
                <a:cubicBezTo>
                  <a:pt x="11" y="41"/>
                  <a:pt x="18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3646080" y="3433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3715920" y="31107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4"/>
                </a:cubicBezTo>
                <a:cubicBezTo>
                  <a:pt x="155" y="124"/>
                  <a:pt x="149" y="134"/>
                  <a:pt x="141" y="141"/>
                </a:cubicBezTo>
                <a:cubicBezTo>
                  <a:pt x="133" y="149"/>
                  <a:pt x="125" y="155"/>
                  <a:pt x="115" y="159"/>
                </a:cubicBezTo>
                <a:cubicBezTo>
                  <a:pt x="104" y="163"/>
                  <a:pt x="94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374292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8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2"/>
                  <a:pt x="18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3747600" y="35485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3756960" y="3496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3768840" y="3909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1"/>
                  <a:pt x="133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3778200" y="407988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3784680" y="14680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60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3889080" y="340092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3972600" y="34444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3"/>
                  <a:pt x="3" y="62"/>
                  <a:pt x="7" y="52"/>
                </a:cubicBezTo>
                <a:cubicBezTo>
                  <a:pt x="11" y="42"/>
                  <a:pt x="17" y="33"/>
                  <a:pt x="25" y="24"/>
                </a:cubicBezTo>
                <a:cubicBezTo>
                  <a:pt x="32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3"/>
                  <a:pt x="156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4053600" y="296568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2" y="149"/>
                  <a:pt x="123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1" y="24"/>
                </a:cubicBezTo>
                <a:cubicBezTo>
                  <a:pt x="149" y="32"/>
                  <a:pt x="155" y="40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4137840" y="37404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4149360" y="37404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4156200" y="391284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8" y="134"/>
                  <a:pt x="11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1"/>
                  <a:pt x="18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4159800" y="3652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2" y="41"/>
                  <a:pt x="18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4172400" y="3852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2" y="150"/>
                  <a:pt x="124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7"/>
                </a:cubicBezTo>
                <a:cubicBezTo>
                  <a:pt x="124" y="11"/>
                  <a:pt x="132" y="17"/>
                  <a:pt x="141" y="25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4178520" y="4087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4180680" y="3247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4202280" y="40111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5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4207680" y="3945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4210920" y="2245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3" y="166"/>
                </a:cubicBezTo>
                <a:cubicBezTo>
                  <a:pt x="73" y="166"/>
                  <a:pt x="62" y="163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4237200" y="4024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4239360" y="40716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4240800" y="32612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4257720" y="38142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59" y="114"/>
                </a:cubicBezTo>
                <a:cubicBezTo>
                  <a:pt x="155" y="124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1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4264920" y="37976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5" y="24"/>
                </a:cubicBezTo>
                <a:cubicBezTo>
                  <a:pt x="32" y="17"/>
                  <a:pt x="41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3"/>
                  <a:pt x="156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4273200" y="35542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3"/>
                  <a:pt x="11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0"/>
                  <a:pt x="17" y="31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4286160" y="3395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6" y="124"/>
                  <a:pt x="150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5" y="141"/>
                </a:cubicBezTo>
                <a:cubicBezTo>
                  <a:pt x="17" y="133"/>
                  <a:pt x="11" y="124"/>
                  <a:pt x="7" y="114"/>
                </a:cubicBezTo>
                <a:cubicBezTo>
                  <a:pt x="3" y="104"/>
                  <a:pt x="0" y="94"/>
                  <a:pt x="0" y="83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4296960" y="4000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3" y="104"/>
                  <a:pt x="159" y="114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4299480" y="379512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4306680" y="3154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8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8"/>
                  <a:pt x="142" y="25"/>
                </a:cubicBezTo>
                <a:cubicBezTo>
                  <a:pt x="149" y="33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4388040" y="38307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4404600" y="40687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4407840" y="4090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2" y="149"/>
                  <a:pt x="124" y="155"/>
                  <a:pt x="113" y="159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59"/>
                </a:cubicBezTo>
                <a:cubicBezTo>
                  <a:pt x="40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2"/>
                  <a:pt x="24" y="24"/>
                </a:cubicBezTo>
                <a:cubicBezTo>
                  <a:pt x="32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4" y="10"/>
                  <a:pt x="132" y="16"/>
                  <a:pt x="141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4408920" y="34527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8"/>
                  <a:pt x="41" y="12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2"/>
                  <a:pt x="133" y="18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4420080" y="392652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3" y="148"/>
                  <a:pt x="124" y="154"/>
                  <a:pt x="114" y="158"/>
                </a:cubicBezTo>
                <a:cubicBezTo>
                  <a:pt x="103" y="162"/>
                  <a:pt x="93" y="165"/>
                  <a:pt x="82" y="165"/>
                </a:cubicBezTo>
                <a:cubicBezTo>
                  <a:pt x="71" y="165"/>
                  <a:pt x="60" y="162"/>
                  <a:pt x="50" y="158"/>
                </a:cubicBezTo>
                <a:cubicBezTo>
                  <a:pt x="40" y="154"/>
                  <a:pt x="31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4424040" y="4052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4"/>
                  <a:pt x="149" y="133"/>
                  <a:pt x="142" y="141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1"/>
                </a:cubicBezTo>
                <a:cubicBezTo>
                  <a:pt x="17" y="133"/>
                  <a:pt x="11" y="124"/>
                  <a:pt x="7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4425840" y="1996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4459680" y="39290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4" y="124"/>
                  <a:pt x="148" y="133"/>
                  <a:pt x="141" y="141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8" y="32"/>
                  <a:pt x="154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4465440" y="37512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0" y="141"/>
                </a:cubicBezTo>
                <a:cubicBezTo>
                  <a:pt x="132" y="148"/>
                  <a:pt x="124" y="154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4"/>
                  <a:pt x="32" y="148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4" y="10"/>
                  <a:pt x="132" y="16"/>
                  <a:pt x="140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4471200" y="32803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48"/>
                  <a:pt x="124" y="155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0" y="155"/>
                  <a:pt x="32" y="148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0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4488480" y="39153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4494240" y="35924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4503960" y="28807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59" y="114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2" y="149"/>
                  <a:pt x="24" y="142"/>
                </a:cubicBezTo>
                <a:cubicBezTo>
                  <a:pt x="17" y="134"/>
                  <a:pt x="11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4593960" y="35323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4676760" y="3775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4686480" y="3756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6" y="124"/>
                  <a:pt x="150" y="133"/>
                  <a:pt x="142" y="141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6" y="141"/>
                </a:cubicBezTo>
                <a:cubicBezTo>
                  <a:pt x="17" y="133"/>
                  <a:pt x="11" y="124"/>
                  <a:pt x="7" y="114"/>
                </a:cubicBezTo>
                <a:cubicBezTo>
                  <a:pt x="3" y="104"/>
                  <a:pt x="0" y="94"/>
                  <a:pt x="0" y="83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6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4692240" y="38880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8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8" y="51"/>
                </a:cubicBezTo>
                <a:cubicBezTo>
                  <a:pt x="12" y="41"/>
                  <a:pt x="18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4696200" y="37184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4" y="125"/>
                  <a:pt x="148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2"/>
                  <a:pt x="154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4704120" y="40770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4706640" y="40140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3" y="155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4710960" y="27795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4784400" y="36334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8"/>
                  <a:pt x="124" y="154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4"/>
                  <a:pt x="31" y="148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4794480" y="3945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4799160" y="3904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4802760" y="338724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5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1"/>
                  <a:pt x="17" y="33"/>
                  <a:pt x="24" y="25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5"/>
                </a:cubicBezTo>
                <a:cubicBezTo>
                  <a:pt x="150" y="33"/>
                  <a:pt x="155" y="41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481716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8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2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2"/>
                  <a:pt x="155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4825440" y="40442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4" y="148"/>
                  <a:pt x="124" y="154"/>
                  <a:pt x="114" y="158"/>
                </a:cubicBezTo>
                <a:cubicBezTo>
                  <a:pt x="104" y="162"/>
                  <a:pt x="93" y="165"/>
                  <a:pt x="82" y="165"/>
                </a:cubicBezTo>
                <a:cubicBezTo>
                  <a:pt x="71" y="165"/>
                  <a:pt x="61" y="162"/>
                  <a:pt x="51" y="158"/>
                </a:cubicBezTo>
                <a:cubicBezTo>
                  <a:pt x="41" y="154"/>
                  <a:pt x="32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4827960" y="28206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4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1" y="125"/>
                  <a:pt x="6" y="114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4936320" y="38088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0" y="140"/>
                </a:cubicBezTo>
                <a:cubicBezTo>
                  <a:pt x="132" y="148"/>
                  <a:pt x="123" y="154"/>
                  <a:pt x="113" y="158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0" y="163"/>
                  <a:pt x="50" y="158"/>
                </a:cubicBezTo>
                <a:cubicBezTo>
                  <a:pt x="40" y="154"/>
                  <a:pt x="31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0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4943160" y="3630600"/>
            <a:ext cx="59760" cy="60120"/>
          </a:xfrm>
          <a:custGeom>
            <a:avLst/>
            <a:gdLst/>
            <a:ahLst/>
            <a:rect l="0" t="0" r="r" b="b"/>
            <a:pathLst>
              <a:path w="166" h="167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50"/>
                  <a:pt x="124" y="156"/>
                  <a:pt x="114" y="160"/>
                </a:cubicBezTo>
                <a:cubicBezTo>
                  <a:pt x="104" y="164"/>
                  <a:pt x="94" y="167"/>
                  <a:pt x="83" y="167"/>
                </a:cubicBezTo>
                <a:cubicBezTo>
                  <a:pt x="72" y="167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6"/>
                </a:cubicBezTo>
                <a:cubicBezTo>
                  <a:pt x="32" y="18"/>
                  <a:pt x="41" y="12"/>
                  <a:pt x="51" y="8"/>
                </a:cubicBezTo>
                <a:cubicBezTo>
                  <a:pt x="61" y="4"/>
                  <a:pt x="72" y="0"/>
                  <a:pt x="83" y="0"/>
                </a:cubicBezTo>
                <a:cubicBezTo>
                  <a:pt x="94" y="0"/>
                  <a:pt x="104" y="4"/>
                  <a:pt x="114" y="8"/>
                </a:cubicBezTo>
                <a:cubicBezTo>
                  <a:pt x="124" y="12"/>
                  <a:pt x="134" y="18"/>
                  <a:pt x="142" y="26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4952520" y="37512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8"/>
                  <a:pt x="125" y="154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0" y="154"/>
                  <a:pt x="32" y="148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4962240" y="32612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4975920" y="385812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4980240" y="39402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4983480" y="19580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7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7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5082840" y="31680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3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2"/>
                  <a:pt x="72" y="0"/>
                  <a:pt x="83" y="0"/>
                </a:cubicBezTo>
                <a:cubicBezTo>
                  <a:pt x="94" y="0"/>
                  <a:pt x="104" y="2"/>
                  <a:pt x="114" y="7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5104080" y="4082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8" y="134"/>
                  <a:pt x="12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2" y="41"/>
                  <a:pt x="18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5117040" y="38797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4"/>
                  <a:pt x="141" y="142"/>
                </a:cubicBezTo>
                <a:cubicBezTo>
                  <a:pt x="132" y="150"/>
                  <a:pt x="123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3" y="3"/>
                  <a:pt x="113" y="7"/>
                </a:cubicBezTo>
                <a:cubicBezTo>
                  <a:pt x="123" y="11"/>
                  <a:pt x="132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5122800" y="3225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6" y="124"/>
                  <a:pt x="150" y="133"/>
                  <a:pt x="142" y="141"/>
                </a:cubicBezTo>
                <a:cubicBezTo>
                  <a:pt x="134" y="149"/>
                  <a:pt x="125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5" y="141"/>
                </a:cubicBezTo>
                <a:cubicBezTo>
                  <a:pt x="17" y="133"/>
                  <a:pt x="11" y="124"/>
                  <a:pt x="7" y="114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5135760" y="39236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5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7"/>
                  <a:pt x="41" y="12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2"/>
                  <a:pt x="134" y="17"/>
                  <a:pt x="142" y="25"/>
                </a:cubicBezTo>
                <a:cubicBezTo>
                  <a:pt x="150" y="33"/>
                  <a:pt x="156" y="42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5140440" y="39070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5145480" y="24508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8"/>
                  <a:pt x="124" y="154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0" y="159"/>
                </a:cubicBezTo>
                <a:cubicBezTo>
                  <a:pt x="40" y="154"/>
                  <a:pt x="31" y="148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-1" y="93"/>
                  <a:pt x="0" y="82"/>
                </a:cubicBezTo>
                <a:cubicBezTo>
                  <a:pt x="-1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234400" y="338724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1"/>
                  <a:pt x="17" y="33"/>
                  <a:pt x="24" y="25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2" y="25"/>
                </a:cubicBezTo>
                <a:cubicBezTo>
                  <a:pt x="150" y="33"/>
                  <a:pt x="156" y="41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334480" y="3789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5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6"/>
                  <a:pt x="33" y="150"/>
                  <a:pt x="25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5" y="25"/>
                </a:cubicBezTo>
                <a:cubicBezTo>
                  <a:pt x="33" y="17"/>
                  <a:pt x="41" y="11"/>
                  <a:pt x="51" y="7"/>
                </a:cubicBezTo>
                <a:cubicBezTo>
                  <a:pt x="62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5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5343120" y="4041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2" y="105"/>
                  <a:pt x="158" y="115"/>
                </a:cubicBezTo>
                <a:cubicBezTo>
                  <a:pt x="154" y="125"/>
                  <a:pt x="148" y="134"/>
                  <a:pt x="140" y="142"/>
                </a:cubicBezTo>
                <a:cubicBezTo>
                  <a:pt x="132" y="149"/>
                  <a:pt x="123" y="155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1" y="17"/>
                  <a:pt x="40" y="12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2"/>
                  <a:pt x="132" y="17"/>
                  <a:pt x="140" y="25"/>
                </a:cubicBezTo>
                <a:cubicBezTo>
                  <a:pt x="148" y="33"/>
                  <a:pt x="154" y="42"/>
                  <a:pt x="158" y="52"/>
                </a:cubicBezTo>
                <a:cubicBezTo>
                  <a:pt x="162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5349240" y="35406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0" y="141"/>
                </a:cubicBezTo>
                <a:cubicBezTo>
                  <a:pt x="132" y="149"/>
                  <a:pt x="123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2"/>
                </a:cubicBez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0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5361120" y="34365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1"/>
                  <a:pt x="155" y="40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5371200" y="4027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5" y="155"/>
                  <a:pt x="114" y="160"/>
                </a:cubicBezTo>
                <a:cubicBezTo>
                  <a:pt x="104" y="164"/>
                  <a:pt x="94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537444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2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5376960" y="2719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455800" y="32338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3" y="104"/>
                  <a:pt x="159" y="114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0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5528880" y="39402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4"/>
                  <a:pt x="149" y="134"/>
                  <a:pt x="142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4"/>
                  <a:pt x="7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2"/>
                  <a:pt x="155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534280" y="40798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1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0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4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0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543280" y="3962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551920" y="34282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3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566320" y="378144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5574600" y="40741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7" y="32"/>
                  <a:pt x="25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7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5578920" y="25549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2"/>
                  <a:pt x="7" y="52"/>
                </a:cubicBezTo>
                <a:cubicBezTo>
                  <a:pt x="11" y="42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5680800" y="30859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2"/>
                  <a:pt x="24" y="24"/>
                </a:cubicBezTo>
                <a:cubicBezTo>
                  <a:pt x="32" y="17"/>
                  <a:pt x="41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5778720" y="378144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4"/>
                  <a:pt x="0" y="94"/>
                  <a:pt x="0" y="83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0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0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785560" y="38718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4" y="148"/>
                  <a:pt x="125" y="155"/>
                  <a:pt x="115" y="159"/>
                </a:cubicBezTo>
                <a:cubicBezTo>
                  <a:pt x="105" y="163"/>
                  <a:pt x="94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5795280" y="36554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5806800" y="3252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5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1"/>
                  <a:pt x="6" y="51"/>
                </a:cubicBezTo>
                <a:cubicBezTo>
                  <a:pt x="10" y="41"/>
                  <a:pt x="16" y="32"/>
                  <a:pt x="25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1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821200" y="39427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4"/>
                  <a:pt x="140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7"/>
                </a:cubicBezTo>
                <a:cubicBezTo>
                  <a:pt x="124" y="11"/>
                  <a:pt x="133" y="17"/>
                  <a:pt x="140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5825880" y="40770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5828400" y="232236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4" y="155"/>
                  <a:pt x="114" y="159"/>
                </a:cubicBezTo>
                <a:cubicBezTo>
                  <a:pt x="104" y="163"/>
                  <a:pt x="93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1"/>
                  <a:pt x="17" y="33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4" y="16"/>
                  <a:pt x="142" y="24"/>
                </a:cubicBezTo>
                <a:cubicBezTo>
                  <a:pt x="149" y="33"/>
                  <a:pt x="155" y="41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5937120" y="39236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8" y="134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7"/>
                  <a:pt x="41" y="12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2"/>
                  <a:pt x="133" y="17"/>
                  <a:pt x="141" y="25"/>
                </a:cubicBezTo>
                <a:cubicBezTo>
                  <a:pt x="148" y="33"/>
                  <a:pt x="155" y="42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5947920" y="2971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1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2"/>
                  <a:pt x="17" y="33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965200" y="39812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6"/>
                  <a:pt x="84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2"/>
                  <a:pt x="7" y="52"/>
                </a:cubicBezTo>
                <a:cubicBezTo>
                  <a:pt x="11" y="42"/>
                  <a:pt x="17" y="33"/>
                  <a:pt x="25" y="25"/>
                </a:cubicBezTo>
                <a:cubicBezTo>
                  <a:pt x="32" y="17"/>
                  <a:pt x="41" y="10"/>
                  <a:pt x="51" y="6"/>
                </a:cubicBezTo>
                <a:cubicBezTo>
                  <a:pt x="61" y="2"/>
                  <a:pt x="72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7"/>
                  <a:pt x="142" y="25"/>
                </a:cubicBezTo>
                <a:cubicBezTo>
                  <a:pt x="150" y="33"/>
                  <a:pt x="156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5969880" y="3378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5980680" y="3526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6" y="124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2" y="150"/>
                  <a:pt x="25" y="142"/>
                </a:cubicBezTo>
                <a:cubicBezTo>
                  <a:pt x="17" y="134"/>
                  <a:pt x="11" y="124"/>
                  <a:pt x="7" y="114"/>
                </a:cubicBezTo>
                <a:cubicBezTo>
                  <a:pt x="3" y="104"/>
                  <a:pt x="0" y="94"/>
                  <a:pt x="0" y="83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2" y="17"/>
                  <a:pt x="42" y="11"/>
                  <a:pt x="52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5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5996520" y="388548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5"/>
                </a:cubicBezTo>
                <a:cubicBezTo>
                  <a:pt x="155" y="125"/>
                  <a:pt x="148" y="134"/>
                  <a:pt x="140" y="141"/>
                </a:cubicBezTo>
                <a:cubicBezTo>
                  <a:pt x="132" y="149"/>
                  <a:pt x="124" y="155"/>
                  <a:pt x="114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4" y="10"/>
                  <a:pt x="132" y="16"/>
                  <a:pt x="140" y="24"/>
                </a:cubicBezTo>
                <a:cubicBezTo>
                  <a:pt x="148" y="31"/>
                  <a:pt x="155" y="40"/>
                  <a:pt x="159" y="50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6001200" y="29872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4"/>
                  <a:pt x="149" y="133"/>
                  <a:pt x="142" y="141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1"/>
                </a:cubicBezTo>
                <a:cubicBezTo>
                  <a:pt x="17" y="133"/>
                  <a:pt x="11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4" y="11"/>
                  <a:pt x="133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6020640" y="3773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2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6027480" y="40741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6033600" y="36691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6041520" y="35622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6"/>
                  <a:pt x="33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6053040" y="35758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8" y="114"/>
                </a:cubicBezTo>
                <a:cubicBezTo>
                  <a:pt x="154" y="124"/>
                  <a:pt x="148" y="133"/>
                  <a:pt x="140" y="141"/>
                </a:cubicBezTo>
                <a:cubicBezTo>
                  <a:pt x="132" y="149"/>
                  <a:pt x="124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1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7"/>
                </a:cubicBezTo>
                <a:cubicBezTo>
                  <a:pt x="124" y="11"/>
                  <a:pt x="132" y="17"/>
                  <a:pt x="140" y="24"/>
                </a:cubicBezTo>
                <a:cubicBezTo>
                  <a:pt x="148" y="32"/>
                  <a:pt x="154" y="41"/>
                  <a:pt x="158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6063120" y="2245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4" y="149"/>
                  <a:pt x="124" y="155"/>
                  <a:pt x="114" y="159"/>
                </a:cubicBezTo>
                <a:cubicBezTo>
                  <a:pt x="104" y="163"/>
                  <a:pt x="94" y="166"/>
                  <a:pt x="83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4" y="16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6095520" y="4087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2" y="7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6102720" y="3956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6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6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6106680" y="2710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2" y="41"/>
                  <a:pt x="18" y="32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6134760" y="39236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1" y="12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2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6138000" y="3956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6141240" y="28231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5" y="156"/>
                  <a:pt x="115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0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0" y="11"/>
                  <a:pt x="51" y="7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4" y="2"/>
                  <a:pt x="115" y="7"/>
                </a:cubicBezTo>
                <a:cubicBezTo>
                  <a:pt x="125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6228000" y="39974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4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4"/>
                  <a:pt x="8" y="114"/>
                </a:cubicBezTo>
                <a:cubicBezTo>
                  <a:pt x="3" y="104"/>
                  <a:pt x="0" y="94"/>
                  <a:pt x="0" y="83"/>
                </a:cubicBezTo>
                <a:cubicBezTo>
                  <a:pt x="0" y="72"/>
                  <a:pt x="3" y="61"/>
                  <a:pt x="8" y="51"/>
                </a:cubicBezTo>
                <a:cubicBezTo>
                  <a:pt x="12" y="41"/>
                  <a:pt x="18" y="32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6238800" y="39758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6242400" y="3978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4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6244920" y="35924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49"/>
                  <a:pt x="125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6253200" y="38361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6257520" y="39538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6265800" y="19087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2" y="3"/>
                  <a:pt x="73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6302880" y="3846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5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6309360" y="40413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7"/>
                  <a:pt x="41" y="12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2"/>
                  <a:pt x="134" y="17"/>
                  <a:pt x="142" y="25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6313320" y="3589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4"/>
                </a:cubicBezTo>
                <a:cubicBezTo>
                  <a:pt x="3" y="104"/>
                  <a:pt x="0" y="94"/>
                  <a:pt x="0" y="83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6323760" y="39070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6332040" y="37346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2"/>
                  <a:pt x="24" y="25"/>
                </a:cubicBezTo>
                <a:cubicBezTo>
                  <a:pt x="32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6339960" y="22539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0"/>
                </a:cubicBezTo>
                <a:cubicBezTo>
                  <a:pt x="10" y="40"/>
                  <a:pt x="16" y="31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6372360" y="38660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5" y="156"/>
                  <a:pt x="115" y="160"/>
                </a:cubicBezTo>
                <a:cubicBezTo>
                  <a:pt x="104" y="164"/>
                  <a:pt x="94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0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6"/>
                </a:cubicBezTo>
                <a:cubicBezTo>
                  <a:pt x="32" y="18"/>
                  <a:pt x="40" y="12"/>
                  <a:pt x="51" y="8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4" y="2"/>
                  <a:pt x="115" y="8"/>
                </a:cubicBezTo>
                <a:cubicBezTo>
                  <a:pt x="125" y="12"/>
                  <a:pt x="133" y="18"/>
                  <a:pt x="141" y="26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6380640" y="3783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0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0" y="2"/>
                  <a:pt x="72" y="0"/>
                  <a:pt x="83" y="0"/>
                </a:cubicBezTo>
                <a:cubicBezTo>
                  <a:pt x="94" y="0"/>
                  <a:pt x="104" y="2"/>
                  <a:pt x="114" y="7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6387840" y="2653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3" y="166"/>
                </a:cubicBezTo>
                <a:cubicBezTo>
                  <a:pt x="72" y="166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408720" y="40716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4" y="125"/>
                  <a:pt x="148" y="134"/>
                  <a:pt x="140" y="141"/>
                </a:cubicBezTo>
                <a:cubicBezTo>
                  <a:pt x="132" y="149"/>
                  <a:pt x="123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0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0" y="24"/>
                </a:cubicBezTo>
                <a:cubicBezTo>
                  <a:pt x="148" y="32"/>
                  <a:pt x="154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6410160" y="3978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8" y="134"/>
                  <a:pt x="140" y="142"/>
                </a:cubicBezTo>
                <a:cubicBezTo>
                  <a:pt x="132" y="150"/>
                  <a:pt x="123" y="155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5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1" y="17"/>
                  <a:pt x="40" y="11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1"/>
                  <a:pt x="132" y="17"/>
                  <a:pt x="140" y="25"/>
                </a:cubicBezTo>
                <a:cubicBezTo>
                  <a:pt x="148" y="33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6415920" y="2812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4"/>
                  <a:pt x="149" y="133"/>
                  <a:pt x="142" y="140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3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4" y="140"/>
                </a:cubicBezTo>
                <a:cubicBezTo>
                  <a:pt x="17" y="133"/>
                  <a:pt x="11" y="124"/>
                  <a:pt x="7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6488280" y="3846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5"/>
                  <a:pt x="115" y="160"/>
                </a:cubicBezTo>
                <a:cubicBezTo>
                  <a:pt x="105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5" y="2"/>
                  <a:pt x="115" y="6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497280" y="35758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4"/>
                  <a:pt x="149" y="133"/>
                  <a:pt x="142" y="141"/>
                </a:cubicBezTo>
                <a:cubicBezTo>
                  <a:pt x="134" y="149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49"/>
                  <a:pt x="24" y="141"/>
                </a:cubicBezTo>
                <a:cubicBezTo>
                  <a:pt x="17" y="133"/>
                  <a:pt x="11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6506280" y="37922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1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1"/>
                  <a:pt x="134" y="16"/>
                  <a:pt x="142" y="24"/>
                </a:cubicBezTo>
                <a:cubicBezTo>
                  <a:pt x="150" y="32"/>
                  <a:pt x="156" y="41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6512760" y="33598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5"/>
                </a:cubicBezTo>
                <a:cubicBezTo>
                  <a:pt x="155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1"/>
                  <a:pt x="155" y="40"/>
                  <a:pt x="160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6525360" y="38797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8" y="114"/>
                </a:cubicBezTo>
                <a:cubicBezTo>
                  <a:pt x="154" y="124"/>
                  <a:pt x="148" y="134"/>
                  <a:pt x="140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4" y="11"/>
                  <a:pt x="133" y="17"/>
                  <a:pt x="140" y="25"/>
                </a:cubicBezTo>
                <a:cubicBezTo>
                  <a:pt x="148" y="32"/>
                  <a:pt x="154" y="41"/>
                  <a:pt x="158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532920" y="4087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7"/>
                  <a:pt x="142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6539040" y="21934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6631200" y="38224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5"/>
                  <a:pt x="7" y="114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0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6640920" y="4027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5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5"/>
                  <a:pt x="33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6"/>
                  <a:pt x="41" y="10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6655320" y="3748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3"/>
                  <a:pt x="3" y="62"/>
                  <a:pt x="7" y="52"/>
                </a:cubicBezTo>
                <a:cubicBezTo>
                  <a:pt x="11" y="42"/>
                  <a:pt x="17" y="33"/>
                  <a:pt x="25" y="26"/>
                </a:cubicBezTo>
                <a:cubicBezTo>
                  <a:pt x="32" y="18"/>
                  <a:pt x="41" y="12"/>
                  <a:pt x="51" y="8"/>
                </a:cubicBezTo>
                <a:cubicBezTo>
                  <a:pt x="61" y="4"/>
                  <a:pt x="72" y="0"/>
                  <a:pt x="83" y="0"/>
                </a:cubicBezTo>
                <a:cubicBezTo>
                  <a:pt x="94" y="0"/>
                  <a:pt x="104" y="4"/>
                  <a:pt x="114" y="8"/>
                </a:cubicBezTo>
                <a:cubicBezTo>
                  <a:pt x="124" y="12"/>
                  <a:pt x="134" y="18"/>
                  <a:pt x="142" y="26"/>
                </a:cubicBezTo>
                <a:cubicBezTo>
                  <a:pt x="150" y="33"/>
                  <a:pt x="156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6661440" y="28094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9"/>
                  <a:pt x="125" y="156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1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4" y="6"/>
                </a:cubicBezTo>
                <a:cubicBezTo>
                  <a:pt x="125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6681960" y="38581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3" y="165"/>
                  <a:pt x="62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3"/>
                  <a:pt x="11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6690240" y="39402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6" y="124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4"/>
                  <a:pt x="7" y="114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0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6693480" y="25441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7" y="50"/>
                </a:cubicBezTo>
                <a:cubicBezTo>
                  <a:pt x="11" y="40"/>
                  <a:pt x="17" y="31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60" y="50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6788160" y="36388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4"/>
                  <a:pt x="150" y="133"/>
                  <a:pt x="142" y="141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1"/>
                </a:cubicBezTo>
                <a:cubicBezTo>
                  <a:pt x="17" y="133"/>
                  <a:pt x="11" y="124"/>
                  <a:pt x="7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6861600" y="31215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1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6947640" y="389916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6955560" y="38498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6961680" y="3945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6968880" y="3395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1" y="0"/>
                  <a:pt x="83" y="0"/>
                </a:cubicBezTo>
                <a:cubicBezTo>
                  <a:pt x="94" y="0"/>
                  <a:pt x="105" y="3"/>
                  <a:pt x="115" y="7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6980760" y="40716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6984000" y="38581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7" y="133"/>
                  <a:pt x="11" y="125"/>
                  <a:pt x="7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6996600" y="296568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2" y="104"/>
                  <a:pt x="158" y="115"/>
                </a:cubicBezTo>
                <a:cubicBezTo>
                  <a:pt x="154" y="125"/>
                  <a:pt x="148" y="134"/>
                  <a:pt x="140" y="141"/>
                </a:cubicBezTo>
                <a:cubicBezTo>
                  <a:pt x="132" y="149"/>
                  <a:pt x="124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4" y="10"/>
                  <a:pt x="132" y="16"/>
                  <a:pt x="140" y="24"/>
                </a:cubicBezTo>
                <a:cubicBezTo>
                  <a:pt x="148" y="32"/>
                  <a:pt x="154" y="40"/>
                  <a:pt x="158" y="52"/>
                </a:cubicBezTo>
                <a:cubicBezTo>
                  <a:pt x="162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083000" y="3469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59" y="114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2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7155720" y="38224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171560" y="3972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8" y="134"/>
                  <a:pt x="12" y="125"/>
                  <a:pt x="8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8" y="52"/>
                </a:cubicBezTo>
                <a:cubicBezTo>
                  <a:pt x="12" y="42"/>
                  <a:pt x="18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5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7179480" y="3819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4"/>
                  <a:pt x="149" y="134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4"/>
                  <a:pt x="6" y="114"/>
                </a:cubicBezTo>
                <a:cubicBezTo>
                  <a:pt x="2" y="104"/>
                  <a:pt x="0" y="93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7188120" y="34855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0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0" y="11"/>
                  <a:pt x="51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3" y="3"/>
                  <a:pt x="114" y="7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7200720" y="33872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4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3"/>
                  <a:pt x="24" y="25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5"/>
                </a:cubicBezTo>
                <a:cubicBezTo>
                  <a:pt x="149" y="33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7212240" y="3521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4"/>
                  <a:pt x="149" y="133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3"/>
                  <a:pt x="11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7222320" y="3838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722988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3" y="149"/>
                  <a:pt x="26" y="142"/>
                </a:cubicBezTo>
                <a:cubicBezTo>
                  <a:pt x="18" y="134"/>
                  <a:pt x="12" y="125"/>
                  <a:pt x="8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2"/>
                  <a:pt x="8" y="52"/>
                </a:cubicBezTo>
                <a:cubicBezTo>
                  <a:pt x="12" y="42"/>
                  <a:pt x="18" y="32"/>
                  <a:pt x="26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7233840" y="30668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8" y="115"/>
                </a:cubicBezTo>
                <a:cubicBezTo>
                  <a:pt x="154" y="125"/>
                  <a:pt x="148" y="134"/>
                  <a:pt x="140" y="142"/>
                </a:cubicBezTo>
                <a:cubicBezTo>
                  <a:pt x="132" y="149"/>
                  <a:pt x="123" y="155"/>
                  <a:pt x="113" y="159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59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0" y="24"/>
                </a:cubicBezTo>
                <a:cubicBezTo>
                  <a:pt x="148" y="32"/>
                  <a:pt x="154" y="41"/>
                  <a:pt x="158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7329600" y="35953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5"/>
                  <a:pt x="150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3"/>
                  <a:pt x="11" y="125"/>
                  <a:pt x="7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1"/>
                  <a:pt x="155" y="40"/>
                  <a:pt x="160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7340040" y="38797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4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2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734472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59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1" y="42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7345800" y="35348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8" y="32"/>
                  <a:pt x="25" y="24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7356240" y="40222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0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0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7364880" y="40906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3" y="155"/>
                  <a:pt x="113" y="159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59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3" y="16"/>
                  <a:pt x="141" y="24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7369920" y="24973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7430400" y="3682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2" y="25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7445160" y="39128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5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7448760" y="39070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50"/>
                  <a:pt x="124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1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4" y="11"/>
                  <a:pt x="133" y="17"/>
                  <a:pt x="141" y="25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7452360" y="36525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0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0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7464960" y="40057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7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2" y="41"/>
                  <a:pt x="18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7471440" y="37458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4" y="125"/>
                  <a:pt x="148" y="134"/>
                  <a:pt x="140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1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1"/>
                  <a:pt x="133" y="17"/>
                  <a:pt x="140" y="25"/>
                </a:cubicBezTo>
                <a:cubicBezTo>
                  <a:pt x="148" y="33"/>
                  <a:pt x="154" y="42"/>
                  <a:pt x="159" y="52"/>
                </a:cubicBezTo>
                <a:cubicBezTo>
                  <a:pt x="163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7478280" y="26834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2" y="150"/>
                  <a:pt x="124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6"/>
                </a:cubicBezTo>
                <a:cubicBezTo>
                  <a:pt x="32" y="18"/>
                  <a:pt x="40" y="12"/>
                  <a:pt x="50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3" y="3"/>
                  <a:pt x="113" y="7"/>
                </a:cubicBezTo>
                <a:cubicBezTo>
                  <a:pt x="124" y="12"/>
                  <a:pt x="132" y="18"/>
                  <a:pt x="141" y="26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7500240" y="39153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7503840" y="40222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4" y="166"/>
                  <a:pt x="83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7506000" y="36061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0" y="159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7517520" y="3899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7523280" y="4041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7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7" y="33"/>
                  <a:pt x="25" y="25"/>
                </a:cubicBezTo>
                <a:cubicBezTo>
                  <a:pt x="33" y="17"/>
                  <a:pt x="42" y="12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2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7526160" y="27874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5" y="142"/>
                </a:cubicBezTo>
                <a:cubicBezTo>
                  <a:pt x="18" y="134"/>
                  <a:pt x="12" y="125"/>
                  <a:pt x="8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8" y="52"/>
                </a:cubicBezTo>
                <a:cubicBezTo>
                  <a:pt x="12" y="41"/>
                  <a:pt x="18" y="32"/>
                  <a:pt x="25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7551000" y="38854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3" y="165"/>
                  <a:pt x="82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7566480" y="39236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2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2" y="17"/>
                  <a:pt x="41" y="12"/>
                  <a:pt x="51" y="6"/>
                </a:cubicBezTo>
                <a:cubicBezTo>
                  <a:pt x="62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2"/>
                  <a:pt x="134" y="17"/>
                  <a:pt x="142" y="25"/>
                </a:cubicBezTo>
                <a:cubicBezTo>
                  <a:pt x="149" y="33"/>
                  <a:pt x="155" y="42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7574400" y="27547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2"/>
                </a:cubicBezTo>
                <a:cubicBezTo>
                  <a:pt x="133" y="149"/>
                  <a:pt x="125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1" y="160"/>
                </a:cubicBezTo>
                <a:cubicBezTo>
                  <a:pt x="41" y="155"/>
                  <a:pt x="31" y="149"/>
                  <a:pt x="24" y="142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1" y="11"/>
                  <a:pt x="51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7597440" y="39236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2" y="149"/>
                  <a:pt x="123" y="155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0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1" y="17"/>
                  <a:pt x="40" y="12"/>
                  <a:pt x="50" y="6"/>
                </a:cubicBezTo>
                <a:cubicBezTo>
                  <a:pt x="60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2"/>
                  <a:pt x="132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7603200" y="38797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6" y="124"/>
                  <a:pt x="150" y="134"/>
                  <a:pt x="142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4"/>
                  <a:pt x="7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4" y="0"/>
                  <a:pt x="104" y="3"/>
                  <a:pt x="114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7608960" y="3063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1"/>
                  <a:pt x="7" y="51"/>
                </a:cubicBezTo>
                <a:cubicBezTo>
                  <a:pt x="11" y="41"/>
                  <a:pt x="17" y="32"/>
                  <a:pt x="25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7630920" y="39812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3" y="166"/>
                </a:cubicBezTo>
                <a:cubicBezTo>
                  <a:pt x="72" y="166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7633440" y="39402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4"/>
                  <a:pt x="150" y="134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5" y="165"/>
                  <a:pt x="84" y="165"/>
                </a:cubicBezTo>
                <a:cubicBezTo>
                  <a:pt x="73" y="165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7" y="134"/>
                  <a:pt x="11" y="124"/>
                  <a:pt x="7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0"/>
                  <a:pt x="17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5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7636680" y="333504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5"/>
                </a:cubicBezTo>
                <a:cubicBezTo>
                  <a:pt x="33" y="18"/>
                  <a:pt x="42" y="12"/>
                  <a:pt x="52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5" y="0"/>
                  <a:pt x="105" y="3"/>
                  <a:pt x="115" y="7"/>
                </a:cubicBezTo>
                <a:cubicBezTo>
                  <a:pt x="125" y="12"/>
                  <a:pt x="134" y="18"/>
                  <a:pt x="142" y="25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7653600" y="35758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9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49"/>
                  <a:pt x="24" y="141"/>
                </a:cubicBezTo>
                <a:cubicBezTo>
                  <a:pt x="17" y="133"/>
                  <a:pt x="11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3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7668000" y="38635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3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2" y="17"/>
                  <a:pt x="40" y="11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1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7676640" y="40140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7680240" y="22266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3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3" y="149"/>
                  <a:pt x="125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4"/>
                  <a:pt x="6" y="113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0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7713720" y="40032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5"/>
                </a:cubicBezTo>
                <a:cubicBezTo>
                  <a:pt x="155" y="125"/>
                  <a:pt x="149" y="134"/>
                  <a:pt x="142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7716960" y="37566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50"/>
                  <a:pt x="124" y="156"/>
                  <a:pt x="114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7"/>
                </a:cubicBezTo>
                <a:cubicBezTo>
                  <a:pt x="124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7728120" y="3242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5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7741800" y="39758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4"/>
                </a:cubicBezTo>
                <a:cubicBezTo>
                  <a:pt x="155" y="125"/>
                  <a:pt x="149" y="133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2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2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7745400" y="395388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7749360" y="25221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4" y="166"/>
                  <a:pt x="83" y="166"/>
                </a:cubicBezTo>
                <a:cubicBezTo>
                  <a:pt x="72" y="166"/>
                  <a:pt x="62" y="163"/>
                  <a:pt x="52" y="159"/>
                </a:cubicBezTo>
                <a:cubicBezTo>
                  <a:pt x="42" y="155"/>
                  <a:pt x="32" y="149"/>
                  <a:pt x="24" y="141"/>
                </a:cubicBezTo>
                <a:cubicBezTo>
                  <a:pt x="16" y="134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7800120" y="38415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3" y="166"/>
                  <a:pt x="61" y="164"/>
                  <a:pt x="51" y="159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3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7816320" y="30585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3"/>
                  <a:pt x="163" y="104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5"/>
                  <a:pt x="33" y="150"/>
                  <a:pt x="25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3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7833600" y="35953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3"/>
                  <a:pt x="11" y="125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2" y="24"/>
                </a:cubicBezTo>
                <a:cubicBezTo>
                  <a:pt x="149" y="31"/>
                  <a:pt x="155" y="40"/>
                  <a:pt x="160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7842600" y="39675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3" y="163"/>
                  <a:pt x="93" y="166"/>
                  <a:pt x="82" y="166"/>
                </a:cubicBezTo>
                <a:cubicBezTo>
                  <a:pt x="71" y="166"/>
                  <a:pt x="61" y="163"/>
                  <a:pt x="51" y="159"/>
                </a:cubicBezTo>
                <a:cubicBezTo>
                  <a:pt x="40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0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5" y="72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7846560" y="26071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1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7869240" y="4052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4"/>
                  <a:pt x="160" y="114"/>
                </a:cubicBezTo>
                <a:cubicBezTo>
                  <a:pt x="156" y="124"/>
                  <a:pt x="150" y="133"/>
                  <a:pt x="142" y="141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2" y="150"/>
                  <a:pt x="24" y="141"/>
                </a:cubicBezTo>
                <a:cubicBezTo>
                  <a:pt x="17" y="133"/>
                  <a:pt x="11" y="124"/>
                  <a:pt x="7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2" y="11"/>
                  <a:pt x="52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5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7872480" y="37594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2"/>
                </a:moveTo>
                <a:cubicBezTo>
                  <a:pt x="166" y="93"/>
                  <a:pt x="164" y="104"/>
                  <a:pt x="159" y="114"/>
                </a:cubicBezTo>
                <a:cubicBezTo>
                  <a:pt x="155" y="124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59"/>
                </a:cubicBezTo>
                <a:cubicBezTo>
                  <a:pt x="42" y="155"/>
                  <a:pt x="33" y="149"/>
                  <a:pt x="24" y="141"/>
                </a:cubicBezTo>
                <a:cubicBezTo>
                  <a:pt x="16" y="133"/>
                  <a:pt x="11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1" y="41"/>
                  <a:pt x="16" y="32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7883280" y="30560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8" y="113"/>
                </a:cubicBezTo>
                <a:cubicBezTo>
                  <a:pt x="154" y="125"/>
                  <a:pt x="148" y="133"/>
                  <a:pt x="140" y="141"/>
                </a:cubicBezTo>
                <a:cubicBezTo>
                  <a:pt x="132" y="149"/>
                  <a:pt x="123" y="155"/>
                  <a:pt x="113" y="159"/>
                </a:cubicBezTo>
                <a:cubicBezTo>
                  <a:pt x="103" y="163"/>
                  <a:pt x="93" y="165"/>
                  <a:pt x="82" y="165"/>
                </a:cubicBezTo>
                <a:cubicBezTo>
                  <a:pt x="71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3"/>
                  <a:pt x="10" y="125"/>
                  <a:pt x="6" y="113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6"/>
                </a:cubicBezTo>
                <a:cubicBezTo>
                  <a:pt x="123" y="10"/>
                  <a:pt x="132" y="16"/>
                  <a:pt x="140" y="24"/>
                </a:cubicBezTo>
                <a:cubicBezTo>
                  <a:pt x="148" y="31"/>
                  <a:pt x="154" y="40"/>
                  <a:pt x="158" y="50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7912800" y="3909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1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6"/>
                  <a:pt x="141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3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7922520" y="39099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59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6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6" y="32"/>
                  <a:pt x="24" y="24"/>
                </a:cubicBezTo>
                <a:cubicBezTo>
                  <a:pt x="32" y="16"/>
                  <a:pt x="41" y="11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1"/>
                  <a:pt x="134" y="16"/>
                  <a:pt x="142" y="24"/>
                </a:cubicBezTo>
                <a:cubicBezTo>
                  <a:pt x="149" y="32"/>
                  <a:pt x="155" y="41"/>
                  <a:pt x="159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7927920" y="399492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4" y="166"/>
                  <a:pt x="83" y="166"/>
                </a:cubicBezTo>
                <a:cubicBezTo>
                  <a:pt x="72" y="166"/>
                  <a:pt x="62" y="163"/>
                  <a:pt x="52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7931880" y="21441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60"/>
                </a:cubicBezTo>
                <a:cubicBezTo>
                  <a:pt x="42" y="156"/>
                  <a:pt x="33" y="150"/>
                  <a:pt x="26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5"/>
                  <a:pt x="0" y="84"/>
                </a:cubicBezTo>
                <a:cubicBezTo>
                  <a:pt x="0" y="73"/>
                  <a:pt x="3" y="62"/>
                  <a:pt x="7" y="52"/>
                </a:cubicBezTo>
                <a:cubicBezTo>
                  <a:pt x="11" y="42"/>
                  <a:pt x="17" y="33"/>
                  <a:pt x="26" y="25"/>
                </a:cubicBezTo>
                <a:cubicBezTo>
                  <a:pt x="33" y="17"/>
                  <a:pt x="42" y="11"/>
                  <a:pt x="52" y="7"/>
                </a:cubicBezTo>
                <a:cubicBezTo>
                  <a:pt x="62" y="3"/>
                  <a:pt x="73" y="0"/>
                  <a:pt x="84" y="0"/>
                </a:cubicBezTo>
                <a:cubicBezTo>
                  <a:pt x="95" y="0"/>
                  <a:pt x="105" y="3"/>
                  <a:pt x="115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50" y="33"/>
                  <a:pt x="156" y="42"/>
                  <a:pt x="160" y="52"/>
                </a:cubicBezTo>
                <a:cubicBezTo>
                  <a:pt x="164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7960680" y="34444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4" y="164"/>
                  <a:pt x="93" y="166"/>
                  <a:pt x="82" y="166"/>
                </a:cubicBezTo>
                <a:cubicBezTo>
                  <a:pt x="71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7"/>
                </a:cubicBezTo>
                <a:cubicBezTo>
                  <a:pt x="125" y="11"/>
                  <a:pt x="134" y="17"/>
                  <a:pt x="141" y="24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7982640" y="4041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5"/>
                </a:cubicBezTo>
                <a:cubicBezTo>
                  <a:pt x="31" y="17"/>
                  <a:pt x="40" y="12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2"/>
                  <a:pt x="133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7986240" y="291888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6"/>
                </a:cubicBezTo>
                <a:cubicBezTo>
                  <a:pt x="32" y="18"/>
                  <a:pt x="41" y="12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7"/>
                </a:cubicBezTo>
                <a:cubicBezTo>
                  <a:pt x="125" y="12"/>
                  <a:pt x="134" y="18"/>
                  <a:pt x="141" y="26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8003160" y="40222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4" y="125"/>
                  <a:pt x="148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4" y="166"/>
                  <a:pt x="83" y="166"/>
                </a:cubicBezTo>
                <a:cubicBezTo>
                  <a:pt x="72" y="166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2"/>
                  <a:pt x="2" y="62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2"/>
                  <a:pt x="154" y="41"/>
                  <a:pt x="160" y="51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8005320" y="400320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3"/>
                  <a:pt x="159" y="115"/>
                </a:cubicBezTo>
                <a:cubicBezTo>
                  <a:pt x="155" y="125"/>
                  <a:pt x="148" y="134"/>
                  <a:pt x="141" y="141"/>
                </a:cubicBezTo>
                <a:cubicBezTo>
                  <a:pt x="133" y="149"/>
                  <a:pt x="124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8" y="31"/>
                  <a:pt x="155" y="40"/>
                  <a:pt x="159" y="50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8007840" y="349920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0" y="142"/>
                </a:cubicBezTo>
                <a:cubicBezTo>
                  <a:pt x="132" y="150"/>
                  <a:pt x="124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61" y="3"/>
                  <a:pt x="71" y="0"/>
                  <a:pt x="82" y="0"/>
                </a:cubicBezTo>
                <a:cubicBezTo>
                  <a:pt x="93" y="0"/>
                  <a:pt x="103" y="3"/>
                  <a:pt x="113" y="7"/>
                </a:cubicBezTo>
                <a:cubicBezTo>
                  <a:pt x="124" y="11"/>
                  <a:pt x="132" y="17"/>
                  <a:pt x="140" y="25"/>
                </a:cubicBezTo>
                <a:cubicBezTo>
                  <a:pt x="149" y="32"/>
                  <a:pt x="155" y="42"/>
                  <a:pt x="159" y="52"/>
                </a:cubicBezTo>
                <a:cubicBezTo>
                  <a:pt x="163" y="62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8016840" y="38934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50"/>
                  <a:pt x="125" y="156"/>
                  <a:pt x="114" y="160"/>
                </a:cubicBezTo>
                <a:cubicBezTo>
                  <a:pt x="104" y="164"/>
                  <a:pt x="93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3"/>
                  <a:pt x="72" y="0"/>
                  <a:pt x="83" y="0"/>
                </a:cubicBezTo>
                <a:cubicBezTo>
                  <a:pt x="93" y="0"/>
                  <a:pt x="104" y="3"/>
                  <a:pt x="114" y="7"/>
                </a:cubicBezTo>
                <a:cubicBezTo>
                  <a:pt x="125" y="11"/>
                  <a:pt x="134" y="17"/>
                  <a:pt x="142" y="25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8020800" y="389916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4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8024400" y="289152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5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5"/>
                  <a:pt x="0" y="83"/>
                </a:cubicBezTo>
                <a:cubicBezTo>
                  <a:pt x="0" y="72"/>
                  <a:pt x="2" y="61"/>
                  <a:pt x="7" y="51"/>
                </a:cubicBezTo>
                <a:cubicBezTo>
                  <a:pt x="11" y="41"/>
                  <a:pt x="17" y="32"/>
                  <a:pt x="24" y="24"/>
                </a:cubicBezTo>
                <a:cubicBezTo>
                  <a:pt x="32" y="17"/>
                  <a:pt x="41" y="11"/>
                  <a:pt x="51" y="7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2" y="24"/>
                </a:cubicBezTo>
                <a:cubicBezTo>
                  <a:pt x="150" y="32"/>
                  <a:pt x="156" y="41"/>
                  <a:pt x="160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8042040" y="332676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4"/>
                </a:moveTo>
                <a:cubicBezTo>
                  <a:pt x="166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50"/>
                  <a:pt x="125" y="156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1" y="156"/>
                  <a:pt x="32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0" y="42"/>
                  <a:pt x="16" y="33"/>
                  <a:pt x="24" y="26"/>
                </a:cubicBezTo>
                <a:cubicBezTo>
                  <a:pt x="32" y="17"/>
                  <a:pt x="41" y="11"/>
                  <a:pt x="52" y="7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7"/>
                </a:cubicBezTo>
                <a:cubicBezTo>
                  <a:pt x="125" y="11"/>
                  <a:pt x="134" y="17"/>
                  <a:pt x="141" y="26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6" y="73"/>
                  <a:pt x="166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8062920" y="392652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2"/>
                </a:moveTo>
                <a:cubicBezTo>
                  <a:pt x="166" y="93"/>
                  <a:pt x="164" y="104"/>
                  <a:pt x="160" y="114"/>
                </a:cubicBezTo>
                <a:cubicBezTo>
                  <a:pt x="156" y="124"/>
                  <a:pt x="149" y="133"/>
                  <a:pt x="141" y="140"/>
                </a:cubicBezTo>
                <a:cubicBezTo>
                  <a:pt x="133" y="148"/>
                  <a:pt x="124" y="154"/>
                  <a:pt x="114" y="158"/>
                </a:cubicBezTo>
                <a:cubicBezTo>
                  <a:pt x="104" y="162"/>
                  <a:pt x="94" y="165"/>
                  <a:pt x="83" y="165"/>
                </a:cubicBezTo>
                <a:cubicBezTo>
                  <a:pt x="72" y="165"/>
                  <a:pt x="61" y="162"/>
                  <a:pt x="51" y="158"/>
                </a:cubicBezTo>
                <a:cubicBezTo>
                  <a:pt x="41" y="154"/>
                  <a:pt x="32" y="148"/>
                  <a:pt x="25" y="140"/>
                </a:cubicBezTo>
                <a:cubicBezTo>
                  <a:pt x="17" y="133"/>
                  <a:pt x="11" y="124"/>
                  <a:pt x="7" y="114"/>
                </a:cubicBezTo>
                <a:cubicBezTo>
                  <a:pt x="3" y="104"/>
                  <a:pt x="0" y="93"/>
                  <a:pt x="0" y="82"/>
                </a:cubicBezTo>
                <a:cubicBezTo>
                  <a:pt x="0" y="71"/>
                  <a:pt x="3" y="61"/>
                  <a:pt x="7" y="51"/>
                </a:cubicBezTo>
                <a:cubicBezTo>
                  <a:pt x="11" y="40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6" y="40"/>
                  <a:pt x="160" y="51"/>
                </a:cubicBezTo>
                <a:cubicBezTo>
                  <a:pt x="164" y="61"/>
                  <a:pt x="166" y="71"/>
                  <a:pt x="166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8067240" y="35020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50" y="134"/>
                  <a:pt x="142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1" y="160"/>
                </a:cubicBezTo>
                <a:cubicBezTo>
                  <a:pt x="41" y="155"/>
                  <a:pt x="32" y="149"/>
                  <a:pt x="24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7" y="52"/>
                </a:cubicBezTo>
                <a:cubicBezTo>
                  <a:pt x="11" y="42"/>
                  <a:pt x="17" y="33"/>
                  <a:pt x="24" y="24"/>
                </a:cubicBezTo>
                <a:cubicBezTo>
                  <a:pt x="32" y="16"/>
                  <a:pt x="41" y="11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6"/>
                  <a:pt x="142" y="24"/>
                </a:cubicBezTo>
                <a:cubicBezTo>
                  <a:pt x="150" y="33"/>
                  <a:pt x="155" y="42"/>
                  <a:pt x="160" y="52"/>
                </a:cubicBezTo>
                <a:cubicBezTo>
                  <a:pt x="164" y="62"/>
                  <a:pt x="166" y="73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8084160" y="35460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3" y="149"/>
                  <a:pt x="125" y="155"/>
                  <a:pt x="114" y="159"/>
                </a:cubicBezTo>
                <a:cubicBezTo>
                  <a:pt x="104" y="163"/>
                  <a:pt x="93" y="165"/>
                  <a:pt x="82" y="165"/>
                </a:cubicBezTo>
                <a:cubicBezTo>
                  <a:pt x="71" y="165"/>
                  <a:pt x="61" y="163"/>
                  <a:pt x="50" y="159"/>
                </a:cubicBezTo>
                <a:cubicBezTo>
                  <a:pt x="40" y="155"/>
                  <a:pt x="31" y="149"/>
                  <a:pt x="24" y="141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4" y="2"/>
                  <a:pt x="114" y="6"/>
                </a:cubicBezTo>
                <a:cubicBezTo>
                  <a:pt x="125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8092440" y="409068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6" y="125"/>
                  <a:pt x="150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1" y="164"/>
                  <a:pt x="51" y="159"/>
                </a:cubicBezTo>
                <a:cubicBezTo>
                  <a:pt x="41" y="155"/>
                  <a:pt x="32" y="149"/>
                  <a:pt x="25" y="142"/>
                </a:cubicBezTo>
                <a:cubicBezTo>
                  <a:pt x="17" y="134"/>
                  <a:pt x="11" y="125"/>
                  <a:pt x="7" y="115"/>
                </a:cubicBezTo>
                <a:cubicBezTo>
                  <a:pt x="3" y="105"/>
                  <a:pt x="0" y="94"/>
                  <a:pt x="0" y="83"/>
                </a:cubicBezTo>
                <a:cubicBezTo>
                  <a:pt x="0" y="72"/>
                  <a:pt x="3" y="62"/>
                  <a:pt x="7" y="52"/>
                </a:cubicBezTo>
                <a:cubicBezTo>
                  <a:pt x="11" y="42"/>
                  <a:pt x="17" y="32"/>
                  <a:pt x="25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50" y="32"/>
                  <a:pt x="156" y="42"/>
                  <a:pt x="160" y="52"/>
                </a:cubicBezTo>
                <a:cubicBezTo>
                  <a:pt x="164" y="62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8093880" y="40550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2"/>
                </a:cubicBezTo>
                <a:cubicBezTo>
                  <a:pt x="133" y="149"/>
                  <a:pt x="124" y="155"/>
                  <a:pt x="114" y="160"/>
                </a:cubicBezTo>
                <a:cubicBezTo>
                  <a:pt x="104" y="164"/>
                  <a:pt x="94" y="166"/>
                  <a:pt x="83" y="166"/>
                </a:cubicBezTo>
                <a:cubicBezTo>
                  <a:pt x="72" y="166"/>
                  <a:pt x="61" y="164"/>
                  <a:pt x="50" y="160"/>
                </a:cubicBezTo>
                <a:cubicBezTo>
                  <a:pt x="40" y="155"/>
                  <a:pt x="31" y="149"/>
                  <a:pt x="24" y="142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2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6"/>
                  <a:pt x="40" y="11"/>
                  <a:pt x="50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1"/>
                  <a:pt x="133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2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8095320" y="3554280"/>
            <a:ext cx="59760" cy="59400"/>
          </a:xfrm>
          <a:custGeom>
            <a:avLst/>
            <a:gdLst/>
            <a:ahLst/>
            <a:rect l="0" t="0" r="r" b="b"/>
            <a:pathLst>
              <a:path w="166" h="165">
                <a:moveTo>
                  <a:pt x="166" y="83"/>
                </a:moveTo>
                <a:cubicBezTo>
                  <a:pt x="166" y="94"/>
                  <a:pt x="164" y="104"/>
                  <a:pt x="159" y="114"/>
                </a:cubicBezTo>
                <a:cubicBezTo>
                  <a:pt x="155" y="125"/>
                  <a:pt x="149" y="133"/>
                  <a:pt x="142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5"/>
                  <a:pt x="83" y="165"/>
                </a:cubicBezTo>
                <a:cubicBezTo>
                  <a:pt x="72" y="165"/>
                  <a:pt x="61" y="163"/>
                  <a:pt x="51" y="159"/>
                </a:cubicBezTo>
                <a:cubicBezTo>
                  <a:pt x="41" y="155"/>
                  <a:pt x="32" y="149"/>
                  <a:pt x="24" y="141"/>
                </a:cubicBezTo>
                <a:cubicBezTo>
                  <a:pt x="16" y="133"/>
                  <a:pt x="11" y="125"/>
                  <a:pt x="6" y="114"/>
                </a:cubicBezTo>
                <a:cubicBezTo>
                  <a:pt x="2" y="104"/>
                  <a:pt x="0" y="94"/>
                  <a:pt x="0" y="83"/>
                </a:cubicBezTo>
                <a:cubicBezTo>
                  <a:pt x="0" y="72"/>
                  <a:pt x="2" y="61"/>
                  <a:pt x="6" y="51"/>
                </a:cubicBezTo>
                <a:cubicBezTo>
                  <a:pt x="11" y="40"/>
                  <a:pt x="16" y="31"/>
                  <a:pt x="24" y="24"/>
                </a:cubicBezTo>
                <a:cubicBezTo>
                  <a:pt x="32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1"/>
                  <a:pt x="155" y="40"/>
                  <a:pt x="159" y="51"/>
                </a:cubicBezTo>
                <a:cubicBezTo>
                  <a:pt x="164" y="61"/>
                  <a:pt x="166" y="72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8103960" y="392652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4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3" y="148"/>
                  <a:pt x="124" y="154"/>
                  <a:pt x="114" y="158"/>
                </a:cubicBezTo>
                <a:cubicBezTo>
                  <a:pt x="104" y="162"/>
                  <a:pt x="94" y="165"/>
                  <a:pt x="83" y="165"/>
                </a:cubicBezTo>
                <a:cubicBezTo>
                  <a:pt x="72" y="165"/>
                  <a:pt x="61" y="162"/>
                  <a:pt x="51" y="158"/>
                </a:cubicBezTo>
                <a:cubicBezTo>
                  <a:pt x="41" y="154"/>
                  <a:pt x="31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4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6"/>
                  <a:pt x="41" y="10"/>
                  <a:pt x="51" y="6"/>
                </a:cubicBezTo>
                <a:cubicBezTo>
                  <a:pt x="61" y="2"/>
                  <a:pt x="72" y="0"/>
                  <a:pt x="83" y="0"/>
                </a:cubicBezTo>
                <a:cubicBezTo>
                  <a:pt x="94" y="0"/>
                  <a:pt x="104" y="2"/>
                  <a:pt x="114" y="6"/>
                </a:cubicBezTo>
                <a:cubicBezTo>
                  <a:pt x="124" y="10"/>
                  <a:pt x="133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8107200" y="404424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4" y="148"/>
                  <a:pt x="125" y="154"/>
                  <a:pt x="115" y="158"/>
                </a:cubicBezTo>
                <a:cubicBezTo>
                  <a:pt x="105" y="162"/>
                  <a:pt x="94" y="165"/>
                  <a:pt x="83" y="165"/>
                </a:cubicBezTo>
                <a:cubicBezTo>
                  <a:pt x="72" y="165"/>
                  <a:pt x="62" y="162"/>
                  <a:pt x="52" y="158"/>
                </a:cubicBezTo>
                <a:cubicBezTo>
                  <a:pt x="42" y="154"/>
                  <a:pt x="33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1"/>
                </a:cubicBezTo>
                <a:cubicBezTo>
                  <a:pt x="10" y="40"/>
                  <a:pt x="16" y="32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0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8109000" y="3871800"/>
            <a:ext cx="59400" cy="59400"/>
          </a:xfrm>
          <a:custGeom>
            <a:avLst/>
            <a:gdLst/>
            <a:ahLst/>
            <a:rect l="0" t="0" r="r" b="b"/>
            <a:pathLst>
              <a:path w="165" h="165">
                <a:moveTo>
                  <a:pt x="165" y="82"/>
                </a:moveTo>
                <a:cubicBezTo>
                  <a:pt x="165" y="93"/>
                  <a:pt x="163" y="103"/>
                  <a:pt x="159" y="114"/>
                </a:cubicBezTo>
                <a:cubicBezTo>
                  <a:pt x="155" y="124"/>
                  <a:pt x="149" y="133"/>
                  <a:pt x="141" y="140"/>
                </a:cubicBezTo>
                <a:cubicBezTo>
                  <a:pt x="134" y="148"/>
                  <a:pt x="125" y="155"/>
                  <a:pt x="115" y="159"/>
                </a:cubicBezTo>
                <a:cubicBezTo>
                  <a:pt x="104" y="163"/>
                  <a:pt x="94" y="165"/>
                  <a:pt x="83" y="165"/>
                </a:cubicBezTo>
                <a:cubicBezTo>
                  <a:pt x="72" y="165"/>
                  <a:pt x="62" y="163"/>
                  <a:pt x="52" y="159"/>
                </a:cubicBezTo>
                <a:cubicBezTo>
                  <a:pt x="42" y="155"/>
                  <a:pt x="33" y="148"/>
                  <a:pt x="24" y="140"/>
                </a:cubicBezTo>
                <a:cubicBezTo>
                  <a:pt x="16" y="133"/>
                  <a:pt x="10" y="124"/>
                  <a:pt x="6" y="114"/>
                </a:cubicBezTo>
                <a:cubicBezTo>
                  <a:pt x="2" y="103"/>
                  <a:pt x="0" y="93"/>
                  <a:pt x="0" y="82"/>
                </a:cubicBezTo>
                <a:cubicBezTo>
                  <a:pt x="0" y="71"/>
                  <a:pt x="2" y="61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4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1"/>
                  <a:pt x="155" y="40"/>
                  <a:pt x="159" y="50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8112960" y="4077000"/>
            <a:ext cx="59760" cy="59760"/>
          </a:xfrm>
          <a:custGeom>
            <a:avLst/>
            <a:gdLst/>
            <a:ahLst/>
            <a:rect l="0" t="0" r="r" b="b"/>
            <a:pathLst>
              <a:path w="166" h="166">
                <a:moveTo>
                  <a:pt x="166" y="83"/>
                </a:moveTo>
                <a:cubicBezTo>
                  <a:pt x="166" y="94"/>
                  <a:pt x="164" y="105"/>
                  <a:pt x="160" y="115"/>
                </a:cubicBezTo>
                <a:cubicBezTo>
                  <a:pt x="155" y="125"/>
                  <a:pt x="149" y="134"/>
                  <a:pt x="142" y="142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4"/>
                  <a:pt x="95" y="166"/>
                  <a:pt x="84" y="166"/>
                </a:cubicBezTo>
                <a:cubicBezTo>
                  <a:pt x="73" y="166"/>
                  <a:pt x="62" y="164"/>
                  <a:pt x="52" y="159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8" y="134"/>
                  <a:pt x="11" y="125"/>
                  <a:pt x="7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8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3" y="0"/>
                  <a:pt x="84" y="0"/>
                </a:cubicBezTo>
                <a:cubicBezTo>
                  <a:pt x="95" y="0"/>
                  <a:pt x="105" y="2"/>
                  <a:pt x="115" y="6"/>
                </a:cubicBezTo>
                <a:cubicBezTo>
                  <a:pt x="125" y="10"/>
                  <a:pt x="134" y="16"/>
                  <a:pt x="142" y="24"/>
                </a:cubicBezTo>
                <a:cubicBezTo>
                  <a:pt x="149" y="32"/>
                  <a:pt x="155" y="41"/>
                  <a:pt x="160" y="51"/>
                </a:cubicBezTo>
                <a:cubicBezTo>
                  <a:pt x="164" y="61"/>
                  <a:pt x="166" y="71"/>
                  <a:pt x="166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8114400" y="40413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3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4" y="149"/>
                  <a:pt x="125" y="155"/>
                  <a:pt x="115" y="160"/>
                </a:cubicBezTo>
                <a:cubicBezTo>
                  <a:pt x="105" y="164"/>
                  <a:pt x="94" y="166"/>
                  <a:pt x="83" y="166"/>
                </a:cubicBezTo>
                <a:cubicBezTo>
                  <a:pt x="72" y="166"/>
                  <a:pt x="62" y="164"/>
                  <a:pt x="52" y="160"/>
                </a:cubicBezTo>
                <a:cubicBezTo>
                  <a:pt x="42" y="155"/>
                  <a:pt x="33" y="149"/>
                  <a:pt x="25" y="142"/>
                </a:cubicBezTo>
                <a:cubicBezTo>
                  <a:pt x="17" y="134"/>
                  <a:pt x="11" y="125"/>
                  <a:pt x="6" y="115"/>
                </a:cubicBezTo>
                <a:cubicBezTo>
                  <a:pt x="2" y="105"/>
                  <a:pt x="0" y="94"/>
                  <a:pt x="0" y="83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2"/>
                  <a:pt x="17" y="33"/>
                  <a:pt x="25" y="25"/>
                </a:cubicBezTo>
                <a:cubicBezTo>
                  <a:pt x="33" y="17"/>
                  <a:pt x="42" y="12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2"/>
                  <a:pt x="134" y="17"/>
                  <a:pt x="141" y="25"/>
                </a:cubicBezTo>
                <a:cubicBezTo>
                  <a:pt x="149" y="33"/>
                  <a:pt x="155" y="42"/>
                  <a:pt x="159" y="52"/>
                </a:cubicBezTo>
                <a:cubicBezTo>
                  <a:pt x="163" y="62"/>
                  <a:pt x="165" y="73"/>
                  <a:pt x="165" y="83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8116200" y="371844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2"/>
                </a:moveTo>
                <a:cubicBezTo>
                  <a:pt x="165" y="94"/>
                  <a:pt x="163" y="105"/>
                  <a:pt x="159" y="115"/>
                </a:cubicBezTo>
                <a:cubicBezTo>
                  <a:pt x="155" y="125"/>
                  <a:pt x="149" y="134"/>
                  <a:pt x="141" y="141"/>
                </a:cubicBezTo>
                <a:cubicBezTo>
                  <a:pt x="134" y="149"/>
                  <a:pt x="125" y="155"/>
                  <a:pt x="115" y="159"/>
                </a:cubicBezTo>
                <a:cubicBezTo>
                  <a:pt x="105" y="163"/>
                  <a:pt x="94" y="166"/>
                  <a:pt x="83" y="166"/>
                </a:cubicBezTo>
                <a:cubicBezTo>
                  <a:pt x="72" y="166"/>
                  <a:pt x="62" y="163"/>
                  <a:pt x="52" y="159"/>
                </a:cubicBezTo>
                <a:cubicBezTo>
                  <a:pt x="42" y="155"/>
                  <a:pt x="33" y="149"/>
                  <a:pt x="25" y="141"/>
                </a:cubicBezTo>
                <a:cubicBezTo>
                  <a:pt x="17" y="134"/>
                  <a:pt x="11" y="125"/>
                  <a:pt x="7" y="115"/>
                </a:cubicBezTo>
                <a:cubicBezTo>
                  <a:pt x="2" y="105"/>
                  <a:pt x="0" y="94"/>
                  <a:pt x="0" y="82"/>
                </a:cubicBezTo>
                <a:cubicBezTo>
                  <a:pt x="0" y="71"/>
                  <a:pt x="2" y="61"/>
                  <a:pt x="7" y="51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6"/>
                  <a:pt x="42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cubicBezTo>
                  <a:pt x="94" y="0"/>
                  <a:pt x="105" y="2"/>
                  <a:pt x="115" y="6"/>
                </a:cubicBezTo>
                <a:cubicBezTo>
                  <a:pt x="125" y="10"/>
                  <a:pt x="134" y="16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1"/>
                  <a:pt x="165" y="82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8128080" y="3783960"/>
            <a:ext cx="59400" cy="59760"/>
          </a:xfrm>
          <a:custGeom>
            <a:avLst/>
            <a:gdLst/>
            <a:ahLst/>
            <a:rect l="0" t="0" r="r" b="b"/>
            <a:pathLst>
              <a:path w="165" h="166">
                <a:moveTo>
                  <a:pt x="165" y="84"/>
                </a:moveTo>
                <a:cubicBezTo>
                  <a:pt x="165" y="95"/>
                  <a:pt x="163" y="105"/>
                  <a:pt x="159" y="115"/>
                </a:cubicBezTo>
                <a:cubicBezTo>
                  <a:pt x="155" y="125"/>
                  <a:pt x="149" y="134"/>
                  <a:pt x="141" y="142"/>
                </a:cubicBezTo>
                <a:cubicBezTo>
                  <a:pt x="132" y="150"/>
                  <a:pt x="124" y="156"/>
                  <a:pt x="113" y="160"/>
                </a:cubicBezTo>
                <a:cubicBezTo>
                  <a:pt x="103" y="164"/>
                  <a:pt x="93" y="166"/>
                  <a:pt x="82" y="166"/>
                </a:cubicBezTo>
                <a:cubicBezTo>
                  <a:pt x="71" y="166"/>
                  <a:pt x="61" y="164"/>
                  <a:pt x="50" y="160"/>
                </a:cubicBezTo>
                <a:cubicBezTo>
                  <a:pt x="40" y="156"/>
                  <a:pt x="31" y="150"/>
                  <a:pt x="24" y="142"/>
                </a:cubicBezTo>
                <a:cubicBezTo>
                  <a:pt x="16" y="134"/>
                  <a:pt x="10" y="125"/>
                  <a:pt x="6" y="115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1"/>
                  <a:pt x="6" y="51"/>
                </a:cubicBezTo>
                <a:cubicBezTo>
                  <a:pt x="10" y="41"/>
                  <a:pt x="16" y="32"/>
                  <a:pt x="24" y="24"/>
                </a:cubicBezTo>
                <a:cubicBezTo>
                  <a:pt x="31" y="17"/>
                  <a:pt x="40" y="11"/>
                  <a:pt x="50" y="7"/>
                </a:cubicBezTo>
                <a:cubicBezTo>
                  <a:pt x="61" y="2"/>
                  <a:pt x="71" y="0"/>
                  <a:pt x="82" y="0"/>
                </a:cubicBezTo>
                <a:cubicBezTo>
                  <a:pt x="93" y="0"/>
                  <a:pt x="103" y="2"/>
                  <a:pt x="113" y="7"/>
                </a:cubicBezTo>
                <a:cubicBezTo>
                  <a:pt x="124" y="11"/>
                  <a:pt x="132" y="17"/>
                  <a:pt x="141" y="24"/>
                </a:cubicBezTo>
                <a:cubicBezTo>
                  <a:pt x="149" y="32"/>
                  <a:pt x="155" y="41"/>
                  <a:pt x="159" y="51"/>
                </a:cubicBezTo>
                <a:cubicBezTo>
                  <a:pt x="163" y="61"/>
                  <a:pt x="165" y="73"/>
                  <a:pt x="165" y="84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476280" y="4582080"/>
            <a:ext cx="8096400" cy="2275920"/>
          </a:xfrm>
          <a:custGeom>
            <a:avLst/>
            <a:gdLst/>
            <a:ahLst/>
            <a:rect l="0" t="0" r="r" b="b"/>
            <a:pathLst>
              <a:path w="22490" h="6322">
                <a:moveTo>
                  <a:pt x="0" y="0"/>
                </a:moveTo>
                <a:lnTo>
                  <a:pt x="22490" y="0"/>
                </a:lnTo>
                <a:lnTo>
                  <a:pt x="22490" y="6322"/>
                </a:lnTo>
                <a:lnTo>
                  <a:pt x="0" y="6322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1186920" y="4853880"/>
            <a:ext cx="6941520" cy="10080"/>
          </a:xfrm>
          <a:custGeom>
            <a:avLst/>
            <a:gdLst/>
            <a:ahLst/>
            <a:rect l="0" t="0" r="r" b="b"/>
            <a:pathLst>
              <a:path w="19282" h="28">
                <a:moveTo>
                  <a:pt x="0" y="0"/>
                </a:moveTo>
                <a:lnTo>
                  <a:pt x="83" y="0"/>
                </a:lnTo>
                <a:lnTo>
                  <a:pt x="83" y="28"/>
                </a:lnTo>
                <a:lnTo>
                  <a:pt x="0" y="28"/>
                </a:lnTo>
                <a:lnTo>
                  <a:pt x="0" y="0"/>
                </a:lnTo>
                <a:moveTo>
                  <a:pt x="192" y="0"/>
                </a:moveTo>
                <a:lnTo>
                  <a:pt x="275" y="0"/>
                </a:lnTo>
                <a:lnTo>
                  <a:pt x="275" y="28"/>
                </a:lnTo>
                <a:lnTo>
                  <a:pt x="192" y="28"/>
                </a:lnTo>
                <a:lnTo>
                  <a:pt x="192" y="0"/>
                </a:lnTo>
                <a:moveTo>
                  <a:pt x="384" y="0"/>
                </a:moveTo>
                <a:lnTo>
                  <a:pt x="466" y="0"/>
                </a:lnTo>
                <a:lnTo>
                  <a:pt x="466" y="28"/>
                </a:lnTo>
                <a:lnTo>
                  <a:pt x="384" y="28"/>
                </a:lnTo>
                <a:lnTo>
                  <a:pt x="384" y="0"/>
                </a:lnTo>
                <a:moveTo>
                  <a:pt x="576" y="0"/>
                </a:moveTo>
                <a:lnTo>
                  <a:pt x="658" y="0"/>
                </a:lnTo>
                <a:lnTo>
                  <a:pt x="658" y="28"/>
                </a:lnTo>
                <a:lnTo>
                  <a:pt x="576" y="28"/>
                </a:lnTo>
                <a:lnTo>
                  <a:pt x="576" y="0"/>
                </a:lnTo>
                <a:moveTo>
                  <a:pt x="768" y="0"/>
                </a:moveTo>
                <a:lnTo>
                  <a:pt x="850" y="0"/>
                </a:lnTo>
                <a:lnTo>
                  <a:pt x="850" y="28"/>
                </a:lnTo>
                <a:lnTo>
                  <a:pt x="768" y="28"/>
                </a:lnTo>
                <a:lnTo>
                  <a:pt x="768" y="0"/>
                </a:lnTo>
                <a:moveTo>
                  <a:pt x="960" y="0"/>
                </a:moveTo>
                <a:lnTo>
                  <a:pt x="1042" y="0"/>
                </a:lnTo>
                <a:lnTo>
                  <a:pt x="1042" y="28"/>
                </a:lnTo>
                <a:lnTo>
                  <a:pt x="960" y="28"/>
                </a:lnTo>
                <a:lnTo>
                  <a:pt x="960" y="0"/>
                </a:lnTo>
                <a:moveTo>
                  <a:pt x="1152" y="0"/>
                </a:moveTo>
                <a:lnTo>
                  <a:pt x="1234" y="0"/>
                </a:lnTo>
                <a:lnTo>
                  <a:pt x="1234" y="28"/>
                </a:lnTo>
                <a:lnTo>
                  <a:pt x="1152" y="28"/>
                </a:lnTo>
                <a:lnTo>
                  <a:pt x="1152" y="0"/>
                </a:lnTo>
                <a:moveTo>
                  <a:pt x="1344" y="0"/>
                </a:moveTo>
                <a:lnTo>
                  <a:pt x="1426" y="0"/>
                </a:lnTo>
                <a:lnTo>
                  <a:pt x="1426" y="28"/>
                </a:lnTo>
                <a:lnTo>
                  <a:pt x="1344" y="28"/>
                </a:lnTo>
                <a:lnTo>
                  <a:pt x="1344" y="0"/>
                </a:lnTo>
                <a:moveTo>
                  <a:pt x="1536" y="0"/>
                </a:moveTo>
                <a:lnTo>
                  <a:pt x="1618" y="0"/>
                </a:lnTo>
                <a:lnTo>
                  <a:pt x="1618" y="28"/>
                </a:lnTo>
                <a:lnTo>
                  <a:pt x="1536" y="28"/>
                </a:lnTo>
                <a:lnTo>
                  <a:pt x="1536" y="0"/>
                </a:lnTo>
                <a:moveTo>
                  <a:pt x="1728" y="0"/>
                </a:moveTo>
                <a:lnTo>
                  <a:pt x="1810" y="0"/>
                </a:lnTo>
                <a:lnTo>
                  <a:pt x="1810" y="28"/>
                </a:lnTo>
                <a:lnTo>
                  <a:pt x="1728" y="28"/>
                </a:lnTo>
                <a:lnTo>
                  <a:pt x="1728" y="0"/>
                </a:lnTo>
                <a:moveTo>
                  <a:pt x="1920" y="0"/>
                </a:moveTo>
                <a:lnTo>
                  <a:pt x="2002" y="0"/>
                </a:lnTo>
                <a:lnTo>
                  <a:pt x="2002" y="28"/>
                </a:lnTo>
                <a:lnTo>
                  <a:pt x="1920" y="28"/>
                </a:lnTo>
                <a:lnTo>
                  <a:pt x="1920" y="0"/>
                </a:lnTo>
                <a:moveTo>
                  <a:pt x="2112" y="0"/>
                </a:moveTo>
                <a:lnTo>
                  <a:pt x="2194" y="0"/>
                </a:lnTo>
                <a:lnTo>
                  <a:pt x="2194" y="28"/>
                </a:lnTo>
                <a:lnTo>
                  <a:pt x="2112" y="28"/>
                </a:lnTo>
                <a:lnTo>
                  <a:pt x="2112" y="0"/>
                </a:lnTo>
                <a:moveTo>
                  <a:pt x="2304" y="0"/>
                </a:moveTo>
                <a:lnTo>
                  <a:pt x="2386" y="0"/>
                </a:lnTo>
                <a:lnTo>
                  <a:pt x="2386" y="28"/>
                </a:lnTo>
                <a:lnTo>
                  <a:pt x="2304" y="28"/>
                </a:lnTo>
                <a:lnTo>
                  <a:pt x="2304" y="0"/>
                </a:lnTo>
                <a:moveTo>
                  <a:pt x="2496" y="0"/>
                </a:moveTo>
                <a:lnTo>
                  <a:pt x="2578" y="0"/>
                </a:lnTo>
                <a:lnTo>
                  <a:pt x="2578" y="28"/>
                </a:lnTo>
                <a:lnTo>
                  <a:pt x="2496" y="28"/>
                </a:lnTo>
                <a:lnTo>
                  <a:pt x="2496" y="0"/>
                </a:lnTo>
                <a:moveTo>
                  <a:pt x="2688" y="0"/>
                </a:moveTo>
                <a:lnTo>
                  <a:pt x="2770" y="0"/>
                </a:lnTo>
                <a:lnTo>
                  <a:pt x="2770" y="28"/>
                </a:lnTo>
                <a:lnTo>
                  <a:pt x="2688" y="28"/>
                </a:lnTo>
                <a:lnTo>
                  <a:pt x="2688" y="0"/>
                </a:lnTo>
                <a:moveTo>
                  <a:pt x="2880" y="0"/>
                </a:moveTo>
                <a:lnTo>
                  <a:pt x="2962" y="0"/>
                </a:lnTo>
                <a:lnTo>
                  <a:pt x="2962" y="28"/>
                </a:lnTo>
                <a:lnTo>
                  <a:pt x="2880" y="28"/>
                </a:lnTo>
                <a:lnTo>
                  <a:pt x="2880" y="0"/>
                </a:lnTo>
                <a:moveTo>
                  <a:pt x="3072" y="0"/>
                </a:moveTo>
                <a:lnTo>
                  <a:pt x="3154" y="0"/>
                </a:lnTo>
                <a:lnTo>
                  <a:pt x="3154" y="28"/>
                </a:lnTo>
                <a:lnTo>
                  <a:pt x="3072" y="28"/>
                </a:lnTo>
                <a:lnTo>
                  <a:pt x="3072" y="0"/>
                </a:lnTo>
                <a:moveTo>
                  <a:pt x="3264" y="0"/>
                </a:moveTo>
                <a:lnTo>
                  <a:pt x="3346" y="0"/>
                </a:lnTo>
                <a:lnTo>
                  <a:pt x="3346" y="28"/>
                </a:lnTo>
                <a:lnTo>
                  <a:pt x="3264" y="28"/>
                </a:lnTo>
                <a:lnTo>
                  <a:pt x="3264" y="0"/>
                </a:lnTo>
                <a:moveTo>
                  <a:pt x="3456" y="0"/>
                </a:moveTo>
                <a:lnTo>
                  <a:pt x="3538" y="0"/>
                </a:lnTo>
                <a:lnTo>
                  <a:pt x="3538" y="28"/>
                </a:lnTo>
                <a:lnTo>
                  <a:pt x="3456" y="28"/>
                </a:lnTo>
                <a:lnTo>
                  <a:pt x="3456" y="0"/>
                </a:lnTo>
                <a:moveTo>
                  <a:pt x="3648" y="0"/>
                </a:moveTo>
                <a:lnTo>
                  <a:pt x="3730" y="0"/>
                </a:lnTo>
                <a:lnTo>
                  <a:pt x="3730" y="28"/>
                </a:lnTo>
                <a:lnTo>
                  <a:pt x="3648" y="28"/>
                </a:lnTo>
                <a:lnTo>
                  <a:pt x="3648" y="0"/>
                </a:lnTo>
                <a:moveTo>
                  <a:pt x="3840" y="0"/>
                </a:moveTo>
                <a:lnTo>
                  <a:pt x="3922" y="0"/>
                </a:lnTo>
                <a:lnTo>
                  <a:pt x="3922" y="28"/>
                </a:lnTo>
                <a:lnTo>
                  <a:pt x="3840" y="28"/>
                </a:lnTo>
                <a:lnTo>
                  <a:pt x="3840" y="0"/>
                </a:lnTo>
                <a:moveTo>
                  <a:pt x="4032" y="0"/>
                </a:moveTo>
                <a:lnTo>
                  <a:pt x="4114" y="0"/>
                </a:lnTo>
                <a:lnTo>
                  <a:pt x="4114" y="28"/>
                </a:lnTo>
                <a:lnTo>
                  <a:pt x="4032" y="28"/>
                </a:lnTo>
                <a:lnTo>
                  <a:pt x="4032" y="0"/>
                </a:lnTo>
                <a:moveTo>
                  <a:pt x="4224" y="0"/>
                </a:moveTo>
                <a:lnTo>
                  <a:pt x="4306" y="0"/>
                </a:lnTo>
                <a:lnTo>
                  <a:pt x="4306" y="28"/>
                </a:lnTo>
                <a:lnTo>
                  <a:pt x="4224" y="28"/>
                </a:lnTo>
                <a:lnTo>
                  <a:pt x="4224" y="0"/>
                </a:lnTo>
                <a:moveTo>
                  <a:pt x="4416" y="0"/>
                </a:moveTo>
                <a:lnTo>
                  <a:pt x="4498" y="0"/>
                </a:lnTo>
                <a:lnTo>
                  <a:pt x="4498" y="28"/>
                </a:lnTo>
                <a:lnTo>
                  <a:pt x="4416" y="28"/>
                </a:lnTo>
                <a:lnTo>
                  <a:pt x="4416" y="0"/>
                </a:lnTo>
                <a:moveTo>
                  <a:pt x="4608" y="0"/>
                </a:moveTo>
                <a:lnTo>
                  <a:pt x="4690" y="0"/>
                </a:lnTo>
                <a:lnTo>
                  <a:pt x="4690" y="28"/>
                </a:lnTo>
                <a:lnTo>
                  <a:pt x="4608" y="28"/>
                </a:lnTo>
                <a:lnTo>
                  <a:pt x="4608" y="0"/>
                </a:lnTo>
                <a:moveTo>
                  <a:pt x="4800" y="0"/>
                </a:moveTo>
                <a:lnTo>
                  <a:pt x="4882" y="0"/>
                </a:lnTo>
                <a:lnTo>
                  <a:pt x="4882" y="28"/>
                </a:lnTo>
                <a:lnTo>
                  <a:pt x="4800" y="28"/>
                </a:lnTo>
                <a:lnTo>
                  <a:pt x="4800" y="0"/>
                </a:lnTo>
                <a:moveTo>
                  <a:pt x="4992" y="0"/>
                </a:moveTo>
                <a:lnTo>
                  <a:pt x="5074" y="0"/>
                </a:lnTo>
                <a:lnTo>
                  <a:pt x="5074" y="28"/>
                </a:lnTo>
                <a:lnTo>
                  <a:pt x="4992" y="28"/>
                </a:lnTo>
                <a:lnTo>
                  <a:pt x="4992" y="0"/>
                </a:lnTo>
                <a:moveTo>
                  <a:pt x="5184" y="0"/>
                </a:moveTo>
                <a:lnTo>
                  <a:pt x="5266" y="0"/>
                </a:lnTo>
                <a:lnTo>
                  <a:pt x="5266" y="28"/>
                </a:lnTo>
                <a:lnTo>
                  <a:pt x="5184" y="28"/>
                </a:lnTo>
                <a:lnTo>
                  <a:pt x="5184" y="0"/>
                </a:lnTo>
                <a:moveTo>
                  <a:pt x="5376" y="0"/>
                </a:moveTo>
                <a:lnTo>
                  <a:pt x="5458" y="0"/>
                </a:lnTo>
                <a:lnTo>
                  <a:pt x="5458" y="28"/>
                </a:lnTo>
                <a:lnTo>
                  <a:pt x="5376" y="28"/>
                </a:lnTo>
                <a:lnTo>
                  <a:pt x="5376" y="0"/>
                </a:lnTo>
                <a:moveTo>
                  <a:pt x="5568" y="0"/>
                </a:moveTo>
                <a:lnTo>
                  <a:pt x="5650" y="0"/>
                </a:lnTo>
                <a:lnTo>
                  <a:pt x="5650" y="28"/>
                </a:lnTo>
                <a:lnTo>
                  <a:pt x="5568" y="28"/>
                </a:lnTo>
                <a:lnTo>
                  <a:pt x="5568" y="0"/>
                </a:lnTo>
                <a:moveTo>
                  <a:pt x="5760" y="0"/>
                </a:moveTo>
                <a:lnTo>
                  <a:pt x="5842" y="0"/>
                </a:lnTo>
                <a:lnTo>
                  <a:pt x="5842" y="28"/>
                </a:lnTo>
                <a:lnTo>
                  <a:pt x="5760" y="28"/>
                </a:lnTo>
                <a:lnTo>
                  <a:pt x="5760" y="0"/>
                </a:lnTo>
                <a:moveTo>
                  <a:pt x="5952" y="0"/>
                </a:moveTo>
                <a:lnTo>
                  <a:pt x="6034" y="0"/>
                </a:lnTo>
                <a:lnTo>
                  <a:pt x="6034" y="28"/>
                </a:lnTo>
                <a:lnTo>
                  <a:pt x="5952" y="28"/>
                </a:lnTo>
                <a:lnTo>
                  <a:pt x="5952" y="0"/>
                </a:lnTo>
                <a:moveTo>
                  <a:pt x="6144" y="0"/>
                </a:moveTo>
                <a:lnTo>
                  <a:pt x="6226" y="0"/>
                </a:lnTo>
                <a:lnTo>
                  <a:pt x="6226" y="28"/>
                </a:lnTo>
                <a:lnTo>
                  <a:pt x="6144" y="28"/>
                </a:lnTo>
                <a:lnTo>
                  <a:pt x="6144" y="0"/>
                </a:lnTo>
                <a:moveTo>
                  <a:pt x="6336" y="0"/>
                </a:moveTo>
                <a:lnTo>
                  <a:pt x="6419" y="0"/>
                </a:lnTo>
                <a:lnTo>
                  <a:pt x="6419" y="28"/>
                </a:lnTo>
                <a:lnTo>
                  <a:pt x="6336" y="28"/>
                </a:lnTo>
                <a:lnTo>
                  <a:pt x="6336" y="0"/>
                </a:lnTo>
                <a:moveTo>
                  <a:pt x="6529" y="0"/>
                </a:moveTo>
                <a:lnTo>
                  <a:pt x="6611" y="0"/>
                </a:lnTo>
                <a:lnTo>
                  <a:pt x="6611" y="28"/>
                </a:lnTo>
                <a:lnTo>
                  <a:pt x="6529" y="28"/>
                </a:lnTo>
                <a:lnTo>
                  <a:pt x="6529" y="0"/>
                </a:lnTo>
                <a:moveTo>
                  <a:pt x="6721" y="0"/>
                </a:moveTo>
                <a:lnTo>
                  <a:pt x="6803" y="0"/>
                </a:lnTo>
                <a:lnTo>
                  <a:pt x="6803" y="28"/>
                </a:lnTo>
                <a:lnTo>
                  <a:pt x="6721" y="28"/>
                </a:lnTo>
                <a:lnTo>
                  <a:pt x="6721" y="0"/>
                </a:lnTo>
                <a:moveTo>
                  <a:pt x="6913" y="0"/>
                </a:moveTo>
                <a:lnTo>
                  <a:pt x="6995" y="0"/>
                </a:lnTo>
                <a:lnTo>
                  <a:pt x="6995" y="28"/>
                </a:lnTo>
                <a:lnTo>
                  <a:pt x="6913" y="28"/>
                </a:lnTo>
                <a:lnTo>
                  <a:pt x="6913" y="0"/>
                </a:lnTo>
                <a:moveTo>
                  <a:pt x="7105" y="0"/>
                </a:moveTo>
                <a:lnTo>
                  <a:pt x="7187" y="0"/>
                </a:lnTo>
                <a:lnTo>
                  <a:pt x="7187" y="28"/>
                </a:lnTo>
                <a:lnTo>
                  <a:pt x="7105" y="28"/>
                </a:lnTo>
                <a:lnTo>
                  <a:pt x="7105" y="0"/>
                </a:lnTo>
                <a:moveTo>
                  <a:pt x="7297" y="0"/>
                </a:moveTo>
                <a:lnTo>
                  <a:pt x="7379" y="0"/>
                </a:lnTo>
                <a:lnTo>
                  <a:pt x="7379" y="28"/>
                </a:lnTo>
                <a:lnTo>
                  <a:pt x="7297" y="28"/>
                </a:lnTo>
                <a:lnTo>
                  <a:pt x="7297" y="0"/>
                </a:lnTo>
                <a:moveTo>
                  <a:pt x="7489" y="0"/>
                </a:moveTo>
                <a:lnTo>
                  <a:pt x="7571" y="0"/>
                </a:lnTo>
                <a:lnTo>
                  <a:pt x="7571" y="28"/>
                </a:lnTo>
                <a:lnTo>
                  <a:pt x="7489" y="28"/>
                </a:lnTo>
                <a:lnTo>
                  <a:pt x="7489" y="0"/>
                </a:lnTo>
                <a:moveTo>
                  <a:pt x="7681" y="0"/>
                </a:moveTo>
                <a:lnTo>
                  <a:pt x="7763" y="0"/>
                </a:lnTo>
                <a:lnTo>
                  <a:pt x="7763" y="28"/>
                </a:lnTo>
                <a:lnTo>
                  <a:pt x="7681" y="28"/>
                </a:lnTo>
                <a:lnTo>
                  <a:pt x="7681" y="0"/>
                </a:lnTo>
                <a:moveTo>
                  <a:pt x="7872" y="0"/>
                </a:moveTo>
                <a:lnTo>
                  <a:pt x="7955" y="0"/>
                </a:lnTo>
                <a:lnTo>
                  <a:pt x="7955" y="28"/>
                </a:lnTo>
                <a:lnTo>
                  <a:pt x="7872" y="28"/>
                </a:lnTo>
                <a:lnTo>
                  <a:pt x="7872" y="0"/>
                </a:lnTo>
                <a:moveTo>
                  <a:pt x="8064" y="0"/>
                </a:moveTo>
                <a:lnTo>
                  <a:pt x="8147" y="0"/>
                </a:lnTo>
                <a:lnTo>
                  <a:pt x="8147" y="28"/>
                </a:lnTo>
                <a:lnTo>
                  <a:pt x="8064" y="28"/>
                </a:lnTo>
                <a:lnTo>
                  <a:pt x="8064" y="0"/>
                </a:lnTo>
                <a:moveTo>
                  <a:pt x="8256" y="0"/>
                </a:moveTo>
                <a:lnTo>
                  <a:pt x="8339" y="0"/>
                </a:lnTo>
                <a:lnTo>
                  <a:pt x="8339" y="28"/>
                </a:lnTo>
                <a:lnTo>
                  <a:pt x="8256" y="28"/>
                </a:lnTo>
                <a:lnTo>
                  <a:pt x="8256" y="0"/>
                </a:lnTo>
                <a:moveTo>
                  <a:pt x="8448" y="0"/>
                </a:moveTo>
                <a:lnTo>
                  <a:pt x="8531" y="0"/>
                </a:lnTo>
                <a:lnTo>
                  <a:pt x="8531" y="28"/>
                </a:lnTo>
                <a:lnTo>
                  <a:pt x="8448" y="28"/>
                </a:lnTo>
                <a:lnTo>
                  <a:pt x="8448" y="0"/>
                </a:lnTo>
                <a:moveTo>
                  <a:pt x="8640" y="0"/>
                </a:moveTo>
                <a:lnTo>
                  <a:pt x="8723" y="0"/>
                </a:lnTo>
                <a:lnTo>
                  <a:pt x="8723" y="28"/>
                </a:lnTo>
                <a:lnTo>
                  <a:pt x="8640" y="28"/>
                </a:lnTo>
                <a:lnTo>
                  <a:pt x="8640" y="0"/>
                </a:lnTo>
                <a:moveTo>
                  <a:pt x="8832" y="0"/>
                </a:moveTo>
                <a:lnTo>
                  <a:pt x="8915" y="0"/>
                </a:lnTo>
                <a:lnTo>
                  <a:pt x="8915" y="28"/>
                </a:lnTo>
                <a:lnTo>
                  <a:pt x="8832" y="28"/>
                </a:lnTo>
                <a:lnTo>
                  <a:pt x="8832" y="0"/>
                </a:lnTo>
                <a:moveTo>
                  <a:pt x="9024" y="0"/>
                </a:moveTo>
                <a:lnTo>
                  <a:pt x="9107" y="0"/>
                </a:lnTo>
                <a:lnTo>
                  <a:pt x="9107" y="28"/>
                </a:lnTo>
                <a:lnTo>
                  <a:pt x="9024" y="28"/>
                </a:lnTo>
                <a:lnTo>
                  <a:pt x="9024" y="0"/>
                </a:lnTo>
                <a:moveTo>
                  <a:pt x="9216" y="0"/>
                </a:moveTo>
                <a:lnTo>
                  <a:pt x="9299" y="0"/>
                </a:lnTo>
                <a:lnTo>
                  <a:pt x="9299" y="28"/>
                </a:lnTo>
                <a:lnTo>
                  <a:pt x="9216" y="28"/>
                </a:lnTo>
                <a:lnTo>
                  <a:pt x="9216" y="0"/>
                </a:lnTo>
                <a:moveTo>
                  <a:pt x="9408" y="0"/>
                </a:moveTo>
                <a:lnTo>
                  <a:pt x="9491" y="0"/>
                </a:lnTo>
                <a:lnTo>
                  <a:pt x="9491" y="28"/>
                </a:lnTo>
                <a:lnTo>
                  <a:pt x="9408" y="28"/>
                </a:lnTo>
                <a:lnTo>
                  <a:pt x="9408" y="0"/>
                </a:lnTo>
                <a:moveTo>
                  <a:pt x="9600" y="0"/>
                </a:moveTo>
                <a:lnTo>
                  <a:pt x="9683" y="0"/>
                </a:lnTo>
                <a:lnTo>
                  <a:pt x="9683" y="28"/>
                </a:lnTo>
                <a:lnTo>
                  <a:pt x="9600" y="28"/>
                </a:lnTo>
                <a:lnTo>
                  <a:pt x="9600" y="0"/>
                </a:lnTo>
                <a:moveTo>
                  <a:pt x="9792" y="0"/>
                </a:moveTo>
                <a:lnTo>
                  <a:pt x="9875" y="0"/>
                </a:lnTo>
                <a:lnTo>
                  <a:pt x="9875" y="28"/>
                </a:lnTo>
                <a:lnTo>
                  <a:pt x="9792" y="28"/>
                </a:lnTo>
                <a:lnTo>
                  <a:pt x="9792" y="0"/>
                </a:lnTo>
                <a:moveTo>
                  <a:pt x="9984" y="0"/>
                </a:moveTo>
                <a:lnTo>
                  <a:pt x="10067" y="0"/>
                </a:lnTo>
                <a:lnTo>
                  <a:pt x="10067" y="28"/>
                </a:lnTo>
                <a:lnTo>
                  <a:pt x="9984" y="28"/>
                </a:lnTo>
                <a:lnTo>
                  <a:pt x="9984" y="0"/>
                </a:lnTo>
                <a:moveTo>
                  <a:pt x="10176" y="0"/>
                </a:moveTo>
                <a:lnTo>
                  <a:pt x="10259" y="0"/>
                </a:lnTo>
                <a:lnTo>
                  <a:pt x="10259" y="28"/>
                </a:lnTo>
                <a:lnTo>
                  <a:pt x="10176" y="28"/>
                </a:lnTo>
                <a:lnTo>
                  <a:pt x="10176" y="0"/>
                </a:lnTo>
                <a:moveTo>
                  <a:pt x="10368" y="0"/>
                </a:moveTo>
                <a:lnTo>
                  <a:pt x="10451" y="0"/>
                </a:lnTo>
                <a:lnTo>
                  <a:pt x="10451" y="28"/>
                </a:lnTo>
                <a:lnTo>
                  <a:pt x="10368" y="28"/>
                </a:lnTo>
                <a:lnTo>
                  <a:pt x="10368" y="0"/>
                </a:lnTo>
                <a:moveTo>
                  <a:pt x="10560" y="0"/>
                </a:moveTo>
                <a:lnTo>
                  <a:pt x="10643" y="0"/>
                </a:lnTo>
                <a:lnTo>
                  <a:pt x="10643" y="28"/>
                </a:lnTo>
                <a:lnTo>
                  <a:pt x="10560" y="28"/>
                </a:lnTo>
                <a:lnTo>
                  <a:pt x="10560" y="0"/>
                </a:lnTo>
                <a:moveTo>
                  <a:pt x="10752" y="0"/>
                </a:moveTo>
                <a:lnTo>
                  <a:pt x="10834" y="0"/>
                </a:lnTo>
                <a:lnTo>
                  <a:pt x="10834" y="28"/>
                </a:lnTo>
                <a:lnTo>
                  <a:pt x="10752" y="28"/>
                </a:lnTo>
                <a:lnTo>
                  <a:pt x="10752" y="0"/>
                </a:lnTo>
                <a:moveTo>
                  <a:pt x="10944" y="0"/>
                </a:moveTo>
                <a:lnTo>
                  <a:pt x="11026" y="0"/>
                </a:lnTo>
                <a:lnTo>
                  <a:pt x="11026" y="28"/>
                </a:lnTo>
                <a:lnTo>
                  <a:pt x="10944" y="28"/>
                </a:lnTo>
                <a:lnTo>
                  <a:pt x="10944" y="0"/>
                </a:lnTo>
                <a:moveTo>
                  <a:pt x="11136" y="0"/>
                </a:moveTo>
                <a:lnTo>
                  <a:pt x="11218" y="0"/>
                </a:lnTo>
                <a:lnTo>
                  <a:pt x="11218" y="28"/>
                </a:lnTo>
                <a:lnTo>
                  <a:pt x="11136" y="28"/>
                </a:lnTo>
                <a:lnTo>
                  <a:pt x="11136" y="0"/>
                </a:lnTo>
                <a:moveTo>
                  <a:pt x="11328" y="0"/>
                </a:moveTo>
                <a:lnTo>
                  <a:pt x="11410" y="0"/>
                </a:lnTo>
                <a:lnTo>
                  <a:pt x="11410" y="28"/>
                </a:lnTo>
                <a:lnTo>
                  <a:pt x="11328" y="28"/>
                </a:lnTo>
                <a:lnTo>
                  <a:pt x="11328" y="0"/>
                </a:lnTo>
                <a:moveTo>
                  <a:pt x="11520" y="0"/>
                </a:moveTo>
                <a:lnTo>
                  <a:pt x="11602" y="0"/>
                </a:lnTo>
                <a:lnTo>
                  <a:pt x="11602" y="28"/>
                </a:lnTo>
                <a:lnTo>
                  <a:pt x="11520" y="28"/>
                </a:lnTo>
                <a:lnTo>
                  <a:pt x="11520" y="0"/>
                </a:lnTo>
                <a:moveTo>
                  <a:pt x="11712" y="0"/>
                </a:moveTo>
                <a:lnTo>
                  <a:pt x="11794" y="0"/>
                </a:lnTo>
                <a:lnTo>
                  <a:pt x="11794" y="28"/>
                </a:lnTo>
                <a:lnTo>
                  <a:pt x="11712" y="28"/>
                </a:lnTo>
                <a:lnTo>
                  <a:pt x="11712" y="0"/>
                </a:lnTo>
                <a:moveTo>
                  <a:pt x="11904" y="0"/>
                </a:moveTo>
                <a:lnTo>
                  <a:pt x="11986" y="0"/>
                </a:lnTo>
                <a:lnTo>
                  <a:pt x="11986" y="28"/>
                </a:lnTo>
                <a:lnTo>
                  <a:pt x="11904" y="28"/>
                </a:lnTo>
                <a:lnTo>
                  <a:pt x="11904" y="0"/>
                </a:lnTo>
                <a:moveTo>
                  <a:pt x="12096" y="0"/>
                </a:moveTo>
                <a:lnTo>
                  <a:pt x="12178" y="0"/>
                </a:lnTo>
                <a:lnTo>
                  <a:pt x="12178" y="28"/>
                </a:lnTo>
                <a:lnTo>
                  <a:pt x="12096" y="28"/>
                </a:lnTo>
                <a:lnTo>
                  <a:pt x="12096" y="0"/>
                </a:lnTo>
                <a:moveTo>
                  <a:pt x="12288" y="0"/>
                </a:moveTo>
                <a:lnTo>
                  <a:pt x="12370" y="0"/>
                </a:lnTo>
                <a:lnTo>
                  <a:pt x="12370" y="28"/>
                </a:lnTo>
                <a:lnTo>
                  <a:pt x="12288" y="28"/>
                </a:lnTo>
                <a:lnTo>
                  <a:pt x="12288" y="0"/>
                </a:lnTo>
                <a:moveTo>
                  <a:pt x="12480" y="0"/>
                </a:moveTo>
                <a:lnTo>
                  <a:pt x="12562" y="0"/>
                </a:lnTo>
                <a:lnTo>
                  <a:pt x="12562" y="28"/>
                </a:lnTo>
                <a:lnTo>
                  <a:pt x="12480" y="28"/>
                </a:lnTo>
                <a:lnTo>
                  <a:pt x="12480" y="0"/>
                </a:lnTo>
                <a:moveTo>
                  <a:pt x="12672" y="0"/>
                </a:moveTo>
                <a:lnTo>
                  <a:pt x="12754" y="0"/>
                </a:lnTo>
                <a:lnTo>
                  <a:pt x="12754" y="28"/>
                </a:lnTo>
                <a:lnTo>
                  <a:pt x="12672" y="28"/>
                </a:lnTo>
                <a:lnTo>
                  <a:pt x="12672" y="0"/>
                </a:lnTo>
                <a:moveTo>
                  <a:pt x="12864" y="0"/>
                </a:moveTo>
                <a:lnTo>
                  <a:pt x="12946" y="0"/>
                </a:lnTo>
                <a:lnTo>
                  <a:pt x="12946" y="28"/>
                </a:lnTo>
                <a:lnTo>
                  <a:pt x="12864" y="28"/>
                </a:lnTo>
                <a:lnTo>
                  <a:pt x="12864" y="0"/>
                </a:lnTo>
                <a:moveTo>
                  <a:pt x="13056" y="0"/>
                </a:moveTo>
                <a:lnTo>
                  <a:pt x="13138" y="0"/>
                </a:lnTo>
                <a:lnTo>
                  <a:pt x="13138" y="28"/>
                </a:lnTo>
                <a:lnTo>
                  <a:pt x="13056" y="28"/>
                </a:lnTo>
                <a:lnTo>
                  <a:pt x="13056" y="0"/>
                </a:lnTo>
                <a:moveTo>
                  <a:pt x="13248" y="0"/>
                </a:moveTo>
                <a:lnTo>
                  <a:pt x="13330" y="0"/>
                </a:lnTo>
                <a:lnTo>
                  <a:pt x="13330" y="28"/>
                </a:lnTo>
                <a:lnTo>
                  <a:pt x="13248" y="28"/>
                </a:lnTo>
                <a:lnTo>
                  <a:pt x="13248" y="0"/>
                </a:lnTo>
                <a:moveTo>
                  <a:pt x="13440" y="0"/>
                </a:moveTo>
                <a:lnTo>
                  <a:pt x="13522" y="0"/>
                </a:lnTo>
                <a:lnTo>
                  <a:pt x="13522" y="28"/>
                </a:lnTo>
                <a:lnTo>
                  <a:pt x="13440" y="28"/>
                </a:lnTo>
                <a:lnTo>
                  <a:pt x="13440" y="0"/>
                </a:lnTo>
                <a:moveTo>
                  <a:pt x="13632" y="0"/>
                </a:moveTo>
                <a:lnTo>
                  <a:pt x="13714" y="0"/>
                </a:lnTo>
                <a:lnTo>
                  <a:pt x="13714" y="28"/>
                </a:lnTo>
                <a:lnTo>
                  <a:pt x="13632" y="28"/>
                </a:lnTo>
                <a:lnTo>
                  <a:pt x="13632" y="0"/>
                </a:lnTo>
                <a:moveTo>
                  <a:pt x="13824" y="0"/>
                </a:moveTo>
                <a:lnTo>
                  <a:pt x="13906" y="0"/>
                </a:lnTo>
                <a:lnTo>
                  <a:pt x="13906" y="28"/>
                </a:lnTo>
                <a:lnTo>
                  <a:pt x="13824" y="28"/>
                </a:lnTo>
                <a:lnTo>
                  <a:pt x="13824" y="0"/>
                </a:lnTo>
                <a:moveTo>
                  <a:pt x="14016" y="0"/>
                </a:moveTo>
                <a:lnTo>
                  <a:pt x="14098" y="0"/>
                </a:lnTo>
                <a:lnTo>
                  <a:pt x="14098" y="28"/>
                </a:lnTo>
                <a:lnTo>
                  <a:pt x="14016" y="28"/>
                </a:lnTo>
                <a:lnTo>
                  <a:pt x="14016" y="0"/>
                </a:lnTo>
                <a:moveTo>
                  <a:pt x="14208" y="0"/>
                </a:moveTo>
                <a:lnTo>
                  <a:pt x="14290" y="0"/>
                </a:lnTo>
                <a:lnTo>
                  <a:pt x="14290" y="28"/>
                </a:lnTo>
                <a:lnTo>
                  <a:pt x="14208" y="28"/>
                </a:lnTo>
                <a:lnTo>
                  <a:pt x="14208" y="0"/>
                </a:lnTo>
                <a:moveTo>
                  <a:pt x="14400" y="0"/>
                </a:moveTo>
                <a:lnTo>
                  <a:pt x="14482" y="0"/>
                </a:lnTo>
                <a:lnTo>
                  <a:pt x="14482" y="28"/>
                </a:lnTo>
                <a:lnTo>
                  <a:pt x="14400" y="28"/>
                </a:lnTo>
                <a:lnTo>
                  <a:pt x="14400" y="0"/>
                </a:lnTo>
                <a:moveTo>
                  <a:pt x="14592" y="0"/>
                </a:moveTo>
                <a:lnTo>
                  <a:pt x="14674" y="0"/>
                </a:lnTo>
                <a:lnTo>
                  <a:pt x="14674" y="28"/>
                </a:lnTo>
                <a:lnTo>
                  <a:pt x="14592" y="28"/>
                </a:lnTo>
                <a:lnTo>
                  <a:pt x="14592" y="0"/>
                </a:lnTo>
                <a:moveTo>
                  <a:pt x="14784" y="0"/>
                </a:moveTo>
                <a:lnTo>
                  <a:pt x="14866" y="0"/>
                </a:lnTo>
                <a:lnTo>
                  <a:pt x="14866" y="28"/>
                </a:lnTo>
                <a:lnTo>
                  <a:pt x="14784" y="28"/>
                </a:lnTo>
                <a:lnTo>
                  <a:pt x="14784" y="0"/>
                </a:lnTo>
                <a:moveTo>
                  <a:pt x="14976" y="0"/>
                </a:moveTo>
                <a:lnTo>
                  <a:pt x="15058" y="0"/>
                </a:lnTo>
                <a:lnTo>
                  <a:pt x="15058" y="28"/>
                </a:lnTo>
                <a:lnTo>
                  <a:pt x="14976" y="28"/>
                </a:lnTo>
                <a:lnTo>
                  <a:pt x="14976" y="0"/>
                </a:lnTo>
                <a:moveTo>
                  <a:pt x="15168" y="0"/>
                </a:moveTo>
                <a:lnTo>
                  <a:pt x="15250" y="0"/>
                </a:lnTo>
                <a:lnTo>
                  <a:pt x="15250" y="28"/>
                </a:lnTo>
                <a:lnTo>
                  <a:pt x="15168" y="28"/>
                </a:lnTo>
                <a:lnTo>
                  <a:pt x="15168" y="0"/>
                </a:lnTo>
                <a:moveTo>
                  <a:pt x="15360" y="0"/>
                </a:moveTo>
                <a:lnTo>
                  <a:pt x="15442" y="0"/>
                </a:lnTo>
                <a:lnTo>
                  <a:pt x="15442" y="28"/>
                </a:lnTo>
                <a:lnTo>
                  <a:pt x="15360" y="28"/>
                </a:lnTo>
                <a:lnTo>
                  <a:pt x="15360" y="0"/>
                </a:lnTo>
                <a:moveTo>
                  <a:pt x="15552" y="0"/>
                </a:moveTo>
                <a:lnTo>
                  <a:pt x="15634" y="0"/>
                </a:lnTo>
                <a:lnTo>
                  <a:pt x="15634" y="28"/>
                </a:lnTo>
                <a:lnTo>
                  <a:pt x="15552" y="28"/>
                </a:lnTo>
                <a:lnTo>
                  <a:pt x="15552" y="0"/>
                </a:lnTo>
                <a:moveTo>
                  <a:pt x="15744" y="0"/>
                </a:moveTo>
                <a:lnTo>
                  <a:pt x="15826" y="0"/>
                </a:lnTo>
                <a:lnTo>
                  <a:pt x="15826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36" y="0"/>
                </a:moveTo>
                <a:lnTo>
                  <a:pt x="16018" y="0"/>
                </a:lnTo>
                <a:lnTo>
                  <a:pt x="16018" y="28"/>
                </a:lnTo>
                <a:lnTo>
                  <a:pt x="15936" y="28"/>
                </a:lnTo>
                <a:lnTo>
                  <a:pt x="15936" y="0"/>
                </a:lnTo>
                <a:moveTo>
                  <a:pt x="16128" y="0"/>
                </a:moveTo>
                <a:lnTo>
                  <a:pt x="16210" y="0"/>
                </a:lnTo>
                <a:lnTo>
                  <a:pt x="16210" y="28"/>
                </a:lnTo>
                <a:lnTo>
                  <a:pt x="16128" y="28"/>
                </a:lnTo>
                <a:lnTo>
                  <a:pt x="16128" y="0"/>
                </a:lnTo>
                <a:moveTo>
                  <a:pt x="16320" y="0"/>
                </a:moveTo>
                <a:lnTo>
                  <a:pt x="16402" y="0"/>
                </a:lnTo>
                <a:lnTo>
                  <a:pt x="16402" y="28"/>
                </a:lnTo>
                <a:lnTo>
                  <a:pt x="16320" y="28"/>
                </a:lnTo>
                <a:lnTo>
                  <a:pt x="16320" y="0"/>
                </a:lnTo>
                <a:moveTo>
                  <a:pt x="16512" y="0"/>
                </a:moveTo>
                <a:lnTo>
                  <a:pt x="16594" y="0"/>
                </a:lnTo>
                <a:lnTo>
                  <a:pt x="16594" y="28"/>
                </a:lnTo>
                <a:lnTo>
                  <a:pt x="16512" y="28"/>
                </a:lnTo>
                <a:lnTo>
                  <a:pt x="16512" y="0"/>
                </a:lnTo>
                <a:moveTo>
                  <a:pt x="16704" y="0"/>
                </a:moveTo>
                <a:lnTo>
                  <a:pt x="16786" y="0"/>
                </a:lnTo>
                <a:lnTo>
                  <a:pt x="16786" y="28"/>
                </a:lnTo>
                <a:lnTo>
                  <a:pt x="16704" y="28"/>
                </a:lnTo>
                <a:lnTo>
                  <a:pt x="16704" y="0"/>
                </a:lnTo>
                <a:moveTo>
                  <a:pt x="16896" y="0"/>
                </a:moveTo>
                <a:lnTo>
                  <a:pt x="16978" y="0"/>
                </a:lnTo>
                <a:lnTo>
                  <a:pt x="16978" y="28"/>
                </a:lnTo>
                <a:lnTo>
                  <a:pt x="16896" y="28"/>
                </a:lnTo>
                <a:lnTo>
                  <a:pt x="16896" y="0"/>
                </a:lnTo>
                <a:moveTo>
                  <a:pt x="17088" y="0"/>
                </a:moveTo>
                <a:lnTo>
                  <a:pt x="17170" y="0"/>
                </a:lnTo>
                <a:lnTo>
                  <a:pt x="17170" y="28"/>
                </a:lnTo>
                <a:lnTo>
                  <a:pt x="17088" y="28"/>
                </a:lnTo>
                <a:lnTo>
                  <a:pt x="17088" y="0"/>
                </a:lnTo>
                <a:moveTo>
                  <a:pt x="17280" y="0"/>
                </a:moveTo>
                <a:lnTo>
                  <a:pt x="17362" y="0"/>
                </a:lnTo>
                <a:lnTo>
                  <a:pt x="17362" y="28"/>
                </a:lnTo>
                <a:lnTo>
                  <a:pt x="17280" y="28"/>
                </a:lnTo>
                <a:lnTo>
                  <a:pt x="17280" y="0"/>
                </a:lnTo>
                <a:moveTo>
                  <a:pt x="17472" y="0"/>
                </a:moveTo>
                <a:lnTo>
                  <a:pt x="17554" y="0"/>
                </a:lnTo>
                <a:lnTo>
                  <a:pt x="17554" y="28"/>
                </a:lnTo>
                <a:lnTo>
                  <a:pt x="17472" y="28"/>
                </a:lnTo>
                <a:lnTo>
                  <a:pt x="17472" y="0"/>
                </a:lnTo>
                <a:moveTo>
                  <a:pt x="17664" y="0"/>
                </a:moveTo>
                <a:lnTo>
                  <a:pt x="17746" y="0"/>
                </a:lnTo>
                <a:lnTo>
                  <a:pt x="17746" y="28"/>
                </a:lnTo>
                <a:lnTo>
                  <a:pt x="17664" y="28"/>
                </a:lnTo>
                <a:lnTo>
                  <a:pt x="17664" y="0"/>
                </a:lnTo>
                <a:moveTo>
                  <a:pt x="17856" y="0"/>
                </a:moveTo>
                <a:lnTo>
                  <a:pt x="17938" y="0"/>
                </a:lnTo>
                <a:lnTo>
                  <a:pt x="17938" y="28"/>
                </a:lnTo>
                <a:lnTo>
                  <a:pt x="17856" y="28"/>
                </a:lnTo>
                <a:lnTo>
                  <a:pt x="17856" y="0"/>
                </a:lnTo>
                <a:moveTo>
                  <a:pt x="18047" y="0"/>
                </a:moveTo>
                <a:lnTo>
                  <a:pt x="18130" y="0"/>
                </a:lnTo>
                <a:lnTo>
                  <a:pt x="18130" y="28"/>
                </a:lnTo>
                <a:lnTo>
                  <a:pt x="18047" y="28"/>
                </a:lnTo>
                <a:lnTo>
                  <a:pt x="18047" y="0"/>
                </a:lnTo>
                <a:moveTo>
                  <a:pt x="18239" y="0"/>
                </a:moveTo>
                <a:lnTo>
                  <a:pt x="18322" y="0"/>
                </a:lnTo>
                <a:lnTo>
                  <a:pt x="18322" y="28"/>
                </a:lnTo>
                <a:lnTo>
                  <a:pt x="18239" y="28"/>
                </a:lnTo>
                <a:lnTo>
                  <a:pt x="18239" y="0"/>
                </a:lnTo>
                <a:moveTo>
                  <a:pt x="18431" y="0"/>
                </a:moveTo>
                <a:lnTo>
                  <a:pt x="18514" y="0"/>
                </a:lnTo>
                <a:lnTo>
                  <a:pt x="18514" y="28"/>
                </a:lnTo>
                <a:lnTo>
                  <a:pt x="18431" y="28"/>
                </a:lnTo>
                <a:lnTo>
                  <a:pt x="18431" y="0"/>
                </a:lnTo>
                <a:moveTo>
                  <a:pt x="18623" y="0"/>
                </a:moveTo>
                <a:lnTo>
                  <a:pt x="18706" y="0"/>
                </a:lnTo>
                <a:lnTo>
                  <a:pt x="18706" y="28"/>
                </a:lnTo>
                <a:lnTo>
                  <a:pt x="18623" y="28"/>
                </a:lnTo>
                <a:lnTo>
                  <a:pt x="18623" y="0"/>
                </a:lnTo>
                <a:moveTo>
                  <a:pt x="18815" y="0"/>
                </a:moveTo>
                <a:lnTo>
                  <a:pt x="18898" y="0"/>
                </a:lnTo>
                <a:lnTo>
                  <a:pt x="18898" y="28"/>
                </a:lnTo>
                <a:lnTo>
                  <a:pt x="18815" y="28"/>
                </a:lnTo>
                <a:lnTo>
                  <a:pt x="18815" y="0"/>
                </a:lnTo>
                <a:moveTo>
                  <a:pt x="19007" y="0"/>
                </a:moveTo>
                <a:lnTo>
                  <a:pt x="19090" y="0"/>
                </a:lnTo>
                <a:lnTo>
                  <a:pt x="19090" y="28"/>
                </a:lnTo>
                <a:lnTo>
                  <a:pt x="19007" y="28"/>
                </a:lnTo>
                <a:lnTo>
                  <a:pt x="19007" y="0"/>
                </a:lnTo>
                <a:moveTo>
                  <a:pt x="19199" y="0"/>
                </a:moveTo>
                <a:lnTo>
                  <a:pt x="19282" y="0"/>
                </a:lnTo>
                <a:lnTo>
                  <a:pt x="19282" y="28"/>
                </a:lnTo>
                <a:lnTo>
                  <a:pt x="19199" y="28"/>
                </a:lnTo>
                <a:lnTo>
                  <a:pt x="1919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8217000" y="2309040"/>
            <a:ext cx="160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FF9800"/>
                </a:solidFill>
                <a:effectLst/>
                <a:uFillTx/>
                <a:latin typeface="DejaVuSansMono"/>
                <a:ea typeface="DejaVuSansMono"/>
              </a:rPr>
              <a:t>p95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1186920" y="5306400"/>
            <a:ext cx="6941520" cy="10440"/>
          </a:xfrm>
          <a:custGeom>
            <a:avLst/>
            <a:gdLst/>
            <a:ahLst/>
            <a:rect l="0" t="0" r="r" b="b"/>
            <a:pathLst>
              <a:path w="19282" h="29">
                <a:moveTo>
                  <a:pt x="0" y="0"/>
                </a:moveTo>
                <a:lnTo>
                  <a:pt x="83" y="0"/>
                </a:lnTo>
                <a:lnTo>
                  <a:pt x="83" y="29"/>
                </a:lnTo>
                <a:lnTo>
                  <a:pt x="0" y="29"/>
                </a:lnTo>
                <a:lnTo>
                  <a:pt x="0" y="0"/>
                </a:lnTo>
                <a:moveTo>
                  <a:pt x="192" y="0"/>
                </a:moveTo>
                <a:lnTo>
                  <a:pt x="275" y="0"/>
                </a:lnTo>
                <a:lnTo>
                  <a:pt x="275" y="29"/>
                </a:lnTo>
                <a:lnTo>
                  <a:pt x="192" y="29"/>
                </a:lnTo>
                <a:lnTo>
                  <a:pt x="192" y="0"/>
                </a:lnTo>
                <a:moveTo>
                  <a:pt x="384" y="0"/>
                </a:moveTo>
                <a:lnTo>
                  <a:pt x="466" y="0"/>
                </a:lnTo>
                <a:lnTo>
                  <a:pt x="466" y="29"/>
                </a:lnTo>
                <a:lnTo>
                  <a:pt x="384" y="29"/>
                </a:lnTo>
                <a:lnTo>
                  <a:pt x="384" y="0"/>
                </a:lnTo>
                <a:moveTo>
                  <a:pt x="576" y="0"/>
                </a:moveTo>
                <a:lnTo>
                  <a:pt x="658" y="0"/>
                </a:lnTo>
                <a:lnTo>
                  <a:pt x="658" y="29"/>
                </a:lnTo>
                <a:lnTo>
                  <a:pt x="576" y="29"/>
                </a:lnTo>
                <a:lnTo>
                  <a:pt x="576" y="0"/>
                </a:lnTo>
                <a:moveTo>
                  <a:pt x="768" y="0"/>
                </a:moveTo>
                <a:lnTo>
                  <a:pt x="850" y="0"/>
                </a:lnTo>
                <a:lnTo>
                  <a:pt x="850" y="29"/>
                </a:lnTo>
                <a:lnTo>
                  <a:pt x="768" y="29"/>
                </a:lnTo>
                <a:lnTo>
                  <a:pt x="768" y="0"/>
                </a:lnTo>
                <a:moveTo>
                  <a:pt x="960" y="0"/>
                </a:moveTo>
                <a:lnTo>
                  <a:pt x="1042" y="0"/>
                </a:lnTo>
                <a:lnTo>
                  <a:pt x="1042" y="29"/>
                </a:lnTo>
                <a:lnTo>
                  <a:pt x="960" y="29"/>
                </a:lnTo>
                <a:lnTo>
                  <a:pt x="960" y="0"/>
                </a:lnTo>
                <a:moveTo>
                  <a:pt x="1152" y="0"/>
                </a:moveTo>
                <a:lnTo>
                  <a:pt x="1234" y="0"/>
                </a:lnTo>
                <a:lnTo>
                  <a:pt x="1234" y="29"/>
                </a:lnTo>
                <a:lnTo>
                  <a:pt x="1152" y="29"/>
                </a:lnTo>
                <a:lnTo>
                  <a:pt x="1152" y="0"/>
                </a:lnTo>
                <a:moveTo>
                  <a:pt x="1344" y="0"/>
                </a:moveTo>
                <a:lnTo>
                  <a:pt x="1426" y="0"/>
                </a:lnTo>
                <a:lnTo>
                  <a:pt x="1426" y="29"/>
                </a:lnTo>
                <a:lnTo>
                  <a:pt x="1344" y="29"/>
                </a:lnTo>
                <a:lnTo>
                  <a:pt x="1344" y="0"/>
                </a:lnTo>
                <a:moveTo>
                  <a:pt x="1536" y="0"/>
                </a:moveTo>
                <a:lnTo>
                  <a:pt x="1618" y="0"/>
                </a:lnTo>
                <a:lnTo>
                  <a:pt x="1618" y="29"/>
                </a:lnTo>
                <a:lnTo>
                  <a:pt x="1536" y="29"/>
                </a:lnTo>
                <a:lnTo>
                  <a:pt x="1536" y="0"/>
                </a:lnTo>
                <a:moveTo>
                  <a:pt x="1728" y="0"/>
                </a:moveTo>
                <a:lnTo>
                  <a:pt x="1810" y="0"/>
                </a:lnTo>
                <a:lnTo>
                  <a:pt x="1810" y="29"/>
                </a:lnTo>
                <a:lnTo>
                  <a:pt x="1728" y="29"/>
                </a:lnTo>
                <a:lnTo>
                  <a:pt x="1728" y="0"/>
                </a:lnTo>
                <a:moveTo>
                  <a:pt x="1920" y="0"/>
                </a:moveTo>
                <a:lnTo>
                  <a:pt x="2002" y="0"/>
                </a:lnTo>
                <a:lnTo>
                  <a:pt x="2002" y="29"/>
                </a:lnTo>
                <a:lnTo>
                  <a:pt x="1920" y="29"/>
                </a:lnTo>
                <a:lnTo>
                  <a:pt x="1920" y="0"/>
                </a:lnTo>
                <a:moveTo>
                  <a:pt x="2112" y="0"/>
                </a:moveTo>
                <a:lnTo>
                  <a:pt x="2194" y="0"/>
                </a:lnTo>
                <a:lnTo>
                  <a:pt x="2194" y="29"/>
                </a:lnTo>
                <a:lnTo>
                  <a:pt x="2112" y="29"/>
                </a:lnTo>
                <a:lnTo>
                  <a:pt x="2112" y="0"/>
                </a:lnTo>
                <a:moveTo>
                  <a:pt x="2304" y="0"/>
                </a:moveTo>
                <a:lnTo>
                  <a:pt x="2386" y="0"/>
                </a:lnTo>
                <a:lnTo>
                  <a:pt x="2386" y="29"/>
                </a:lnTo>
                <a:lnTo>
                  <a:pt x="2304" y="29"/>
                </a:lnTo>
                <a:lnTo>
                  <a:pt x="2304" y="0"/>
                </a:lnTo>
                <a:moveTo>
                  <a:pt x="2496" y="0"/>
                </a:moveTo>
                <a:lnTo>
                  <a:pt x="2578" y="0"/>
                </a:lnTo>
                <a:lnTo>
                  <a:pt x="2578" y="29"/>
                </a:lnTo>
                <a:lnTo>
                  <a:pt x="2496" y="29"/>
                </a:lnTo>
                <a:lnTo>
                  <a:pt x="2496" y="0"/>
                </a:lnTo>
                <a:moveTo>
                  <a:pt x="2688" y="0"/>
                </a:moveTo>
                <a:lnTo>
                  <a:pt x="2770" y="0"/>
                </a:lnTo>
                <a:lnTo>
                  <a:pt x="2770" y="29"/>
                </a:lnTo>
                <a:lnTo>
                  <a:pt x="2688" y="29"/>
                </a:lnTo>
                <a:lnTo>
                  <a:pt x="2688" y="0"/>
                </a:lnTo>
                <a:moveTo>
                  <a:pt x="2880" y="0"/>
                </a:moveTo>
                <a:lnTo>
                  <a:pt x="2962" y="0"/>
                </a:lnTo>
                <a:lnTo>
                  <a:pt x="2962" y="29"/>
                </a:lnTo>
                <a:lnTo>
                  <a:pt x="2880" y="29"/>
                </a:lnTo>
                <a:lnTo>
                  <a:pt x="2880" y="0"/>
                </a:lnTo>
                <a:moveTo>
                  <a:pt x="3072" y="0"/>
                </a:moveTo>
                <a:lnTo>
                  <a:pt x="3154" y="0"/>
                </a:lnTo>
                <a:lnTo>
                  <a:pt x="3154" y="29"/>
                </a:lnTo>
                <a:lnTo>
                  <a:pt x="3072" y="29"/>
                </a:lnTo>
                <a:lnTo>
                  <a:pt x="3072" y="0"/>
                </a:lnTo>
                <a:moveTo>
                  <a:pt x="3264" y="0"/>
                </a:moveTo>
                <a:lnTo>
                  <a:pt x="3346" y="0"/>
                </a:lnTo>
                <a:lnTo>
                  <a:pt x="3346" y="29"/>
                </a:lnTo>
                <a:lnTo>
                  <a:pt x="3264" y="29"/>
                </a:lnTo>
                <a:lnTo>
                  <a:pt x="3264" y="0"/>
                </a:lnTo>
                <a:moveTo>
                  <a:pt x="3456" y="0"/>
                </a:moveTo>
                <a:lnTo>
                  <a:pt x="3538" y="0"/>
                </a:lnTo>
                <a:lnTo>
                  <a:pt x="3538" y="29"/>
                </a:lnTo>
                <a:lnTo>
                  <a:pt x="3456" y="29"/>
                </a:lnTo>
                <a:lnTo>
                  <a:pt x="3456" y="0"/>
                </a:lnTo>
                <a:moveTo>
                  <a:pt x="3648" y="0"/>
                </a:moveTo>
                <a:lnTo>
                  <a:pt x="3730" y="0"/>
                </a:lnTo>
                <a:lnTo>
                  <a:pt x="3730" y="29"/>
                </a:lnTo>
                <a:lnTo>
                  <a:pt x="3648" y="29"/>
                </a:lnTo>
                <a:lnTo>
                  <a:pt x="3648" y="0"/>
                </a:lnTo>
                <a:moveTo>
                  <a:pt x="3840" y="0"/>
                </a:moveTo>
                <a:lnTo>
                  <a:pt x="3922" y="0"/>
                </a:lnTo>
                <a:lnTo>
                  <a:pt x="3922" y="29"/>
                </a:lnTo>
                <a:lnTo>
                  <a:pt x="3840" y="29"/>
                </a:lnTo>
                <a:lnTo>
                  <a:pt x="3840" y="0"/>
                </a:lnTo>
                <a:moveTo>
                  <a:pt x="4032" y="0"/>
                </a:moveTo>
                <a:lnTo>
                  <a:pt x="4114" y="0"/>
                </a:lnTo>
                <a:lnTo>
                  <a:pt x="4114" y="29"/>
                </a:lnTo>
                <a:lnTo>
                  <a:pt x="4032" y="29"/>
                </a:lnTo>
                <a:lnTo>
                  <a:pt x="4032" y="0"/>
                </a:lnTo>
                <a:moveTo>
                  <a:pt x="4224" y="0"/>
                </a:moveTo>
                <a:lnTo>
                  <a:pt x="4306" y="0"/>
                </a:lnTo>
                <a:lnTo>
                  <a:pt x="4306" y="29"/>
                </a:lnTo>
                <a:lnTo>
                  <a:pt x="4224" y="29"/>
                </a:lnTo>
                <a:lnTo>
                  <a:pt x="4224" y="0"/>
                </a:lnTo>
                <a:moveTo>
                  <a:pt x="4416" y="0"/>
                </a:moveTo>
                <a:lnTo>
                  <a:pt x="4498" y="0"/>
                </a:lnTo>
                <a:lnTo>
                  <a:pt x="4498" y="29"/>
                </a:lnTo>
                <a:lnTo>
                  <a:pt x="4416" y="29"/>
                </a:lnTo>
                <a:lnTo>
                  <a:pt x="4416" y="0"/>
                </a:lnTo>
                <a:moveTo>
                  <a:pt x="4608" y="0"/>
                </a:moveTo>
                <a:lnTo>
                  <a:pt x="4690" y="0"/>
                </a:lnTo>
                <a:lnTo>
                  <a:pt x="4690" y="29"/>
                </a:lnTo>
                <a:lnTo>
                  <a:pt x="4608" y="29"/>
                </a:lnTo>
                <a:lnTo>
                  <a:pt x="4608" y="0"/>
                </a:lnTo>
                <a:moveTo>
                  <a:pt x="4800" y="0"/>
                </a:moveTo>
                <a:lnTo>
                  <a:pt x="4882" y="0"/>
                </a:lnTo>
                <a:lnTo>
                  <a:pt x="4882" y="29"/>
                </a:lnTo>
                <a:lnTo>
                  <a:pt x="4800" y="29"/>
                </a:lnTo>
                <a:lnTo>
                  <a:pt x="4800" y="0"/>
                </a:lnTo>
                <a:moveTo>
                  <a:pt x="4992" y="0"/>
                </a:moveTo>
                <a:lnTo>
                  <a:pt x="5074" y="0"/>
                </a:lnTo>
                <a:lnTo>
                  <a:pt x="5074" y="29"/>
                </a:lnTo>
                <a:lnTo>
                  <a:pt x="4992" y="29"/>
                </a:lnTo>
                <a:lnTo>
                  <a:pt x="4992" y="0"/>
                </a:lnTo>
                <a:moveTo>
                  <a:pt x="5184" y="0"/>
                </a:moveTo>
                <a:lnTo>
                  <a:pt x="5266" y="0"/>
                </a:lnTo>
                <a:lnTo>
                  <a:pt x="5266" y="29"/>
                </a:lnTo>
                <a:lnTo>
                  <a:pt x="5184" y="29"/>
                </a:lnTo>
                <a:lnTo>
                  <a:pt x="5184" y="0"/>
                </a:lnTo>
                <a:moveTo>
                  <a:pt x="5376" y="0"/>
                </a:moveTo>
                <a:lnTo>
                  <a:pt x="5458" y="0"/>
                </a:lnTo>
                <a:lnTo>
                  <a:pt x="5458" y="29"/>
                </a:lnTo>
                <a:lnTo>
                  <a:pt x="5376" y="29"/>
                </a:lnTo>
                <a:lnTo>
                  <a:pt x="5376" y="0"/>
                </a:lnTo>
                <a:moveTo>
                  <a:pt x="5568" y="0"/>
                </a:moveTo>
                <a:lnTo>
                  <a:pt x="5650" y="0"/>
                </a:lnTo>
                <a:lnTo>
                  <a:pt x="5650" y="29"/>
                </a:lnTo>
                <a:lnTo>
                  <a:pt x="5568" y="29"/>
                </a:lnTo>
                <a:lnTo>
                  <a:pt x="5568" y="0"/>
                </a:lnTo>
                <a:moveTo>
                  <a:pt x="5760" y="0"/>
                </a:moveTo>
                <a:lnTo>
                  <a:pt x="5842" y="0"/>
                </a:lnTo>
                <a:lnTo>
                  <a:pt x="5842" y="29"/>
                </a:lnTo>
                <a:lnTo>
                  <a:pt x="5760" y="29"/>
                </a:lnTo>
                <a:lnTo>
                  <a:pt x="5760" y="0"/>
                </a:lnTo>
                <a:moveTo>
                  <a:pt x="5952" y="0"/>
                </a:moveTo>
                <a:lnTo>
                  <a:pt x="6034" y="0"/>
                </a:lnTo>
                <a:lnTo>
                  <a:pt x="6034" y="29"/>
                </a:lnTo>
                <a:lnTo>
                  <a:pt x="5952" y="29"/>
                </a:lnTo>
                <a:lnTo>
                  <a:pt x="5952" y="0"/>
                </a:lnTo>
                <a:moveTo>
                  <a:pt x="6144" y="0"/>
                </a:moveTo>
                <a:lnTo>
                  <a:pt x="6226" y="0"/>
                </a:lnTo>
                <a:lnTo>
                  <a:pt x="6226" y="29"/>
                </a:lnTo>
                <a:lnTo>
                  <a:pt x="6144" y="29"/>
                </a:lnTo>
                <a:lnTo>
                  <a:pt x="6144" y="0"/>
                </a:lnTo>
                <a:moveTo>
                  <a:pt x="6336" y="0"/>
                </a:moveTo>
                <a:lnTo>
                  <a:pt x="6419" y="0"/>
                </a:lnTo>
                <a:lnTo>
                  <a:pt x="6419" y="29"/>
                </a:lnTo>
                <a:lnTo>
                  <a:pt x="6336" y="29"/>
                </a:lnTo>
                <a:lnTo>
                  <a:pt x="6336" y="0"/>
                </a:lnTo>
                <a:moveTo>
                  <a:pt x="6529" y="0"/>
                </a:moveTo>
                <a:lnTo>
                  <a:pt x="6611" y="0"/>
                </a:lnTo>
                <a:lnTo>
                  <a:pt x="6611" y="29"/>
                </a:lnTo>
                <a:lnTo>
                  <a:pt x="6529" y="29"/>
                </a:lnTo>
                <a:lnTo>
                  <a:pt x="6529" y="0"/>
                </a:lnTo>
                <a:moveTo>
                  <a:pt x="6721" y="0"/>
                </a:moveTo>
                <a:lnTo>
                  <a:pt x="6803" y="0"/>
                </a:lnTo>
                <a:lnTo>
                  <a:pt x="6803" y="29"/>
                </a:lnTo>
                <a:lnTo>
                  <a:pt x="6721" y="29"/>
                </a:lnTo>
                <a:lnTo>
                  <a:pt x="6721" y="0"/>
                </a:lnTo>
                <a:moveTo>
                  <a:pt x="6913" y="0"/>
                </a:moveTo>
                <a:lnTo>
                  <a:pt x="6995" y="0"/>
                </a:lnTo>
                <a:lnTo>
                  <a:pt x="6995" y="29"/>
                </a:lnTo>
                <a:lnTo>
                  <a:pt x="6913" y="29"/>
                </a:lnTo>
                <a:lnTo>
                  <a:pt x="6913" y="0"/>
                </a:lnTo>
                <a:moveTo>
                  <a:pt x="7105" y="0"/>
                </a:moveTo>
                <a:lnTo>
                  <a:pt x="7187" y="0"/>
                </a:lnTo>
                <a:lnTo>
                  <a:pt x="7187" y="29"/>
                </a:lnTo>
                <a:lnTo>
                  <a:pt x="7105" y="29"/>
                </a:lnTo>
                <a:lnTo>
                  <a:pt x="7105" y="0"/>
                </a:lnTo>
                <a:moveTo>
                  <a:pt x="7297" y="0"/>
                </a:moveTo>
                <a:lnTo>
                  <a:pt x="7379" y="0"/>
                </a:lnTo>
                <a:lnTo>
                  <a:pt x="7379" y="29"/>
                </a:lnTo>
                <a:lnTo>
                  <a:pt x="7297" y="29"/>
                </a:lnTo>
                <a:lnTo>
                  <a:pt x="7297" y="0"/>
                </a:lnTo>
                <a:moveTo>
                  <a:pt x="7489" y="0"/>
                </a:moveTo>
                <a:lnTo>
                  <a:pt x="7571" y="0"/>
                </a:lnTo>
                <a:lnTo>
                  <a:pt x="7571" y="29"/>
                </a:lnTo>
                <a:lnTo>
                  <a:pt x="7489" y="29"/>
                </a:lnTo>
                <a:lnTo>
                  <a:pt x="7489" y="0"/>
                </a:lnTo>
                <a:moveTo>
                  <a:pt x="7681" y="0"/>
                </a:moveTo>
                <a:lnTo>
                  <a:pt x="7763" y="0"/>
                </a:lnTo>
                <a:lnTo>
                  <a:pt x="7763" y="29"/>
                </a:lnTo>
                <a:lnTo>
                  <a:pt x="7681" y="29"/>
                </a:lnTo>
                <a:lnTo>
                  <a:pt x="7681" y="0"/>
                </a:lnTo>
                <a:moveTo>
                  <a:pt x="7872" y="0"/>
                </a:moveTo>
                <a:lnTo>
                  <a:pt x="7955" y="0"/>
                </a:lnTo>
                <a:lnTo>
                  <a:pt x="7955" y="29"/>
                </a:lnTo>
                <a:lnTo>
                  <a:pt x="7872" y="29"/>
                </a:lnTo>
                <a:lnTo>
                  <a:pt x="7872" y="0"/>
                </a:lnTo>
                <a:moveTo>
                  <a:pt x="8064" y="0"/>
                </a:moveTo>
                <a:lnTo>
                  <a:pt x="8147" y="0"/>
                </a:lnTo>
                <a:lnTo>
                  <a:pt x="8147" y="29"/>
                </a:lnTo>
                <a:lnTo>
                  <a:pt x="8064" y="29"/>
                </a:lnTo>
                <a:lnTo>
                  <a:pt x="8064" y="0"/>
                </a:lnTo>
                <a:moveTo>
                  <a:pt x="8256" y="0"/>
                </a:moveTo>
                <a:lnTo>
                  <a:pt x="8339" y="0"/>
                </a:lnTo>
                <a:lnTo>
                  <a:pt x="8339" y="29"/>
                </a:lnTo>
                <a:lnTo>
                  <a:pt x="8256" y="29"/>
                </a:lnTo>
                <a:lnTo>
                  <a:pt x="8256" y="0"/>
                </a:lnTo>
                <a:moveTo>
                  <a:pt x="8448" y="0"/>
                </a:moveTo>
                <a:lnTo>
                  <a:pt x="8531" y="0"/>
                </a:lnTo>
                <a:lnTo>
                  <a:pt x="8531" y="29"/>
                </a:lnTo>
                <a:lnTo>
                  <a:pt x="8448" y="29"/>
                </a:lnTo>
                <a:lnTo>
                  <a:pt x="8448" y="0"/>
                </a:lnTo>
                <a:moveTo>
                  <a:pt x="8640" y="0"/>
                </a:moveTo>
                <a:lnTo>
                  <a:pt x="8723" y="0"/>
                </a:lnTo>
                <a:lnTo>
                  <a:pt x="8723" y="29"/>
                </a:lnTo>
                <a:lnTo>
                  <a:pt x="8640" y="29"/>
                </a:lnTo>
                <a:lnTo>
                  <a:pt x="8640" y="0"/>
                </a:lnTo>
                <a:moveTo>
                  <a:pt x="8832" y="0"/>
                </a:moveTo>
                <a:lnTo>
                  <a:pt x="8915" y="0"/>
                </a:lnTo>
                <a:lnTo>
                  <a:pt x="8915" y="29"/>
                </a:lnTo>
                <a:lnTo>
                  <a:pt x="8832" y="29"/>
                </a:lnTo>
                <a:lnTo>
                  <a:pt x="8832" y="0"/>
                </a:lnTo>
                <a:moveTo>
                  <a:pt x="9024" y="0"/>
                </a:moveTo>
                <a:lnTo>
                  <a:pt x="9107" y="0"/>
                </a:lnTo>
                <a:lnTo>
                  <a:pt x="9107" y="29"/>
                </a:lnTo>
                <a:lnTo>
                  <a:pt x="9024" y="29"/>
                </a:lnTo>
                <a:lnTo>
                  <a:pt x="9024" y="0"/>
                </a:lnTo>
                <a:moveTo>
                  <a:pt x="9216" y="0"/>
                </a:moveTo>
                <a:lnTo>
                  <a:pt x="9299" y="0"/>
                </a:lnTo>
                <a:lnTo>
                  <a:pt x="9299" y="29"/>
                </a:lnTo>
                <a:lnTo>
                  <a:pt x="9216" y="29"/>
                </a:lnTo>
                <a:lnTo>
                  <a:pt x="9216" y="0"/>
                </a:lnTo>
                <a:moveTo>
                  <a:pt x="9408" y="0"/>
                </a:moveTo>
                <a:lnTo>
                  <a:pt x="9491" y="0"/>
                </a:lnTo>
                <a:lnTo>
                  <a:pt x="9491" y="29"/>
                </a:lnTo>
                <a:lnTo>
                  <a:pt x="9408" y="29"/>
                </a:lnTo>
                <a:lnTo>
                  <a:pt x="9408" y="0"/>
                </a:lnTo>
                <a:moveTo>
                  <a:pt x="9600" y="0"/>
                </a:moveTo>
                <a:lnTo>
                  <a:pt x="9683" y="0"/>
                </a:lnTo>
                <a:lnTo>
                  <a:pt x="9683" y="29"/>
                </a:lnTo>
                <a:lnTo>
                  <a:pt x="9600" y="29"/>
                </a:lnTo>
                <a:lnTo>
                  <a:pt x="9600" y="0"/>
                </a:lnTo>
                <a:moveTo>
                  <a:pt x="9792" y="0"/>
                </a:moveTo>
                <a:lnTo>
                  <a:pt x="9875" y="0"/>
                </a:lnTo>
                <a:lnTo>
                  <a:pt x="9875" y="29"/>
                </a:lnTo>
                <a:lnTo>
                  <a:pt x="9792" y="29"/>
                </a:lnTo>
                <a:lnTo>
                  <a:pt x="9792" y="0"/>
                </a:lnTo>
                <a:moveTo>
                  <a:pt x="9984" y="0"/>
                </a:moveTo>
                <a:lnTo>
                  <a:pt x="10067" y="0"/>
                </a:lnTo>
                <a:lnTo>
                  <a:pt x="10067" y="29"/>
                </a:lnTo>
                <a:lnTo>
                  <a:pt x="9984" y="29"/>
                </a:lnTo>
                <a:lnTo>
                  <a:pt x="9984" y="0"/>
                </a:lnTo>
                <a:moveTo>
                  <a:pt x="10176" y="0"/>
                </a:moveTo>
                <a:lnTo>
                  <a:pt x="10259" y="0"/>
                </a:lnTo>
                <a:lnTo>
                  <a:pt x="10259" y="29"/>
                </a:lnTo>
                <a:lnTo>
                  <a:pt x="10176" y="29"/>
                </a:lnTo>
                <a:lnTo>
                  <a:pt x="10176" y="0"/>
                </a:lnTo>
                <a:moveTo>
                  <a:pt x="10368" y="0"/>
                </a:moveTo>
                <a:lnTo>
                  <a:pt x="10451" y="0"/>
                </a:lnTo>
                <a:lnTo>
                  <a:pt x="10451" y="29"/>
                </a:lnTo>
                <a:lnTo>
                  <a:pt x="10368" y="29"/>
                </a:lnTo>
                <a:lnTo>
                  <a:pt x="10368" y="0"/>
                </a:lnTo>
                <a:moveTo>
                  <a:pt x="10560" y="0"/>
                </a:moveTo>
                <a:lnTo>
                  <a:pt x="10643" y="0"/>
                </a:lnTo>
                <a:lnTo>
                  <a:pt x="10643" y="29"/>
                </a:lnTo>
                <a:lnTo>
                  <a:pt x="10560" y="29"/>
                </a:lnTo>
                <a:lnTo>
                  <a:pt x="10560" y="0"/>
                </a:lnTo>
                <a:moveTo>
                  <a:pt x="10752" y="0"/>
                </a:moveTo>
                <a:lnTo>
                  <a:pt x="10834" y="0"/>
                </a:lnTo>
                <a:lnTo>
                  <a:pt x="10834" y="29"/>
                </a:lnTo>
                <a:lnTo>
                  <a:pt x="10752" y="29"/>
                </a:lnTo>
                <a:lnTo>
                  <a:pt x="10752" y="0"/>
                </a:lnTo>
                <a:moveTo>
                  <a:pt x="10944" y="0"/>
                </a:moveTo>
                <a:lnTo>
                  <a:pt x="11026" y="0"/>
                </a:lnTo>
                <a:lnTo>
                  <a:pt x="11026" y="29"/>
                </a:lnTo>
                <a:lnTo>
                  <a:pt x="10944" y="29"/>
                </a:lnTo>
                <a:lnTo>
                  <a:pt x="10944" y="0"/>
                </a:lnTo>
                <a:moveTo>
                  <a:pt x="11136" y="0"/>
                </a:moveTo>
                <a:lnTo>
                  <a:pt x="11218" y="0"/>
                </a:lnTo>
                <a:lnTo>
                  <a:pt x="11218" y="29"/>
                </a:lnTo>
                <a:lnTo>
                  <a:pt x="11136" y="29"/>
                </a:lnTo>
                <a:lnTo>
                  <a:pt x="11136" y="0"/>
                </a:lnTo>
                <a:moveTo>
                  <a:pt x="11328" y="0"/>
                </a:moveTo>
                <a:lnTo>
                  <a:pt x="11410" y="0"/>
                </a:lnTo>
                <a:lnTo>
                  <a:pt x="11410" y="29"/>
                </a:lnTo>
                <a:lnTo>
                  <a:pt x="11328" y="29"/>
                </a:lnTo>
                <a:lnTo>
                  <a:pt x="11328" y="0"/>
                </a:lnTo>
                <a:moveTo>
                  <a:pt x="11520" y="0"/>
                </a:moveTo>
                <a:lnTo>
                  <a:pt x="11602" y="0"/>
                </a:lnTo>
                <a:lnTo>
                  <a:pt x="11602" y="29"/>
                </a:lnTo>
                <a:lnTo>
                  <a:pt x="11520" y="29"/>
                </a:lnTo>
                <a:lnTo>
                  <a:pt x="11520" y="0"/>
                </a:lnTo>
                <a:moveTo>
                  <a:pt x="11712" y="0"/>
                </a:moveTo>
                <a:lnTo>
                  <a:pt x="11794" y="0"/>
                </a:lnTo>
                <a:lnTo>
                  <a:pt x="11794" y="29"/>
                </a:lnTo>
                <a:lnTo>
                  <a:pt x="11712" y="29"/>
                </a:lnTo>
                <a:lnTo>
                  <a:pt x="11712" y="0"/>
                </a:lnTo>
                <a:moveTo>
                  <a:pt x="11904" y="0"/>
                </a:moveTo>
                <a:lnTo>
                  <a:pt x="11986" y="0"/>
                </a:lnTo>
                <a:lnTo>
                  <a:pt x="11986" y="29"/>
                </a:lnTo>
                <a:lnTo>
                  <a:pt x="11904" y="29"/>
                </a:lnTo>
                <a:lnTo>
                  <a:pt x="11904" y="0"/>
                </a:lnTo>
                <a:moveTo>
                  <a:pt x="12096" y="0"/>
                </a:moveTo>
                <a:lnTo>
                  <a:pt x="12178" y="0"/>
                </a:lnTo>
                <a:lnTo>
                  <a:pt x="12178" y="29"/>
                </a:lnTo>
                <a:lnTo>
                  <a:pt x="12096" y="29"/>
                </a:lnTo>
                <a:lnTo>
                  <a:pt x="12096" y="0"/>
                </a:lnTo>
                <a:moveTo>
                  <a:pt x="12288" y="0"/>
                </a:moveTo>
                <a:lnTo>
                  <a:pt x="12370" y="0"/>
                </a:lnTo>
                <a:lnTo>
                  <a:pt x="12370" y="29"/>
                </a:lnTo>
                <a:lnTo>
                  <a:pt x="12288" y="29"/>
                </a:lnTo>
                <a:lnTo>
                  <a:pt x="12288" y="0"/>
                </a:lnTo>
                <a:moveTo>
                  <a:pt x="12480" y="0"/>
                </a:moveTo>
                <a:lnTo>
                  <a:pt x="12562" y="0"/>
                </a:lnTo>
                <a:lnTo>
                  <a:pt x="12562" y="29"/>
                </a:lnTo>
                <a:lnTo>
                  <a:pt x="12480" y="29"/>
                </a:lnTo>
                <a:lnTo>
                  <a:pt x="12480" y="0"/>
                </a:lnTo>
                <a:moveTo>
                  <a:pt x="12672" y="0"/>
                </a:moveTo>
                <a:lnTo>
                  <a:pt x="12754" y="0"/>
                </a:lnTo>
                <a:lnTo>
                  <a:pt x="12754" y="29"/>
                </a:lnTo>
                <a:lnTo>
                  <a:pt x="12672" y="29"/>
                </a:lnTo>
                <a:lnTo>
                  <a:pt x="12672" y="0"/>
                </a:lnTo>
                <a:moveTo>
                  <a:pt x="12864" y="0"/>
                </a:moveTo>
                <a:lnTo>
                  <a:pt x="12946" y="0"/>
                </a:lnTo>
                <a:lnTo>
                  <a:pt x="12946" y="29"/>
                </a:lnTo>
                <a:lnTo>
                  <a:pt x="12864" y="29"/>
                </a:lnTo>
                <a:lnTo>
                  <a:pt x="12864" y="0"/>
                </a:lnTo>
                <a:moveTo>
                  <a:pt x="13056" y="0"/>
                </a:moveTo>
                <a:lnTo>
                  <a:pt x="13138" y="0"/>
                </a:lnTo>
                <a:lnTo>
                  <a:pt x="13138" y="29"/>
                </a:lnTo>
                <a:lnTo>
                  <a:pt x="13056" y="29"/>
                </a:lnTo>
                <a:lnTo>
                  <a:pt x="13056" y="0"/>
                </a:lnTo>
                <a:moveTo>
                  <a:pt x="13248" y="0"/>
                </a:moveTo>
                <a:lnTo>
                  <a:pt x="13330" y="0"/>
                </a:lnTo>
                <a:lnTo>
                  <a:pt x="13330" y="29"/>
                </a:lnTo>
                <a:lnTo>
                  <a:pt x="13248" y="29"/>
                </a:lnTo>
                <a:lnTo>
                  <a:pt x="13248" y="0"/>
                </a:lnTo>
                <a:moveTo>
                  <a:pt x="13440" y="0"/>
                </a:moveTo>
                <a:lnTo>
                  <a:pt x="13522" y="0"/>
                </a:lnTo>
                <a:lnTo>
                  <a:pt x="13522" y="29"/>
                </a:lnTo>
                <a:lnTo>
                  <a:pt x="13440" y="29"/>
                </a:lnTo>
                <a:lnTo>
                  <a:pt x="13440" y="0"/>
                </a:lnTo>
                <a:moveTo>
                  <a:pt x="13632" y="0"/>
                </a:moveTo>
                <a:lnTo>
                  <a:pt x="13714" y="0"/>
                </a:lnTo>
                <a:lnTo>
                  <a:pt x="13714" y="29"/>
                </a:lnTo>
                <a:lnTo>
                  <a:pt x="13632" y="29"/>
                </a:lnTo>
                <a:lnTo>
                  <a:pt x="13632" y="0"/>
                </a:lnTo>
                <a:moveTo>
                  <a:pt x="13824" y="0"/>
                </a:moveTo>
                <a:lnTo>
                  <a:pt x="13906" y="0"/>
                </a:lnTo>
                <a:lnTo>
                  <a:pt x="13906" y="29"/>
                </a:lnTo>
                <a:lnTo>
                  <a:pt x="13824" y="29"/>
                </a:lnTo>
                <a:lnTo>
                  <a:pt x="13824" y="0"/>
                </a:lnTo>
                <a:moveTo>
                  <a:pt x="14016" y="0"/>
                </a:moveTo>
                <a:lnTo>
                  <a:pt x="14098" y="0"/>
                </a:lnTo>
                <a:lnTo>
                  <a:pt x="14098" y="29"/>
                </a:lnTo>
                <a:lnTo>
                  <a:pt x="14016" y="29"/>
                </a:lnTo>
                <a:lnTo>
                  <a:pt x="14016" y="0"/>
                </a:lnTo>
                <a:moveTo>
                  <a:pt x="14208" y="0"/>
                </a:moveTo>
                <a:lnTo>
                  <a:pt x="14290" y="0"/>
                </a:lnTo>
                <a:lnTo>
                  <a:pt x="14290" y="29"/>
                </a:lnTo>
                <a:lnTo>
                  <a:pt x="14208" y="29"/>
                </a:lnTo>
                <a:lnTo>
                  <a:pt x="14208" y="0"/>
                </a:lnTo>
                <a:moveTo>
                  <a:pt x="14400" y="0"/>
                </a:moveTo>
                <a:lnTo>
                  <a:pt x="14482" y="0"/>
                </a:lnTo>
                <a:lnTo>
                  <a:pt x="14482" y="29"/>
                </a:lnTo>
                <a:lnTo>
                  <a:pt x="14400" y="29"/>
                </a:lnTo>
                <a:lnTo>
                  <a:pt x="14400" y="0"/>
                </a:lnTo>
                <a:moveTo>
                  <a:pt x="14592" y="0"/>
                </a:moveTo>
                <a:lnTo>
                  <a:pt x="14674" y="0"/>
                </a:lnTo>
                <a:lnTo>
                  <a:pt x="14674" y="29"/>
                </a:lnTo>
                <a:lnTo>
                  <a:pt x="14592" y="29"/>
                </a:lnTo>
                <a:lnTo>
                  <a:pt x="14592" y="0"/>
                </a:lnTo>
                <a:moveTo>
                  <a:pt x="14784" y="0"/>
                </a:moveTo>
                <a:lnTo>
                  <a:pt x="14866" y="0"/>
                </a:lnTo>
                <a:lnTo>
                  <a:pt x="14866" y="29"/>
                </a:lnTo>
                <a:lnTo>
                  <a:pt x="14784" y="29"/>
                </a:lnTo>
                <a:lnTo>
                  <a:pt x="14784" y="0"/>
                </a:lnTo>
                <a:moveTo>
                  <a:pt x="14976" y="0"/>
                </a:moveTo>
                <a:lnTo>
                  <a:pt x="15058" y="0"/>
                </a:lnTo>
                <a:lnTo>
                  <a:pt x="15058" y="29"/>
                </a:lnTo>
                <a:lnTo>
                  <a:pt x="14976" y="29"/>
                </a:lnTo>
                <a:lnTo>
                  <a:pt x="14976" y="0"/>
                </a:lnTo>
                <a:moveTo>
                  <a:pt x="15168" y="0"/>
                </a:moveTo>
                <a:lnTo>
                  <a:pt x="15250" y="0"/>
                </a:lnTo>
                <a:lnTo>
                  <a:pt x="15250" y="29"/>
                </a:lnTo>
                <a:lnTo>
                  <a:pt x="15168" y="29"/>
                </a:lnTo>
                <a:lnTo>
                  <a:pt x="15168" y="0"/>
                </a:lnTo>
                <a:moveTo>
                  <a:pt x="15360" y="0"/>
                </a:moveTo>
                <a:lnTo>
                  <a:pt x="15442" y="0"/>
                </a:lnTo>
                <a:lnTo>
                  <a:pt x="15442" y="29"/>
                </a:lnTo>
                <a:lnTo>
                  <a:pt x="15360" y="29"/>
                </a:lnTo>
                <a:lnTo>
                  <a:pt x="15360" y="0"/>
                </a:lnTo>
                <a:moveTo>
                  <a:pt x="15552" y="0"/>
                </a:moveTo>
                <a:lnTo>
                  <a:pt x="15634" y="0"/>
                </a:lnTo>
                <a:lnTo>
                  <a:pt x="15634" y="29"/>
                </a:lnTo>
                <a:lnTo>
                  <a:pt x="15552" y="29"/>
                </a:lnTo>
                <a:lnTo>
                  <a:pt x="15552" y="0"/>
                </a:lnTo>
                <a:moveTo>
                  <a:pt x="15744" y="0"/>
                </a:moveTo>
                <a:lnTo>
                  <a:pt x="15826" y="0"/>
                </a:lnTo>
                <a:lnTo>
                  <a:pt x="15826" y="29"/>
                </a:lnTo>
                <a:lnTo>
                  <a:pt x="15744" y="29"/>
                </a:lnTo>
                <a:lnTo>
                  <a:pt x="15744" y="0"/>
                </a:lnTo>
                <a:moveTo>
                  <a:pt x="15936" y="0"/>
                </a:moveTo>
                <a:lnTo>
                  <a:pt x="16018" y="0"/>
                </a:lnTo>
                <a:lnTo>
                  <a:pt x="16018" y="29"/>
                </a:lnTo>
                <a:lnTo>
                  <a:pt x="15936" y="29"/>
                </a:lnTo>
                <a:lnTo>
                  <a:pt x="15936" y="0"/>
                </a:lnTo>
                <a:moveTo>
                  <a:pt x="16128" y="0"/>
                </a:moveTo>
                <a:lnTo>
                  <a:pt x="16210" y="0"/>
                </a:lnTo>
                <a:lnTo>
                  <a:pt x="16210" y="29"/>
                </a:lnTo>
                <a:lnTo>
                  <a:pt x="16128" y="29"/>
                </a:lnTo>
                <a:lnTo>
                  <a:pt x="16128" y="0"/>
                </a:lnTo>
                <a:moveTo>
                  <a:pt x="16320" y="0"/>
                </a:moveTo>
                <a:lnTo>
                  <a:pt x="16402" y="0"/>
                </a:lnTo>
                <a:lnTo>
                  <a:pt x="16402" y="29"/>
                </a:lnTo>
                <a:lnTo>
                  <a:pt x="16320" y="29"/>
                </a:lnTo>
                <a:lnTo>
                  <a:pt x="16320" y="0"/>
                </a:lnTo>
                <a:moveTo>
                  <a:pt x="16512" y="0"/>
                </a:moveTo>
                <a:lnTo>
                  <a:pt x="16594" y="0"/>
                </a:lnTo>
                <a:lnTo>
                  <a:pt x="16594" y="29"/>
                </a:lnTo>
                <a:lnTo>
                  <a:pt x="16512" y="29"/>
                </a:lnTo>
                <a:lnTo>
                  <a:pt x="16512" y="0"/>
                </a:lnTo>
                <a:moveTo>
                  <a:pt x="16704" y="0"/>
                </a:moveTo>
                <a:lnTo>
                  <a:pt x="16786" y="0"/>
                </a:lnTo>
                <a:lnTo>
                  <a:pt x="16786" y="29"/>
                </a:lnTo>
                <a:lnTo>
                  <a:pt x="16704" y="29"/>
                </a:lnTo>
                <a:lnTo>
                  <a:pt x="16704" y="0"/>
                </a:lnTo>
                <a:moveTo>
                  <a:pt x="16896" y="0"/>
                </a:moveTo>
                <a:lnTo>
                  <a:pt x="16978" y="0"/>
                </a:lnTo>
                <a:lnTo>
                  <a:pt x="16978" y="29"/>
                </a:lnTo>
                <a:lnTo>
                  <a:pt x="16896" y="29"/>
                </a:lnTo>
                <a:lnTo>
                  <a:pt x="16896" y="0"/>
                </a:lnTo>
                <a:moveTo>
                  <a:pt x="17088" y="0"/>
                </a:moveTo>
                <a:lnTo>
                  <a:pt x="17170" y="0"/>
                </a:lnTo>
                <a:lnTo>
                  <a:pt x="17170" y="29"/>
                </a:lnTo>
                <a:lnTo>
                  <a:pt x="17088" y="29"/>
                </a:lnTo>
                <a:lnTo>
                  <a:pt x="17088" y="0"/>
                </a:lnTo>
                <a:moveTo>
                  <a:pt x="17280" y="0"/>
                </a:moveTo>
                <a:lnTo>
                  <a:pt x="17362" y="0"/>
                </a:lnTo>
                <a:lnTo>
                  <a:pt x="17362" y="29"/>
                </a:lnTo>
                <a:lnTo>
                  <a:pt x="17280" y="29"/>
                </a:lnTo>
                <a:lnTo>
                  <a:pt x="17280" y="0"/>
                </a:lnTo>
                <a:moveTo>
                  <a:pt x="17472" y="0"/>
                </a:moveTo>
                <a:lnTo>
                  <a:pt x="17554" y="0"/>
                </a:lnTo>
                <a:lnTo>
                  <a:pt x="17554" y="29"/>
                </a:lnTo>
                <a:lnTo>
                  <a:pt x="17472" y="29"/>
                </a:lnTo>
                <a:lnTo>
                  <a:pt x="17472" y="0"/>
                </a:lnTo>
                <a:moveTo>
                  <a:pt x="17664" y="0"/>
                </a:moveTo>
                <a:lnTo>
                  <a:pt x="17746" y="0"/>
                </a:lnTo>
                <a:lnTo>
                  <a:pt x="17746" y="29"/>
                </a:lnTo>
                <a:lnTo>
                  <a:pt x="17664" y="29"/>
                </a:lnTo>
                <a:lnTo>
                  <a:pt x="17664" y="0"/>
                </a:lnTo>
                <a:moveTo>
                  <a:pt x="17856" y="0"/>
                </a:moveTo>
                <a:lnTo>
                  <a:pt x="17938" y="0"/>
                </a:lnTo>
                <a:lnTo>
                  <a:pt x="17938" y="29"/>
                </a:lnTo>
                <a:lnTo>
                  <a:pt x="17856" y="29"/>
                </a:lnTo>
                <a:lnTo>
                  <a:pt x="17856" y="0"/>
                </a:lnTo>
                <a:moveTo>
                  <a:pt x="18047" y="0"/>
                </a:moveTo>
                <a:lnTo>
                  <a:pt x="18130" y="0"/>
                </a:lnTo>
                <a:lnTo>
                  <a:pt x="18130" y="29"/>
                </a:lnTo>
                <a:lnTo>
                  <a:pt x="18047" y="29"/>
                </a:lnTo>
                <a:lnTo>
                  <a:pt x="18047" y="0"/>
                </a:lnTo>
                <a:moveTo>
                  <a:pt x="18239" y="0"/>
                </a:moveTo>
                <a:lnTo>
                  <a:pt x="18322" y="0"/>
                </a:lnTo>
                <a:lnTo>
                  <a:pt x="18322" y="29"/>
                </a:lnTo>
                <a:lnTo>
                  <a:pt x="18239" y="29"/>
                </a:lnTo>
                <a:lnTo>
                  <a:pt x="18239" y="0"/>
                </a:lnTo>
                <a:moveTo>
                  <a:pt x="18431" y="0"/>
                </a:moveTo>
                <a:lnTo>
                  <a:pt x="18514" y="0"/>
                </a:lnTo>
                <a:lnTo>
                  <a:pt x="18514" y="29"/>
                </a:lnTo>
                <a:lnTo>
                  <a:pt x="18431" y="29"/>
                </a:lnTo>
                <a:lnTo>
                  <a:pt x="18431" y="0"/>
                </a:lnTo>
                <a:moveTo>
                  <a:pt x="18623" y="0"/>
                </a:moveTo>
                <a:lnTo>
                  <a:pt x="18706" y="0"/>
                </a:lnTo>
                <a:lnTo>
                  <a:pt x="18706" y="29"/>
                </a:lnTo>
                <a:lnTo>
                  <a:pt x="18623" y="29"/>
                </a:lnTo>
                <a:lnTo>
                  <a:pt x="18623" y="0"/>
                </a:lnTo>
                <a:moveTo>
                  <a:pt x="18815" y="0"/>
                </a:moveTo>
                <a:lnTo>
                  <a:pt x="18898" y="0"/>
                </a:lnTo>
                <a:lnTo>
                  <a:pt x="18898" y="29"/>
                </a:lnTo>
                <a:lnTo>
                  <a:pt x="18815" y="29"/>
                </a:lnTo>
                <a:lnTo>
                  <a:pt x="18815" y="0"/>
                </a:lnTo>
                <a:moveTo>
                  <a:pt x="19007" y="0"/>
                </a:moveTo>
                <a:lnTo>
                  <a:pt x="19090" y="0"/>
                </a:lnTo>
                <a:lnTo>
                  <a:pt x="19090" y="29"/>
                </a:lnTo>
                <a:lnTo>
                  <a:pt x="19007" y="29"/>
                </a:lnTo>
                <a:lnTo>
                  <a:pt x="19007" y="0"/>
                </a:lnTo>
                <a:moveTo>
                  <a:pt x="19199" y="0"/>
                </a:moveTo>
                <a:lnTo>
                  <a:pt x="19282" y="0"/>
                </a:lnTo>
                <a:lnTo>
                  <a:pt x="19282" y="29"/>
                </a:lnTo>
                <a:lnTo>
                  <a:pt x="19199" y="29"/>
                </a:lnTo>
                <a:lnTo>
                  <a:pt x="1919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989280" y="4806720"/>
            <a:ext cx="119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19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1186920" y="5668560"/>
            <a:ext cx="6941520" cy="10440"/>
          </a:xfrm>
          <a:custGeom>
            <a:avLst/>
            <a:gdLst/>
            <a:ahLst/>
            <a:rect l="0" t="0" r="r" b="b"/>
            <a:pathLst>
              <a:path w="19282" h="29">
                <a:moveTo>
                  <a:pt x="0" y="0"/>
                </a:moveTo>
                <a:lnTo>
                  <a:pt x="83" y="0"/>
                </a:lnTo>
                <a:lnTo>
                  <a:pt x="83" y="29"/>
                </a:lnTo>
                <a:lnTo>
                  <a:pt x="0" y="29"/>
                </a:lnTo>
                <a:lnTo>
                  <a:pt x="0" y="0"/>
                </a:lnTo>
                <a:moveTo>
                  <a:pt x="192" y="0"/>
                </a:moveTo>
                <a:lnTo>
                  <a:pt x="275" y="0"/>
                </a:lnTo>
                <a:lnTo>
                  <a:pt x="275" y="29"/>
                </a:lnTo>
                <a:lnTo>
                  <a:pt x="192" y="29"/>
                </a:lnTo>
                <a:lnTo>
                  <a:pt x="192" y="0"/>
                </a:lnTo>
                <a:moveTo>
                  <a:pt x="384" y="0"/>
                </a:moveTo>
                <a:lnTo>
                  <a:pt x="466" y="0"/>
                </a:lnTo>
                <a:lnTo>
                  <a:pt x="466" y="29"/>
                </a:lnTo>
                <a:lnTo>
                  <a:pt x="384" y="29"/>
                </a:lnTo>
                <a:lnTo>
                  <a:pt x="384" y="0"/>
                </a:lnTo>
                <a:moveTo>
                  <a:pt x="576" y="0"/>
                </a:moveTo>
                <a:lnTo>
                  <a:pt x="658" y="0"/>
                </a:lnTo>
                <a:lnTo>
                  <a:pt x="658" y="29"/>
                </a:lnTo>
                <a:lnTo>
                  <a:pt x="576" y="29"/>
                </a:lnTo>
                <a:lnTo>
                  <a:pt x="576" y="0"/>
                </a:lnTo>
                <a:moveTo>
                  <a:pt x="768" y="0"/>
                </a:moveTo>
                <a:lnTo>
                  <a:pt x="850" y="0"/>
                </a:lnTo>
                <a:lnTo>
                  <a:pt x="850" y="29"/>
                </a:lnTo>
                <a:lnTo>
                  <a:pt x="768" y="29"/>
                </a:lnTo>
                <a:lnTo>
                  <a:pt x="768" y="0"/>
                </a:lnTo>
                <a:moveTo>
                  <a:pt x="960" y="0"/>
                </a:moveTo>
                <a:lnTo>
                  <a:pt x="1042" y="0"/>
                </a:lnTo>
                <a:lnTo>
                  <a:pt x="1042" y="29"/>
                </a:lnTo>
                <a:lnTo>
                  <a:pt x="960" y="29"/>
                </a:lnTo>
                <a:lnTo>
                  <a:pt x="960" y="0"/>
                </a:lnTo>
                <a:moveTo>
                  <a:pt x="1152" y="0"/>
                </a:moveTo>
                <a:lnTo>
                  <a:pt x="1234" y="0"/>
                </a:lnTo>
                <a:lnTo>
                  <a:pt x="1234" y="29"/>
                </a:lnTo>
                <a:lnTo>
                  <a:pt x="1152" y="29"/>
                </a:lnTo>
                <a:lnTo>
                  <a:pt x="1152" y="0"/>
                </a:lnTo>
                <a:moveTo>
                  <a:pt x="1344" y="0"/>
                </a:moveTo>
                <a:lnTo>
                  <a:pt x="1426" y="0"/>
                </a:lnTo>
                <a:lnTo>
                  <a:pt x="1426" y="29"/>
                </a:lnTo>
                <a:lnTo>
                  <a:pt x="1344" y="29"/>
                </a:lnTo>
                <a:lnTo>
                  <a:pt x="1344" y="0"/>
                </a:lnTo>
                <a:moveTo>
                  <a:pt x="1536" y="0"/>
                </a:moveTo>
                <a:lnTo>
                  <a:pt x="1618" y="0"/>
                </a:lnTo>
                <a:lnTo>
                  <a:pt x="1618" y="29"/>
                </a:lnTo>
                <a:lnTo>
                  <a:pt x="1536" y="29"/>
                </a:lnTo>
                <a:lnTo>
                  <a:pt x="1536" y="0"/>
                </a:lnTo>
                <a:moveTo>
                  <a:pt x="1728" y="0"/>
                </a:moveTo>
                <a:lnTo>
                  <a:pt x="1810" y="0"/>
                </a:lnTo>
                <a:lnTo>
                  <a:pt x="1810" y="29"/>
                </a:lnTo>
                <a:lnTo>
                  <a:pt x="1728" y="29"/>
                </a:lnTo>
                <a:lnTo>
                  <a:pt x="1728" y="0"/>
                </a:lnTo>
                <a:moveTo>
                  <a:pt x="1920" y="0"/>
                </a:moveTo>
                <a:lnTo>
                  <a:pt x="2002" y="0"/>
                </a:lnTo>
                <a:lnTo>
                  <a:pt x="2002" y="29"/>
                </a:lnTo>
                <a:lnTo>
                  <a:pt x="1920" y="29"/>
                </a:lnTo>
                <a:lnTo>
                  <a:pt x="1920" y="0"/>
                </a:lnTo>
                <a:moveTo>
                  <a:pt x="2112" y="0"/>
                </a:moveTo>
                <a:lnTo>
                  <a:pt x="2194" y="0"/>
                </a:lnTo>
                <a:lnTo>
                  <a:pt x="2194" y="29"/>
                </a:lnTo>
                <a:lnTo>
                  <a:pt x="2112" y="29"/>
                </a:lnTo>
                <a:lnTo>
                  <a:pt x="2112" y="0"/>
                </a:lnTo>
                <a:moveTo>
                  <a:pt x="2304" y="0"/>
                </a:moveTo>
                <a:lnTo>
                  <a:pt x="2386" y="0"/>
                </a:lnTo>
                <a:lnTo>
                  <a:pt x="2386" y="29"/>
                </a:lnTo>
                <a:lnTo>
                  <a:pt x="2304" y="29"/>
                </a:lnTo>
                <a:lnTo>
                  <a:pt x="2304" y="0"/>
                </a:lnTo>
                <a:moveTo>
                  <a:pt x="2496" y="0"/>
                </a:moveTo>
                <a:lnTo>
                  <a:pt x="2578" y="0"/>
                </a:lnTo>
                <a:lnTo>
                  <a:pt x="2578" y="29"/>
                </a:lnTo>
                <a:lnTo>
                  <a:pt x="2496" y="29"/>
                </a:lnTo>
                <a:lnTo>
                  <a:pt x="2496" y="0"/>
                </a:lnTo>
                <a:moveTo>
                  <a:pt x="2688" y="0"/>
                </a:moveTo>
                <a:lnTo>
                  <a:pt x="2770" y="0"/>
                </a:lnTo>
                <a:lnTo>
                  <a:pt x="2770" y="29"/>
                </a:lnTo>
                <a:lnTo>
                  <a:pt x="2688" y="29"/>
                </a:lnTo>
                <a:lnTo>
                  <a:pt x="2688" y="0"/>
                </a:lnTo>
                <a:moveTo>
                  <a:pt x="2880" y="0"/>
                </a:moveTo>
                <a:lnTo>
                  <a:pt x="2962" y="0"/>
                </a:lnTo>
                <a:lnTo>
                  <a:pt x="2962" y="29"/>
                </a:lnTo>
                <a:lnTo>
                  <a:pt x="2880" y="29"/>
                </a:lnTo>
                <a:lnTo>
                  <a:pt x="2880" y="0"/>
                </a:lnTo>
                <a:moveTo>
                  <a:pt x="3072" y="0"/>
                </a:moveTo>
                <a:lnTo>
                  <a:pt x="3154" y="0"/>
                </a:lnTo>
                <a:lnTo>
                  <a:pt x="3154" y="29"/>
                </a:lnTo>
                <a:lnTo>
                  <a:pt x="3072" y="29"/>
                </a:lnTo>
                <a:lnTo>
                  <a:pt x="3072" y="0"/>
                </a:lnTo>
                <a:moveTo>
                  <a:pt x="3264" y="0"/>
                </a:moveTo>
                <a:lnTo>
                  <a:pt x="3346" y="0"/>
                </a:lnTo>
                <a:lnTo>
                  <a:pt x="3346" y="29"/>
                </a:lnTo>
                <a:lnTo>
                  <a:pt x="3264" y="29"/>
                </a:lnTo>
                <a:lnTo>
                  <a:pt x="3264" y="0"/>
                </a:lnTo>
                <a:moveTo>
                  <a:pt x="3456" y="0"/>
                </a:moveTo>
                <a:lnTo>
                  <a:pt x="3538" y="0"/>
                </a:lnTo>
                <a:lnTo>
                  <a:pt x="3538" y="29"/>
                </a:lnTo>
                <a:lnTo>
                  <a:pt x="3456" y="29"/>
                </a:lnTo>
                <a:lnTo>
                  <a:pt x="3456" y="0"/>
                </a:lnTo>
                <a:moveTo>
                  <a:pt x="3648" y="0"/>
                </a:moveTo>
                <a:lnTo>
                  <a:pt x="3730" y="0"/>
                </a:lnTo>
                <a:lnTo>
                  <a:pt x="3730" y="29"/>
                </a:lnTo>
                <a:lnTo>
                  <a:pt x="3648" y="29"/>
                </a:lnTo>
                <a:lnTo>
                  <a:pt x="3648" y="0"/>
                </a:lnTo>
                <a:moveTo>
                  <a:pt x="3840" y="0"/>
                </a:moveTo>
                <a:lnTo>
                  <a:pt x="3922" y="0"/>
                </a:lnTo>
                <a:lnTo>
                  <a:pt x="3922" y="29"/>
                </a:lnTo>
                <a:lnTo>
                  <a:pt x="3840" y="29"/>
                </a:lnTo>
                <a:lnTo>
                  <a:pt x="3840" y="0"/>
                </a:lnTo>
                <a:moveTo>
                  <a:pt x="4032" y="0"/>
                </a:moveTo>
                <a:lnTo>
                  <a:pt x="4114" y="0"/>
                </a:lnTo>
                <a:lnTo>
                  <a:pt x="4114" y="29"/>
                </a:lnTo>
                <a:lnTo>
                  <a:pt x="4032" y="29"/>
                </a:lnTo>
                <a:lnTo>
                  <a:pt x="4032" y="0"/>
                </a:lnTo>
                <a:moveTo>
                  <a:pt x="4224" y="0"/>
                </a:moveTo>
                <a:lnTo>
                  <a:pt x="4306" y="0"/>
                </a:lnTo>
                <a:lnTo>
                  <a:pt x="4306" y="29"/>
                </a:lnTo>
                <a:lnTo>
                  <a:pt x="4224" y="29"/>
                </a:lnTo>
                <a:lnTo>
                  <a:pt x="4224" y="0"/>
                </a:lnTo>
                <a:moveTo>
                  <a:pt x="4416" y="0"/>
                </a:moveTo>
                <a:lnTo>
                  <a:pt x="4498" y="0"/>
                </a:lnTo>
                <a:lnTo>
                  <a:pt x="4498" y="29"/>
                </a:lnTo>
                <a:lnTo>
                  <a:pt x="4416" y="29"/>
                </a:lnTo>
                <a:lnTo>
                  <a:pt x="4416" y="0"/>
                </a:lnTo>
                <a:moveTo>
                  <a:pt x="4608" y="0"/>
                </a:moveTo>
                <a:lnTo>
                  <a:pt x="4690" y="0"/>
                </a:lnTo>
                <a:lnTo>
                  <a:pt x="4690" y="29"/>
                </a:lnTo>
                <a:lnTo>
                  <a:pt x="4608" y="29"/>
                </a:lnTo>
                <a:lnTo>
                  <a:pt x="4608" y="0"/>
                </a:lnTo>
                <a:moveTo>
                  <a:pt x="4800" y="0"/>
                </a:moveTo>
                <a:lnTo>
                  <a:pt x="4882" y="0"/>
                </a:lnTo>
                <a:lnTo>
                  <a:pt x="4882" y="29"/>
                </a:lnTo>
                <a:lnTo>
                  <a:pt x="4800" y="29"/>
                </a:lnTo>
                <a:lnTo>
                  <a:pt x="4800" y="0"/>
                </a:lnTo>
                <a:moveTo>
                  <a:pt x="4992" y="0"/>
                </a:moveTo>
                <a:lnTo>
                  <a:pt x="5074" y="0"/>
                </a:lnTo>
                <a:lnTo>
                  <a:pt x="5074" y="29"/>
                </a:lnTo>
                <a:lnTo>
                  <a:pt x="4992" y="29"/>
                </a:lnTo>
                <a:lnTo>
                  <a:pt x="4992" y="0"/>
                </a:lnTo>
                <a:moveTo>
                  <a:pt x="5184" y="0"/>
                </a:moveTo>
                <a:lnTo>
                  <a:pt x="5266" y="0"/>
                </a:lnTo>
                <a:lnTo>
                  <a:pt x="5266" y="29"/>
                </a:lnTo>
                <a:lnTo>
                  <a:pt x="5184" y="29"/>
                </a:lnTo>
                <a:lnTo>
                  <a:pt x="5184" y="0"/>
                </a:lnTo>
                <a:moveTo>
                  <a:pt x="5376" y="0"/>
                </a:moveTo>
                <a:lnTo>
                  <a:pt x="5458" y="0"/>
                </a:lnTo>
                <a:lnTo>
                  <a:pt x="5458" y="29"/>
                </a:lnTo>
                <a:lnTo>
                  <a:pt x="5376" y="29"/>
                </a:lnTo>
                <a:lnTo>
                  <a:pt x="5376" y="0"/>
                </a:lnTo>
                <a:moveTo>
                  <a:pt x="5568" y="0"/>
                </a:moveTo>
                <a:lnTo>
                  <a:pt x="5650" y="0"/>
                </a:lnTo>
                <a:lnTo>
                  <a:pt x="5650" y="29"/>
                </a:lnTo>
                <a:lnTo>
                  <a:pt x="5568" y="29"/>
                </a:lnTo>
                <a:lnTo>
                  <a:pt x="5568" y="0"/>
                </a:lnTo>
                <a:moveTo>
                  <a:pt x="5760" y="0"/>
                </a:moveTo>
                <a:lnTo>
                  <a:pt x="5842" y="0"/>
                </a:lnTo>
                <a:lnTo>
                  <a:pt x="5842" y="29"/>
                </a:lnTo>
                <a:lnTo>
                  <a:pt x="5760" y="29"/>
                </a:lnTo>
                <a:lnTo>
                  <a:pt x="5760" y="0"/>
                </a:lnTo>
                <a:moveTo>
                  <a:pt x="5952" y="0"/>
                </a:moveTo>
                <a:lnTo>
                  <a:pt x="6034" y="0"/>
                </a:lnTo>
                <a:lnTo>
                  <a:pt x="6034" y="29"/>
                </a:lnTo>
                <a:lnTo>
                  <a:pt x="5952" y="29"/>
                </a:lnTo>
                <a:lnTo>
                  <a:pt x="5952" y="0"/>
                </a:lnTo>
                <a:moveTo>
                  <a:pt x="6144" y="0"/>
                </a:moveTo>
                <a:lnTo>
                  <a:pt x="6226" y="0"/>
                </a:lnTo>
                <a:lnTo>
                  <a:pt x="6226" y="29"/>
                </a:lnTo>
                <a:lnTo>
                  <a:pt x="6144" y="29"/>
                </a:lnTo>
                <a:lnTo>
                  <a:pt x="6144" y="0"/>
                </a:lnTo>
                <a:moveTo>
                  <a:pt x="6336" y="0"/>
                </a:moveTo>
                <a:lnTo>
                  <a:pt x="6419" y="0"/>
                </a:lnTo>
                <a:lnTo>
                  <a:pt x="6419" y="29"/>
                </a:lnTo>
                <a:lnTo>
                  <a:pt x="6336" y="29"/>
                </a:lnTo>
                <a:lnTo>
                  <a:pt x="6336" y="0"/>
                </a:lnTo>
                <a:moveTo>
                  <a:pt x="6529" y="0"/>
                </a:moveTo>
                <a:lnTo>
                  <a:pt x="6611" y="0"/>
                </a:lnTo>
                <a:lnTo>
                  <a:pt x="6611" y="29"/>
                </a:lnTo>
                <a:lnTo>
                  <a:pt x="6529" y="29"/>
                </a:lnTo>
                <a:lnTo>
                  <a:pt x="6529" y="0"/>
                </a:lnTo>
                <a:moveTo>
                  <a:pt x="6721" y="0"/>
                </a:moveTo>
                <a:lnTo>
                  <a:pt x="6803" y="0"/>
                </a:lnTo>
                <a:lnTo>
                  <a:pt x="6803" y="29"/>
                </a:lnTo>
                <a:lnTo>
                  <a:pt x="6721" y="29"/>
                </a:lnTo>
                <a:lnTo>
                  <a:pt x="6721" y="0"/>
                </a:lnTo>
                <a:moveTo>
                  <a:pt x="6913" y="0"/>
                </a:moveTo>
                <a:lnTo>
                  <a:pt x="6995" y="0"/>
                </a:lnTo>
                <a:lnTo>
                  <a:pt x="6995" y="29"/>
                </a:lnTo>
                <a:lnTo>
                  <a:pt x="6913" y="29"/>
                </a:lnTo>
                <a:lnTo>
                  <a:pt x="6913" y="0"/>
                </a:lnTo>
                <a:moveTo>
                  <a:pt x="7105" y="0"/>
                </a:moveTo>
                <a:lnTo>
                  <a:pt x="7187" y="0"/>
                </a:lnTo>
                <a:lnTo>
                  <a:pt x="7187" y="29"/>
                </a:lnTo>
                <a:lnTo>
                  <a:pt x="7105" y="29"/>
                </a:lnTo>
                <a:lnTo>
                  <a:pt x="7105" y="0"/>
                </a:lnTo>
                <a:moveTo>
                  <a:pt x="7297" y="0"/>
                </a:moveTo>
                <a:lnTo>
                  <a:pt x="7379" y="0"/>
                </a:lnTo>
                <a:lnTo>
                  <a:pt x="7379" y="29"/>
                </a:lnTo>
                <a:lnTo>
                  <a:pt x="7297" y="29"/>
                </a:lnTo>
                <a:lnTo>
                  <a:pt x="7297" y="0"/>
                </a:lnTo>
                <a:moveTo>
                  <a:pt x="7489" y="0"/>
                </a:moveTo>
                <a:lnTo>
                  <a:pt x="7571" y="0"/>
                </a:lnTo>
                <a:lnTo>
                  <a:pt x="7571" y="29"/>
                </a:lnTo>
                <a:lnTo>
                  <a:pt x="7489" y="29"/>
                </a:lnTo>
                <a:lnTo>
                  <a:pt x="7489" y="0"/>
                </a:lnTo>
                <a:moveTo>
                  <a:pt x="7681" y="0"/>
                </a:moveTo>
                <a:lnTo>
                  <a:pt x="7763" y="0"/>
                </a:lnTo>
                <a:lnTo>
                  <a:pt x="7763" y="29"/>
                </a:lnTo>
                <a:lnTo>
                  <a:pt x="7681" y="29"/>
                </a:lnTo>
                <a:lnTo>
                  <a:pt x="7681" y="0"/>
                </a:lnTo>
                <a:moveTo>
                  <a:pt x="7872" y="0"/>
                </a:moveTo>
                <a:lnTo>
                  <a:pt x="7955" y="0"/>
                </a:lnTo>
                <a:lnTo>
                  <a:pt x="7955" y="29"/>
                </a:lnTo>
                <a:lnTo>
                  <a:pt x="7872" y="29"/>
                </a:lnTo>
                <a:lnTo>
                  <a:pt x="7872" y="0"/>
                </a:lnTo>
                <a:moveTo>
                  <a:pt x="8064" y="0"/>
                </a:moveTo>
                <a:lnTo>
                  <a:pt x="8147" y="0"/>
                </a:lnTo>
                <a:lnTo>
                  <a:pt x="8147" y="29"/>
                </a:lnTo>
                <a:lnTo>
                  <a:pt x="8064" y="29"/>
                </a:lnTo>
                <a:lnTo>
                  <a:pt x="8064" y="0"/>
                </a:lnTo>
                <a:moveTo>
                  <a:pt x="8256" y="0"/>
                </a:moveTo>
                <a:lnTo>
                  <a:pt x="8339" y="0"/>
                </a:lnTo>
                <a:lnTo>
                  <a:pt x="8339" y="29"/>
                </a:lnTo>
                <a:lnTo>
                  <a:pt x="8256" y="29"/>
                </a:lnTo>
                <a:lnTo>
                  <a:pt x="8256" y="0"/>
                </a:lnTo>
                <a:moveTo>
                  <a:pt x="8448" y="0"/>
                </a:moveTo>
                <a:lnTo>
                  <a:pt x="8531" y="0"/>
                </a:lnTo>
                <a:lnTo>
                  <a:pt x="8531" y="29"/>
                </a:lnTo>
                <a:lnTo>
                  <a:pt x="8448" y="29"/>
                </a:lnTo>
                <a:lnTo>
                  <a:pt x="8448" y="0"/>
                </a:lnTo>
                <a:moveTo>
                  <a:pt x="8640" y="0"/>
                </a:moveTo>
                <a:lnTo>
                  <a:pt x="8723" y="0"/>
                </a:lnTo>
                <a:lnTo>
                  <a:pt x="8723" y="29"/>
                </a:lnTo>
                <a:lnTo>
                  <a:pt x="8640" y="29"/>
                </a:lnTo>
                <a:lnTo>
                  <a:pt x="8640" y="0"/>
                </a:lnTo>
                <a:moveTo>
                  <a:pt x="8832" y="0"/>
                </a:moveTo>
                <a:lnTo>
                  <a:pt x="8915" y="0"/>
                </a:lnTo>
                <a:lnTo>
                  <a:pt x="8915" y="29"/>
                </a:lnTo>
                <a:lnTo>
                  <a:pt x="8832" y="29"/>
                </a:lnTo>
                <a:lnTo>
                  <a:pt x="8832" y="0"/>
                </a:lnTo>
                <a:moveTo>
                  <a:pt x="9024" y="0"/>
                </a:moveTo>
                <a:lnTo>
                  <a:pt x="9107" y="0"/>
                </a:lnTo>
                <a:lnTo>
                  <a:pt x="9107" y="29"/>
                </a:lnTo>
                <a:lnTo>
                  <a:pt x="9024" y="29"/>
                </a:lnTo>
                <a:lnTo>
                  <a:pt x="9024" y="0"/>
                </a:lnTo>
                <a:moveTo>
                  <a:pt x="9216" y="0"/>
                </a:moveTo>
                <a:lnTo>
                  <a:pt x="9299" y="0"/>
                </a:lnTo>
                <a:lnTo>
                  <a:pt x="9299" y="29"/>
                </a:lnTo>
                <a:lnTo>
                  <a:pt x="9216" y="29"/>
                </a:lnTo>
                <a:lnTo>
                  <a:pt x="9216" y="0"/>
                </a:lnTo>
                <a:moveTo>
                  <a:pt x="9408" y="0"/>
                </a:moveTo>
                <a:lnTo>
                  <a:pt x="9491" y="0"/>
                </a:lnTo>
                <a:lnTo>
                  <a:pt x="9491" y="29"/>
                </a:lnTo>
                <a:lnTo>
                  <a:pt x="9408" y="29"/>
                </a:lnTo>
                <a:lnTo>
                  <a:pt x="9408" y="0"/>
                </a:lnTo>
                <a:moveTo>
                  <a:pt x="9600" y="0"/>
                </a:moveTo>
                <a:lnTo>
                  <a:pt x="9683" y="0"/>
                </a:lnTo>
                <a:lnTo>
                  <a:pt x="9683" y="29"/>
                </a:lnTo>
                <a:lnTo>
                  <a:pt x="9600" y="29"/>
                </a:lnTo>
                <a:lnTo>
                  <a:pt x="9600" y="0"/>
                </a:lnTo>
                <a:moveTo>
                  <a:pt x="9792" y="0"/>
                </a:moveTo>
                <a:lnTo>
                  <a:pt x="9875" y="0"/>
                </a:lnTo>
                <a:lnTo>
                  <a:pt x="9875" y="29"/>
                </a:lnTo>
                <a:lnTo>
                  <a:pt x="9792" y="29"/>
                </a:lnTo>
                <a:lnTo>
                  <a:pt x="9792" y="0"/>
                </a:lnTo>
                <a:moveTo>
                  <a:pt x="9984" y="0"/>
                </a:moveTo>
                <a:lnTo>
                  <a:pt x="10067" y="0"/>
                </a:lnTo>
                <a:lnTo>
                  <a:pt x="10067" y="29"/>
                </a:lnTo>
                <a:lnTo>
                  <a:pt x="9984" y="29"/>
                </a:lnTo>
                <a:lnTo>
                  <a:pt x="9984" y="0"/>
                </a:lnTo>
                <a:moveTo>
                  <a:pt x="10176" y="0"/>
                </a:moveTo>
                <a:lnTo>
                  <a:pt x="10259" y="0"/>
                </a:lnTo>
                <a:lnTo>
                  <a:pt x="10259" y="29"/>
                </a:lnTo>
                <a:lnTo>
                  <a:pt x="10176" y="29"/>
                </a:lnTo>
                <a:lnTo>
                  <a:pt x="10176" y="0"/>
                </a:lnTo>
                <a:moveTo>
                  <a:pt x="10368" y="0"/>
                </a:moveTo>
                <a:lnTo>
                  <a:pt x="10451" y="0"/>
                </a:lnTo>
                <a:lnTo>
                  <a:pt x="10451" y="29"/>
                </a:lnTo>
                <a:lnTo>
                  <a:pt x="10368" y="29"/>
                </a:lnTo>
                <a:lnTo>
                  <a:pt x="10368" y="0"/>
                </a:lnTo>
                <a:moveTo>
                  <a:pt x="10560" y="0"/>
                </a:moveTo>
                <a:lnTo>
                  <a:pt x="10643" y="0"/>
                </a:lnTo>
                <a:lnTo>
                  <a:pt x="10643" y="29"/>
                </a:lnTo>
                <a:lnTo>
                  <a:pt x="10560" y="29"/>
                </a:lnTo>
                <a:lnTo>
                  <a:pt x="10560" y="0"/>
                </a:lnTo>
                <a:moveTo>
                  <a:pt x="10752" y="0"/>
                </a:moveTo>
                <a:lnTo>
                  <a:pt x="10834" y="0"/>
                </a:lnTo>
                <a:lnTo>
                  <a:pt x="10834" y="29"/>
                </a:lnTo>
                <a:lnTo>
                  <a:pt x="10752" y="29"/>
                </a:lnTo>
                <a:lnTo>
                  <a:pt x="10752" y="0"/>
                </a:lnTo>
                <a:moveTo>
                  <a:pt x="10944" y="0"/>
                </a:moveTo>
                <a:lnTo>
                  <a:pt x="11026" y="0"/>
                </a:lnTo>
                <a:lnTo>
                  <a:pt x="11026" y="29"/>
                </a:lnTo>
                <a:lnTo>
                  <a:pt x="10944" y="29"/>
                </a:lnTo>
                <a:lnTo>
                  <a:pt x="10944" y="0"/>
                </a:lnTo>
                <a:moveTo>
                  <a:pt x="11136" y="0"/>
                </a:moveTo>
                <a:lnTo>
                  <a:pt x="11218" y="0"/>
                </a:lnTo>
                <a:lnTo>
                  <a:pt x="11218" y="29"/>
                </a:lnTo>
                <a:lnTo>
                  <a:pt x="11136" y="29"/>
                </a:lnTo>
                <a:lnTo>
                  <a:pt x="11136" y="0"/>
                </a:lnTo>
                <a:moveTo>
                  <a:pt x="11328" y="0"/>
                </a:moveTo>
                <a:lnTo>
                  <a:pt x="11410" y="0"/>
                </a:lnTo>
                <a:lnTo>
                  <a:pt x="11410" y="29"/>
                </a:lnTo>
                <a:lnTo>
                  <a:pt x="11328" y="29"/>
                </a:lnTo>
                <a:lnTo>
                  <a:pt x="11328" y="0"/>
                </a:lnTo>
                <a:moveTo>
                  <a:pt x="11520" y="0"/>
                </a:moveTo>
                <a:lnTo>
                  <a:pt x="11602" y="0"/>
                </a:lnTo>
                <a:lnTo>
                  <a:pt x="11602" y="29"/>
                </a:lnTo>
                <a:lnTo>
                  <a:pt x="11520" y="29"/>
                </a:lnTo>
                <a:lnTo>
                  <a:pt x="11520" y="0"/>
                </a:lnTo>
                <a:moveTo>
                  <a:pt x="11712" y="0"/>
                </a:moveTo>
                <a:lnTo>
                  <a:pt x="11794" y="0"/>
                </a:lnTo>
                <a:lnTo>
                  <a:pt x="11794" y="29"/>
                </a:lnTo>
                <a:lnTo>
                  <a:pt x="11712" y="29"/>
                </a:lnTo>
                <a:lnTo>
                  <a:pt x="11712" y="0"/>
                </a:lnTo>
                <a:moveTo>
                  <a:pt x="11904" y="0"/>
                </a:moveTo>
                <a:lnTo>
                  <a:pt x="11986" y="0"/>
                </a:lnTo>
                <a:lnTo>
                  <a:pt x="11986" y="29"/>
                </a:lnTo>
                <a:lnTo>
                  <a:pt x="11904" y="29"/>
                </a:lnTo>
                <a:lnTo>
                  <a:pt x="11904" y="0"/>
                </a:lnTo>
                <a:moveTo>
                  <a:pt x="12096" y="0"/>
                </a:moveTo>
                <a:lnTo>
                  <a:pt x="12178" y="0"/>
                </a:lnTo>
                <a:lnTo>
                  <a:pt x="12178" y="29"/>
                </a:lnTo>
                <a:lnTo>
                  <a:pt x="12096" y="29"/>
                </a:lnTo>
                <a:lnTo>
                  <a:pt x="12096" y="0"/>
                </a:lnTo>
                <a:moveTo>
                  <a:pt x="12288" y="0"/>
                </a:moveTo>
                <a:lnTo>
                  <a:pt x="12370" y="0"/>
                </a:lnTo>
                <a:lnTo>
                  <a:pt x="12370" y="29"/>
                </a:lnTo>
                <a:lnTo>
                  <a:pt x="12288" y="29"/>
                </a:lnTo>
                <a:lnTo>
                  <a:pt x="12288" y="0"/>
                </a:lnTo>
                <a:moveTo>
                  <a:pt x="12480" y="0"/>
                </a:moveTo>
                <a:lnTo>
                  <a:pt x="12562" y="0"/>
                </a:lnTo>
                <a:lnTo>
                  <a:pt x="12562" y="29"/>
                </a:lnTo>
                <a:lnTo>
                  <a:pt x="12480" y="29"/>
                </a:lnTo>
                <a:lnTo>
                  <a:pt x="12480" y="0"/>
                </a:lnTo>
                <a:moveTo>
                  <a:pt x="12672" y="0"/>
                </a:moveTo>
                <a:lnTo>
                  <a:pt x="12754" y="0"/>
                </a:lnTo>
                <a:lnTo>
                  <a:pt x="12754" y="29"/>
                </a:lnTo>
                <a:lnTo>
                  <a:pt x="12672" y="29"/>
                </a:lnTo>
                <a:lnTo>
                  <a:pt x="12672" y="0"/>
                </a:lnTo>
                <a:moveTo>
                  <a:pt x="12864" y="0"/>
                </a:moveTo>
                <a:lnTo>
                  <a:pt x="12946" y="0"/>
                </a:lnTo>
                <a:lnTo>
                  <a:pt x="12946" y="29"/>
                </a:lnTo>
                <a:lnTo>
                  <a:pt x="12864" y="29"/>
                </a:lnTo>
                <a:lnTo>
                  <a:pt x="12864" y="0"/>
                </a:lnTo>
                <a:moveTo>
                  <a:pt x="13056" y="0"/>
                </a:moveTo>
                <a:lnTo>
                  <a:pt x="13138" y="0"/>
                </a:lnTo>
                <a:lnTo>
                  <a:pt x="13138" y="29"/>
                </a:lnTo>
                <a:lnTo>
                  <a:pt x="13056" y="29"/>
                </a:lnTo>
                <a:lnTo>
                  <a:pt x="13056" y="0"/>
                </a:lnTo>
                <a:moveTo>
                  <a:pt x="13248" y="0"/>
                </a:moveTo>
                <a:lnTo>
                  <a:pt x="13330" y="0"/>
                </a:lnTo>
                <a:lnTo>
                  <a:pt x="13330" y="29"/>
                </a:lnTo>
                <a:lnTo>
                  <a:pt x="13248" y="29"/>
                </a:lnTo>
                <a:lnTo>
                  <a:pt x="13248" y="0"/>
                </a:lnTo>
                <a:moveTo>
                  <a:pt x="13440" y="0"/>
                </a:moveTo>
                <a:lnTo>
                  <a:pt x="13522" y="0"/>
                </a:lnTo>
                <a:lnTo>
                  <a:pt x="13522" y="29"/>
                </a:lnTo>
                <a:lnTo>
                  <a:pt x="13440" y="29"/>
                </a:lnTo>
                <a:lnTo>
                  <a:pt x="13440" y="0"/>
                </a:lnTo>
                <a:moveTo>
                  <a:pt x="13632" y="0"/>
                </a:moveTo>
                <a:lnTo>
                  <a:pt x="13714" y="0"/>
                </a:lnTo>
                <a:lnTo>
                  <a:pt x="13714" y="29"/>
                </a:lnTo>
                <a:lnTo>
                  <a:pt x="13632" y="29"/>
                </a:lnTo>
                <a:lnTo>
                  <a:pt x="13632" y="0"/>
                </a:lnTo>
                <a:moveTo>
                  <a:pt x="13824" y="0"/>
                </a:moveTo>
                <a:lnTo>
                  <a:pt x="13906" y="0"/>
                </a:lnTo>
                <a:lnTo>
                  <a:pt x="13906" y="29"/>
                </a:lnTo>
                <a:lnTo>
                  <a:pt x="13824" y="29"/>
                </a:lnTo>
                <a:lnTo>
                  <a:pt x="13824" y="0"/>
                </a:lnTo>
                <a:moveTo>
                  <a:pt x="14016" y="0"/>
                </a:moveTo>
                <a:lnTo>
                  <a:pt x="14098" y="0"/>
                </a:lnTo>
                <a:lnTo>
                  <a:pt x="14098" y="29"/>
                </a:lnTo>
                <a:lnTo>
                  <a:pt x="14016" y="29"/>
                </a:lnTo>
                <a:lnTo>
                  <a:pt x="14016" y="0"/>
                </a:lnTo>
                <a:moveTo>
                  <a:pt x="14208" y="0"/>
                </a:moveTo>
                <a:lnTo>
                  <a:pt x="14290" y="0"/>
                </a:lnTo>
                <a:lnTo>
                  <a:pt x="14290" y="29"/>
                </a:lnTo>
                <a:lnTo>
                  <a:pt x="14208" y="29"/>
                </a:lnTo>
                <a:lnTo>
                  <a:pt x="14208" y="0"/>
                </a:lnTo>
                <a:moveTo>
                  <a:pt x="14400" y="0"/>
                </a:moveTo>
                <a:lnTo>
                  <a:pt x="14482" y="0"/>
                </a:lnTo>
                <a:lnTo>
                  <a:pt x="14482" y="29"/>
                </a:lnTo>
                <a:lnTo>
                  <a:pt x="14400" y="29"/>
                </a:lnTo>
                <a:lnTo>
                  <a:pt x="14400" y="0"/>
                </a:lnTo>
                <a:moveTo>
                  <a:pt x="14592" y="0"/>
                </a:moveTo>
                <a:lnTo>
                  <a:pt x="14674" y="0"/>
                </a:lnTo>
                <a:lnTo>
                  <a:pt x="14674" y="29"/>
                </a:lnTo>
                <a:lnTo>
                  <a:pt x="14592" y="29"/>
                </a:lnTo>
                <a:lnTo>
                  <a:pt x="14592" y="0"/>
                </a:lnTo>
                <a:moveTo>
                  <a:pt x="14784" y="0"/>
                </a:moveTo>
                <a:lnTo>
                  <a:pt x="14866" y="0"/>
                </a:lnTo>
                <a:lnTo>
                  <a:pt x="14866" y="29"/>
                </a:lnTo>
                <a:lnTo>
                  <a:pt x="14784" y="29"/>
                </a:lnTo>
                <a:lnTo>
                  <a:pt x="14784" y="0"/>
                </a:lnTo>
                <a:moveTo>
                  <a:pt x="14976" y="0"/>
                </a:moveTo>
                <a:lnTo>
                  <a:pt x="15058" y="0"/>
                </a:lnTo>
                <a:lnTo>
                  <a:pt x="15058" y="29"/>
                </a:lnTo>
                <a:lnTo>
                  <a:pt x="14976" y="29"/>
                </a:lnTo>
                <a:lnTo>
                  <a:pt x="14976" y="0"/>
                </a:lnTo>
                <a:moveTo>
                  <a:pt x="15168" y="0"/>
                </a:moveTo>
                <a:lnTo>
                  <a:pt x="15250" y="0"/>
                </a:lnTo>
                <a:lnTo>
                  <a:pt x="15250" y="29"/>
                </a:lnTo>
                <a:lnTo>
                  <a:pt x="15168" y="29"/>
                </a:lnTo>
                <a:lnTo>
                  <a:pt x="15168" y="0"/>
                </a:lnTo>
                <a:moveTo>
                  <a:pt x="15360" y="0"/>
                </a:moveTo>
                <a:lnTo>
                  <a:pt x="15442" y="0"/>
                </a:lnTo>
                <a:lnTo>
                  <a:pt x="15442" y="29"/>
                </a:lnTo>
                <a:lnTo>
                  <a:pt x="15360" y="29"/>
                </a:lnTo>
                <a:lnTo>
                  <a:pt x="15360" y="0"/>
                </a:lnTo>
                <a:moveTo>
                  <a:pt x="15552" y="0"/>
                </a:moveTo>
                <a:lnTo>
                  <a:pt x="15634" y="0"/>
                </a:lnTo>
                <a:lnTo>
                  <a:pt x="15634" y="29"/>
                </a:lnTo>
                <a:lnTo>
                  <a:pt x="15552" y="29"/>
                </a:lnTo>
                <a:lnTo>
                  <a:pt x="15552" y="0"/>
                </a:lnTo>
                <a:moveTo>
                  <a:pt x="15744" y="0"/>
                </a:moveTo>
                <a:lnTo>
                  <a:pt x="15826" y="0"/>
                </a:lnTo>
                <a:lnTo>
                  <a:pt x="15826" y="29"/>
                </a:lnTo>
                <a:lnTo>
                  <a:pt x="15744" y="29"/>
                </a:lnTo>
                <a:lnTo>
                  <a:pt x="15744" y="0"/>
                </a:lnTo>
                <a:moveTo>
                  <a:pt x="15936" y="0"/>
                </a:moveTo>
                <a:lnTo>
                  <a:pt x="16018" y="0"/>
                </a:lnTo>
                <a:lnTo>
                  <a:pt x="16018" y="29"/>
                </a:lnTo>
                <a:lnTo>
                  <a:pt x="15936" y="29"/>
                </a:lnTo>
                <a:lnTo>
                  <a:pt x="15936" y="0"/>
                </a:lnTo>
                <a:moveTo>
                  <a:pt x="16128" y="0"/>
                </a:moveTo>
                <a:lnTo>
                  <a:pt x="16210" y="0"/>
                </a:lnTo>
                <a:lnTo>
                  <a:pt x="16210" y="29"/>
                </a:lnTo>
                <a:lnTo>
                  <a:pt x="16128" y="29"/>
                </a:lnTo>
                <a:lnTo>
                  <a:pt x="16128" y="0"/>
                </a:lnTo>
                <a:moveTo>
                  <a:pt x="16320" y="0"/>
                </a:moveTo>
                <a:lnTo>
                  <a:pt x="16402" y="0"/>
                </a:lnTo>
                <a:lnTo>
                  <a:pt x="16402" y="29"/>
                </a:lnTo>
                <a:lnTo>
                  <a:pt x="16320" y="29"/>
                </a:lnTo>
                <a:lnTo>
                  <a:pt x="16320" y="0"/>
                </a:lnTo>
                <a:moveTo>
                  <a:pt x="16512" y="0"/>
                </a:moveTo>
                <a:lnTo>
                  <a:pt x="16594" y="0"/>
                </a:lnTo>
                <a:lnTo>
                  <a:pt x="16594" y="29"/>
                </a:lnTo>
                <a:lnTo>
                  <a:pt x="16512" y="29"/>
                </a:lnTo>
                <a:lnTo>
                  <a:pt x="16512" y="0"/>
                </a:lnTo>
                <a:moveTo>
                  <a:pt x="16704" y="0"/>
                </a:moveTo>
                <a:lnTo>
                  <a:pt x="16786" y="0"/>
                </a:lnTo>
                <a:lnTo>
                  <a:pt x="16786" y="29"/>
                </a:lnTo>
                <a:lnTo>
                  <a:pt x="16704" y="29"/>
                </a:lnTo>
                <a:lnTo>
                  <a:pt x="16704" y="0"/>
                </a:lnTo>
                <a:moveTo>
                  <a:pt x="16896" y="0"/>
                </a:moveTo>
                <a:lnTo>
                  <a:pt x="16978" y="0"/>
                </a:lnTo>
                <a:lnTo>
                  <a:pt x="16978" y="29"/>
                </a:lnTo>
                <a:lnTo>
                  <a:pt x="16896" y="29"/>
                </a:lnTo>
                <a:lnTo>
                  <a:pt x="16896" y="0"/>
                </a:lnTo>
                <a:moveTo>
                  <a:pt x="17088" y="0"/>
                </a:moveTo>
                <a:lnTo>
                  <a:pt x="17170" y="0"/>
                </a:lnTo>
                <a:lnTo>
                  <a:pt x="17170" y="29"/>
                </a:lnTo>
                <a:lnTo>
                  <a:pt x="17088" y="29"/>
                </a:lnTo>
                <a:lnTo>
                  <a:pt x="17088" y="0"/>
                </a:lnTo>
                <a:moveTo>
                  <a:pt x="17280" y="0"/>
                </a:moveTo>
                <a:lnTo>
                  <a:pt x="17362" y="0"/>
                </a:lnTo>
                <a:lnTo>
                  <a:pt x="17362" y="29"/>
                </a:lnTo>
                <a:lnTo>
                  <a:pt x="17280" y="29"/>
                </a:lnTo>
                <a:lnTo>
                  <a:pt x="17280" y="0"/>
                </a:lnTo>
                <a:moveTo>
                  <a:pt x="17472" y="0"/>
                </a:moveTo>
                <a:lnTo>
                  <a:pt x="17554" y="0"/>
                </a:lnTo>
                <a:lnTo>
                  <a:pt x="17554" y="29"/>
                </a:lnTo>
                <a:lnTo>
                  <a:pt x="17472" y="29"/>
                </a:lnTo>
                <a:lnTo>
                  <a:pt x="17472" y="0"/>
                </a:lnTo>
                <a:moveTo>
                  <a:pt x="17664" y="0"/>
                </a:moveTo>
                <a:lnTo>
                  <a:pt x="17746" y="0"/>
                </a:lnTo>
                <a:lnTo>
                  <a:pt x="17746" y="29"/>
                </a:lnTo>
                <a:lnTo>
                  <a:pt x="17664" y="29"/>
                </a:lnTo>
                <a:lnTo>
                  <a:pt x="17664" y="0"/>
                </a:lnTo>
                <a:moveTo>
                  <a:pt x="17856" y="0"/>
                </a:moveTo>
                <a:lnTo>
                  <a:pt x="17938" y="0"/>
                </a:lnTo>
                <a:lnTo>
                  <a:pt x="17938" y="29"/>
                </a:lnTo>
                <a:lnTo>
                  <a:pt x="17856" y="29"/>
                </a:lnTo>
                <a:lnTo>
                  <a:pt x="17856" y="0"/>
                </a:lnTo>
                <a:moveTo>
                  <a:pt x="18047" y="0"/>
                </a:moveTo>
                <a:lnTo>
                  <a:pt x="18130" y="0"/>
                </a:lnTo>
                <a:lnTo>
                  <a:pt x="18130" y="29"/>
                </a:lnTo>
                <a:lnTo>
                  <a:pt x="18047" y="29"/>
                </a:lnTo>
                <a:lnTo>
                  <a:pt x="18047" y="0"/>
                </a:lnTo>
                <a:moveTo>
                  <a:pt x="18239" y="0"/>
                </a:moveTo>
                <a:lnTo>
                  <a:pt x="18322" y="0"/>
                </a:lnTo>
                <a:lnTo>
                  <a:pt x="18322" y="29"/>
                </a:lnTo>
                <a:lnTo>
                  <a:pt x="18239" y="29"/>
                </a:lnTo>
                <a:lnTo>
                  <a:pt x="18239" y="0"/>
                </a:lnTo>
                <a:moveTo>
                  <a:pt x="18431" y="0"/>
                </a:moveTo>
                <a:lnTo>
                  <a:pt x="18514" y="0"/>
                </a:lnTo>
                <a:lnTo>
                  <a:pt x="18514" y="29"/>
                </a:lnTo>
                <a:lnTo>
                  <a:pt x="18431" y="29"/>
                </a:lnTo>
                <a:lnTo>
                  <a:pt x="18431" y="0"/>
                </a:lnTo>
                <a:moveTo>
                  <a:pt x="18623" y="0"/>
                </a:moveTo>
                <a:lnTo>
                  <a:pt x="18706" y="0"/>
                </a:lnTo>
                <a:lnTo>
                  <a:pt x="18706" y="29"/>
                </a:lnTo>
                <a:lnTo>
                  <a:pt x="18623" y="29"/>
                </a:lnTo>
                <a:lnTo>
                  <a:pt x="18623" y="0"/>
                </a:lnTo>
                <a:moveTo>
                  <a:pt x="18815" y="0"/>
                </a:moveTo>
                <a:lnTo>
                  <a:pt x="18898" y="0"/>
                </a:lnTo>
                <a:lnTo>
                  <a:pt x="18898" y="29"/>
                </a:lnTo>
                <a:lnTo>
                  <a:pt x="18815" y="29"/>
                </a:lnTo>
                <a:lnTo>
                  <a:pt x="18815" y="0"/>
                </a:lnTo>
                <a:moveTo>
                  <a:pt x="19007" y="0"/>
                </a:moveTo>
                <a:lnTo>
                  <a:pt x="19090" y="0"/>
                </a:lnTo>
                <a:lnTo>
                  <a:pt x="19090" y="29"/>
                </a:lnTo>
                <a:lnTo>
                  <a:pt x="19007" y="29"/>
                </a:lnTo>
                <a:lnTo>
                  <a:pt x="19007" y="0"/>
                </a:lnTo>
                <a:moveTo>
                  <a:pt x="19199" y="0"/>
                </a:moveTo>
                <a:lnTo>
                  <a:pt x="19282" y="0"/>
                </a:lnTo>
                <a:lnTo>
                  <a:pt x="19282" y="29"/>
                </a:lnTo>
                <a:lnTo>
                  <a:pt x="19199" y="29"/>
                </a:lnTo>
                <a:lnTo>
                  <a:pt x="1919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989280" y="5259240"/>
            <a:ext cx="119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14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1186920" y="6121440"/>
            <a:ext cx="6941520" cy="10080"/>
          </a:xfrm>
          <a:custGeom>
            <a:avLst/>
            <a:gdLst/>
            <a:ahLst/>
            <a:rect l="0" t="0" r="r" b="b"/>
            <a:pathLst>
              <a:path w="19282" h="28">
                <a:moveTo>
                  <a:pt x="0" y="0"/>
                </a:moveTo>
                <a:lnTo>
                  <a:pt x="83" y="0"/>
                </a:lnTo>
                <a:lnTo>
                  <a:pt x="83" y="28"/>
                </a:lnTo>
                <a:lnTo>
                  <a:pt x="0" y="28"/>
                </a:lnTo>
                <a:lnTo>
                  <a:pt x="0" y="0"/>
                </a:lnTo>
                <a:moveTo>
                  <a:pt x="192" y="0"/>
                </a:moveTo>
                <a:lnTo>
                  <a:pt x="275" y="0"/>
                </a:lnTo>
                <a:lnTo>
                  <a:pt x="275" y="28"/>
                </a:lnTo>
                <a:lnTo>
                  <a:pt x="192" y="28"/>
                </a:lnTo>
                <a:lnTo>
                  <a:pt x="192" y="0"/>
                </a:lnTo>
                <a:moveTo>
                  <a:pt x="384" y="0"/>
                </a:moveTo>
                <a:lnTo>
                  <a:pt x="466" y="0"/>
                </a:lnTo>
                <a:lnTo>
                  <a:pt x="466" y="28"/>
                </a:lnTo>
                <a:lnTo>
                  <a:pt x="384" y="28"/>
                </a:lnTo>
                <a:lnTo>
                  <a:pt x="384" y="0"/>
                </a:lnTo>
                <a:moveTo>
                  <a:pt x="576" y="0"/>
                </a:moveTo>
                <a:lnTo>
                  <a:pt x="658" y="0"/>
                </a:lnTo>
                <a:lnTo>
                  <a:pt x="658" y="28"/>
                </a:lnTo>
                <a:lnTo>
                  <a:pt x="576" y="28"/>
                </a:lnTo>
                <a:lnTo>
                  <a:pt x="576" y="0"/>
                </a:lnTo>
                <a:moveTo>
                  <a:pt x="768" y="0"/>
                </a:moveTo>
                <a:lnTo>
                  <a:pt x="850" y="0"/>
                </a:lnTo>
                <a:lnTo>
                  <a:pt x="850" y="28"/>
                </a:lnTo>
                <a:lnTo>
                  <a:pt x="768" y="28"/>
                </a:lnTo>
                <a:lnTo>
                  <a:pt x="768" y="0"/>
                </a:lnTo>
                <a:moveTo>
                  <a:pt x="960" y="0"/>
                </a:moveTo>
                <a:lnTo>
                  <a:pt x="1042" y="0"/>
                </a:lnTo>
                <a:lnTo>
                  <a:pt x="1042" y="28"/>
                </a:lnTo>
                <a:lnTo>
                  <a:pt x="960" y="28"/>
                </a:lnTo>
                <a:lnTo>
                  <a:pt x="960" y="0"/>
                </a:lnTo>
                <a:moveTo>
                  <a:pt x="1152" y="0"/>
                </a:moveTo>
                <a:lnTo>
                  <a:pt x="1234" y="0"/>
                </a:lnTo>
                <a:lnTo>
                  <a:pt x="1234" y="28"/>
                </a:lnTo>
                <a:lnTo>
                  <a:pt x="1152" y="28"/>
                </a:lnTo>
                <a:lnTo>
                  <a:pt x="1152" y="0"/>
                </a:lnTo>
                <a:moveTo>
                  <a:pt x="1344" y="0"/>
                </a:moveTo>
                <a:lnTo>
                  <a:pt x="1426" y="0"/>
                </a:lnTo>
                <a:lnTo>
                  <a:pt x="1426" y="28"/>
                </a:lnTo>
                <a:lnTo>
                  <a:pt x="1344" y="28"/>
                </a:lnTo>
                <a:lnTo>
                  <a:pt x="1344" y="0"/>
                </a:lnTo>
                <a:moveTo>
                  <a:pt x="1536" y="0"/>
                </a:moveTo>
                <a:lnTo>
                  <a:pt x="1618" y="0"/>
                </a:lnTo>
                <a:lnTo>
                  <a:pt x="1618" y="28"/>
                </a:lnTo>
                <a:lnTo>
                  <a:pt x="1536" y="28"/>
                </a:lnTo>
                <a:lnTo>
                  <a:pt x="1536" y="0"/>
                </a:lnTo>
                <a:moveTo>
                  <a:pt x="1728" y="0"/>
                </a:moveTo>
                <a:lnTo>
                  <a:pt x="1810" y="0"/>
                </a:lnTo>
                <a:lnTo>
                  <a:pt x="1810" y="28"/>
                </a:lnTo>
                <a:lnTo>
                  <a:pt x="1728" y="28"/>
                </a:lnTo>
                <a:lnTo>
                  <a:pt x="1728" y="0"/>
                </a:lnTo>
                <a:moveTo>
                  <a:pt x="1920" y="0"/>
                </a:moveTo>
                <a:lnTo>
                  <a:pt x="2002" y="0"/>
                </a:lnTo>
                <a:lnTo>
                  <a:pt x="2002" y="28"/>
                </a:lnTo>
                <a:lnTo>
                  <a:pt x="1920" y="28"/>
                </a:lnTo>
                <a:lnTo>
                  <a:pt x="1920" y="0"/>
                </a:lnTo>
                <a:moveTo>
                  <a:pt x="2112" y="0"/>
                </a:moveTo>
                <a:lnTo>
                  <a:pt x="2194" y="0"/>
                </a:lnTo>
                <a:lnTo>
                  <a:pt x="2194" y="28"/>
                </a:lnTo>
                <a:lnTo>
                  <a:pt x="2112" y="28"/>
                </a:lnTo>
                <a:lnTo>
                  <a:pt x="2112" y="0"/>
                </a:lnTo>
                <a:moveTo>
                  <a:pt x="2304" y="0"/>
                </a:moveTo>
                <a:lnTo>
                  <a:pt x="2386" y="0"/>
                </a:lnTo>
                <a:lnTo>
                  <a:pt x="2386" y="28"/>
                </a:lnTo>
                <a:lnTo>
                  <a:pt x="2304" y="28"/>
                </a:lnTo>
                <a:lnTo>
                  <a:pt x="2304" y="0"/>
                </a:lnTo>
                <a:moveTo>
                  <a:pt x="2496" y="0"/>
                </a:moveTo>
                <a:lnTo>
                  <a:pt x="2578" y="0"/>
                </a:lnTo>
                <a:lnTo>
                  <a:pt x="2578" y="28"/>
                </a:lnTo>
                <a:lnTo>
                  <a:pt x="2496" y="28"/>
                </a:lnTo>
                <a:lnTo>
                  <a:pt x="2496" y="0"/>
                </a:lnTo>
                <a:moveTo>
                  <a:pt x="2688" y="0"/>
                </a:moveTo>
                <a:lnTo>
                  <a:pt x="2770" y="0"/>
                </a:lnTo>
                <a:lnTo>
                  <a:pt x="2770" y="28"/>
                </a:lnTo>
                <a:lnTo>
                  <a:pt x="2688" y="28"/>
                </a:lnTo>
                <a:lnTo>
                  <a:pt x="2688" y="0"/>
                </a:lnTo>
                <a:moveTo>
                  <a:pt x="2880" y="0"/>
                </a:moveTo>
                <a:lnTo>
                  <a:pt x="2962" y="0"/>
                </a:lnTo>
                <a:lnTo>
                  <a:pt x="2962" y="28"/>
                </a:lnTo>
                <a:lnTo>
                  <a:pt x="2880" y="28"/>
                </a:lnTo>
                <a:lnTo>
                  <a:pt x="2880" y="0"/>
                </a:lnTo>
                <a:moveTo>
                  <a:pt x="3072" y="0"/>
                </a:moveTo>
                <a:lnTo>
                  <a:pt x="3154" y="0"/>
                </a:lnTo>
                <a:lnTo>
                  <a:pt x="3154" y="28"/>
                </a:lnTo>
                <a:lnTo>
                  <a:pt x="3072" y="28"/>
                </a:lnTo>
                <a:lnTo>
                  <a:pt x="3072" y="0"/>
                </a:lnTo>
                <a:moveTo>
                  <a:pt x="3264" y="0"/>
                </a:moveTo>
                <a:lnTo>
                  <a:pt x="3346" y="0"/>
                </a:lnTo>
                <a:lnTo>
                  <a:pt x="3346" y="28"/>
                </a:lnTo>
                <a:lnTo>
                  <a:pt x="3264" y="28"/>
                </a:lnTo>
                <a:lnTo>
                  <a:pt x="3264" y="0"/>
                </a:lnTo>
                <a:moveTo>
                  <a:pt x="3456" y="0"/>
                </a:moveTo>
                <a:lnTo>
                  <a:pt x="3538" y="0"/>
                </a:lnTo>
                <a:lnTo>
                  <a:pt x="3538" y="28"/>
                </a:lnTo>
                <a:lnTo>
                  <a:pt x="3456" y="28"/>
                </a:lnTo>
                <a:lnTo>
                  <a:pt x="3456" y="0"/>
                </a:lnTo>
                <a:moveTo>
                  <a:pt x="3648" y="0"/>
                </a:moveTo>
                <a:lnTo>
                  <a:pt x="3730" y="0"/>
                </a:lnTo>
                <a:lnTo>
                  <a:pt x="3730" y="28"/>
                </a:lnTo>
                <a:lnTo>
                  <a:pt x="3648" y="28"/>
                </a:lnTo>
                <a:lnTo>
                  <a:pt x="3648" y="0"/>
                </a:lnTo>
                <a:moveTo>
                  <a:pt x="3840" y="0"/>
                </a:moveTo>
                <a:lnTo>
                  <a:pt x="3922" y="0"/>
                </a:lnTo>
                <a:lnTo>
                  <a:pt x="3922" y="28"/>
                </a:lnTo>
                <a:lnTo>
                  <a:pt x="3840" y="28"/>
                </a:lnTo>
                <a:lnTo>
                  <a:pt x="3840" y="0"/>
                </a:lnTo>
                <a:moveTo>
                  <a:pt x="4032" y="0"/>
                </a:moveTo>
                <a:lnTo>
                  <a:pt x="4114" y="0"/>
                </a:lnTo>
                <a:lnTo>
                  <a:pt x="4114" y="28"/>
                </a:lnTo>
                <a:lnTo>
                  <a:pt x="4032" y="28"/>
                </a:lnTo>
                <a:lnTo>
                  <a:pt x="4032" y="0"/>
                </a:lnTo>
                <a:moveTo>
                  <a:pt x="4224" y="0"/>
                </a:moveTo>
                <a:lnTo>
                  <a:pt x="4306" y="0"/>
                </a:lnTo>
                <a:lnTo>
                  <a:pt x="4306" y="28"/>
                </a:lnTo>
                <a:lnTo>
                  <a:pt x="4224" y="28"/>
                </a:lnTo>
                <a:lnTo>
                  <a:pt x="4224" y="0"/>
                </a:lnTo>
                <a:moveTo>
                  <a:pt x="4416" y="0"/>
                </a:moveTo>
                <a:lnTo>
                  <a:pt x="4498" y="0"/>
                </a:lnTo>
                <a:lnTo>
                  <a:pt x="4498" y="28"/>
                </a:lnTo>
                <a:lnTo>
                  <a:pt x="4416" y="28"/>
                </a:lnTo>
                <a:lnTo>
                  <a:pt x="4416" y="0"/>
                </a:lnTo>
                <a:moveTo>
                  <a:pt x="4608" y="0"/>
                </a:moveTo>
                <a:lnTo>
                  <a:pt x="4690" y="0"/>
                </a:lnTo>
                <a:lnTo>
                  <a:pt x="4690" y="28"/>
                </a:lnTo>
                <a:lnTo>
                  <a:pt x="4608" y="28"/>
                </a:lnTo>
                <a:lnTo>
                  <a:pt x="4608" y="0"/>
                </a:lnTo>
                <a:moveTo>
                  <a:pt x="4800" y="0"/>
                </a:moveTo>
                <a:lnTo>
                  <a:pt x="4882" y="0"/>
                </a:lnTo>
                <a:lnTo>
                  <a:pt x="4882" y="28"/>
                </a:lnTo>
                <a:lnTo>
                  <a:pt x="4800" y="28"/>
                </a:lnTo>
                <a:lnTo>
                  <a:pt x="4800" y="0"/>
                </a:lnTo>
                <a:moveTo>
                  <a:pt x="4992" y="0"/>
                </a:moveTo>
                <a:lnTo>
                  <a:pt x="5074" y="0"/>
                </a:lnTo>
                <a:lnTo>
                  <a:pt x="5074" y="28"/>
                </a:lnTo>
                <a:lnTo>
                  <a:pt x="4992" y="28"/>
                </a:lnTo>
                <a:lnTo>
                  <a:pt x="4992" y="0"/>
                </a:lnTo>
                <a:moveTo>
                  <a:pt x="5184" y="0"/>
                </a:moveTo>
                <a:lnTo>
                  <a:pt x="5266" y="0"/>
                </a:lnTo>
                <a:lnTo>
                  <a:pt x="5266" y="28"/>
                </a:lnTo>
                <a:lnTo>
                  <a:pt x="5184" y="28"/>
                </a:lnTo>
                <a:lnTo>
                  <a:pt x="5184" y="0"/>
                </a:lnTo>
                <a:moveTo>
                  <a:pt x="5376" y="0"/>
                </a:moveTo>
                <a:lnTo>
                  <a:pt x="5458" y="0"/>
                </a:lnTo>
                <a:lnTo>
                  <a:pt x="5458" y="28"/>
                </a:lnTo>
                <a:lnTo>
                  <a:pt x="5376" y="28"/>
                </a:lnTo>
                <a:lnTo>
                  <a:pt x="5376" y="0"/>
                </a:lnTo>
                <a:moveTo>
                  <a:pt x="5568" y="0"/>
                </a:moveTo>
                <a:lnTo>
                  <a:pt x="5650" y="0"/>
                </a:lnTo>
                <a:lnTo>
                  <a:pt x="5650" y="28"/>
                </a:lnTo>
                <a:lnTo>
                  <a:pt x="5568" y="28"/>
                </a:lnTo>
                <a:lnTo>
                  <a:pt x="5568" y="0"/>
                </a:lnTo>
                <a:moveTo>
                  <a:pt x="5760" y="0"/>
                </a:moveTo>
                <a:lnTo>
                  <a:pt x="5842" y="0"/>
                </a:lnTo>
                <a:lnTo>
                  <a:pt x="5842" y="28"/>
                </a:lnTo>
                <a:lnTo>
                  <a:pt x="5760" y="28"/>
                </a:lnTo>
                <a:lnTo>
                  <a:pt x="5760" y="0"/>
                </a:lnTo>
                <a:moveTo>
                  <a:pt x="5952" y="0"/>
                </a:moveTo>
                <a:lnTo>
                  <a:pt x="6034" y="0"/>
                </a:lnTo>
                <a:lnTo>
                  <a:pt x="6034" y="28"/>
                </a:lnTo>
                <a:lnTo>
                  <a:pt x="5952" y="28"/>
                </a:lnTo>
                <a:lnTo>
                  <a:pt x="5952" y="0"/>
                </a:lnTo>
                <a:moveTo>
                  <a:pt x="6144" y="0"/>
                </a:moveTo>
                <a:lnTo>
                  <a:pt x="6226" y="0"/>
                </a:lnTo>
                <a:lnTo>
                  <a:pt x="6226" y="28"/>
                </a:lnTo>
                <a:lnTo>
                  <a:pt x="6144" y="28"/>
                </a:lnTo>
                <a:lnTo>
                  <a:pt x="6144" y="0"/>
                </a:lnTo>
                <a:moveTo>
                  <a:pt x="6336" y="0"/>
                </a:moveTo>
                <a:lnTo>
                  <a:pt x="6419" y="0"/>
                </a:lnTo>
                <a:lnTo>
                  <a:pt x="6419" y="28"/>
                </a:lnTo>
                <a:lnTo>
                  <a:pt x="6336" y="28"/>
                </a:lnTo>
                <a:lnTo>
                  <a:pt x="6336" y="0"/>
                </a:lnTo>
                <a:moveTo>
                  <a:pt x="6529" y="0"/>
                </a:moveTo>
                <a:lnTo>
                  <a:pt x="6611" y="0"/>
                </a:lnTo>
                <a:lnTo>
                  <a:pt x="6611" y="28"/>
                </a:lnTo>
                <a:lnTo>
                  <a:pt x="6529" y="28"/>
                </a:lnTo>
                <a:lnTo>
                  <a:pt x="6529" y="0"/>
                </a:lnTo>
                <a:moveTo>
                  <a:pt x="6721" y="0"/>
                </a:moveTo>
                <a:lnTo>
                  <a:pt x="6803" y="0"/>
                </a:lnTo>
                <a:lnTo>
                  <a:pt x="6803" y="28"/>
                </a:lnTo>
                <a:lnTo>
                  <a:pt x="6721" y="28"/>
                </a:lnTo>
                <a:lnTo>
                  <a:pt x="6721" y="0"/>
                </a:lnTo>
                <a:moveTo>
                  <a:pt x="6913" y="0"/>
                </a:moveTo>
                <a:lnTo>
                  <a:pt x="6995" y="0"/>
                </a:lnTo>
                <a:lnTo>
                  <a:pt x="6995" y="28"/>
                </a:lnTo>
                <a:lnTo>
                  <a:pt x="6913" y="28"/>
                </a:lnTo>
                <a:lnTo>
                  <a:pt x="6913" y="0"/>
                </a:lnTo>
                <a:moveTo>
                  <a:pt x="7105" y="0"/>
                </a:moveTo>
                <a:lnTo>
                  <a:pt x="7187" y="0"/>
                </a:lnTo>
                <a:lnTo>
                  <a:pt x="7187" y="28"/>
                </a:lnTo>
                <a:lnTo>
                  <a:pt x="7105" y="28"/>
                </a:lnTo>
                <a:lnTo>
                  <a:pt x="7105" y="0"/>
                </a:lnTo>
                <a:moveTo>
                  <a:pt x="7297" y="0"/>
                </a:moveTo>
                <a:lnTo>
                  <a:pt x="7379" y="0"/>
                </a:lnTo>
                <a:lnTo>
                  <a:pt x="7379" y="28"/>
                </a:lnTo>
                <a:lnTo>
                  <a:pt x="7297" y="28"/>
                </a:lnTo>
                <a:lnTo>
                  <a:pt x="7297" y="0"/>
                </a:lnTo>
                <a:moveTo>
                  <a:pt x="7489" y="0"/>
                </a:moveTo>
                <a:lnTo>
                  <a:pt x="7571" y="0"/>
                </a:lnTo>
                <a:lnTo>
                  <a:pt x="7571" y="28"/>
                </a:lnTo>
                <a:lnTo>
                  <a:pt x="7489" y="28"/>
                </a:lnTo>
                <a:lnTo>
                  <a:pt x="7489" y="0"/>
                </a:lnTo>
                <a:moveTo>
                  <a:pt x="7681" y="0"/>
                </a:moveTo>
                <a:lnTo>
                  <a:pt x="7763" y="0"/>
                </a:lnTo>
                <a:lnTo>
                  <a:pt x="7763" y="28"/>
                </a:lnTo>
                <a:lnTo>
                  <a:pt x="7681" y="28"/>
                </a:lnTo>
                <a:lnTo>
                  <a:pt x="7681" y="0"/>
                </a:lnTo>
                <a:moveTo>
                  <a:pt x="7872" y="0"/>
                </a:moveTo>
                <a:lnTo>
                  <a:pt x="7955" y="0"/>
                </a:lnTo>
                <a:lnTo>
                  <a:pt x="7955" y="28"/>
                </a:lnTo>
                <a:lnTo>
                  <a:pt x="7872" y="28"/>
                </a:lnTo>
                <a:lnTo>
                  <a:pt x="7872" y="0"/>
                </a:lnTo>
                <a:moveTo>
                  <a:pt x="8064" y="0"/>
                </a:moveTo>
                <a:lnTo>
                  <a:pt x="8147" y="0"/>
                </a:lnTo>
                <a:lnTo>
                  <a:pt x="8147" y="28"/>
                </a:lnTo>
                <a:lnTo>
                  <a:pt x="8064" y="28"/>
                </a:lnTo>
                <a:lnTo>
                  <a:pt x="8064" y="0"/>
                </a:lnTo>
                <a:moveTo>
                  <a:pt x="8256" y="0"/>
                </a:moveTo>
                <a:lnTo>
                  <a:pt x="8339" y="0"/>
                </a:lnTo>
                <a:lnTo>
                  <a:pt x="8339" y="28"/>
                </a:lnTo>
                <a:lnTo>
                  <a:pt x="8256" y="28"/>
                </a:lnTo>
                <a:lnTo>
                  <a:pt x="8256" y="0"/>
                </a:lnTo>
                <a:moveTo>
                  <a:pt x="8448" y="0"/>
                </a:moveTo>
                <a:lnTo>
                  <a:pt x="8531" y="0"/>
                </a:lnTo>
                <a:lnTo>
                  <a:pt x="8531" y="28"/>
                </a:lnTo>
                <a:lnTo>
                  <a:pt x="8448" y="28"/>
                </a:lnTo>
                <a:lnTo>
                  <a:pt x="8448" y="0"/>
                </a:lnTo>
                <a:moveTo>
                  <a:pt x="8640" y="0"/>
                </a:moveTo>
                <a:lnTo>
                  <a:pt x="8723" y="0"/>
                </a:lnTo>
                <a:lnTo>
                  <a:pt x="8723" y="28"/>
                </a:lnTo>
                <a:lnTo>
                  <a:pt x="8640" y="28"/>
                </a:lnTo>
                <a:lnTo>
                  <a:pt x="8640" y="0"/>
                </a:lnTo>
                <a:moveTo>
                  <a:pt x="8832" y="0"/>
                </a:moveTo>
                <a:lnTo>
                  <a:pt x="8915" y="0"/>
                </a:lnTo>
                <a:lnTo>
                  <a:pt x="8915" y="28"/>
                </a:lnTo>
                <a:lnTo>
                  <a:pt x="8832" y="28"/>
                </a:lnTo>
                <a:lnTo>
                  <a:pt x="8832" y="0"/>
                </a:lnTo>
                <a:moveTo>
                  <a:pt x="9024" y="0"/>
                </a:moveTo>
                <a:lnTo>
                  <a:pt x="9107" y="0"/>
                </a:lnTo>
                <a:lnTo>
                  <a:pt x="9107" y="28"/>
                </a:lnTo>
                <a:lnTo>
                  <a:pt x="9024" y="28"/>
                </a:lnTo>
                <a:lnTo>
                  <a:pt x="9024" y="0"/>
                </a:lnTo>
                <a:moveTo>
                  <a:pt x="9216" y="0"/>
                </a:moveTo>
                <a:lnTo>
                  <a:pt x="9299" y="0"/>
                </a:lnTo>
                <a:lnTo>
                  <a:pt x="9299" y="28"/>
                </a:lnTo>
                <a:lnTo>
                  <a:pt x="9216" y="28"/>
                </a:lnTo>
                <a:lnTo>
                  <a:pt x="9216" y="0"/>
                </a:lnTo>
                <a:moveTo>
                  <a:pt x="9408" y="0"/>
                </a:moveTo>
                <a:lnTo>
                  <a:pt x="9491" y="0"/>
                </a:lnTo>
                <a:lnTo>
                  <a:pt x="9491" y="28"/>
                </a:lnTo>
                <a:lnTo>
                  <a:pt x="9408" y="28"/>
                </a:lnTo>
                <a:lnTo>
                  <a:pt x="9408" y="0"/>
                </a:lnTo>
                <a:moveTo>
                  <a:pt x="9600" y="0"/>
                </a:moveTo>
                <a:lnTo>
                  <a:pt x="9683" y="0"/>
                </a:lnTo>
                <a:lnTo>
                  <a:pt x="9683" y="28"/>
                </a:lnTo>
                <a:lnTo>
                  <a:pt x="9600" y="28"/>
                </a:lnTo>
                <a:lnTo>
                  <a:pt x="9600" y="0"/>
                </a:lnTo>
                <a:moveTo>
                  <a:pt x="9792" y="0"/>
                </a:moveTo>
                <a:lnTo>
                  <a:pt x="9875" y="0"/>
                </a:lnTo>
                <a:lnTo>
                  <a:pt x="9875" y="28"/>
                </a:lnTo>
                <a:lnTo>
                  <a:pt x="9792" y="28"/>
                </a:lnTo>
                <a:lnTo>
                  <a:pt x="9792" y="0"/>
                </a:lnTo>
                <a:moveTo>
                  <a:pt x="9984" y="0"/>
                </a:moveTo>
                <a:lnTo>
                  <a:pt x="10067" y="0"/>
                </a:lnTo>
                <a:lnTo>
                  <a:pt x="10067" y="28"/>
                </a:lnTo>
                <a:lnTo>
                  <a:pt x="9984" y="28"/>
                </a:lnTo>
                <a:lnTo>
                  <a:pt x="9984" y="0"/>
                </a:lnTo>
                <a:moveTo>
                  <a:pt x="10176" y="0"/>
                </a:moveTo>
                <a:lnTo>
                  <a:pt x="10259" y="0"/>
                </a:lnTo>
                <a:lnTo>
                  <a:pt x="10259" y="28"/>
                </a:lnTo>
                <a:lnTo>
                  <a:pt x="10176" y="28"/>
                </a:lnTo>
                <a:lnTo>
                  <a:pt x="10176" y="0"/>
                </a:lnTo>
                <a:moveTo>
                  <a:pt x="10368" y="0"/>
                </a:moveTo>
                <a:lnTo>
                  <a:pt x="10451" y="0"/>
                </a:lnTo>
                <a:lnTo>
                  <a:pt x="10451" y="28"/>
                </a:lnTo>
                <a:lnTo>
                  <a:pt x="10368" y="28"/>
                </a:lnTo>
                <a:lnTo>
                  <a:pt x="10368" y="0"/>
                </a:lnTo>
                <a:moveTo>
                  <a:pt x="10560" y="0"/>
                </a:moveTo>
                <a:lnTo>
                  <a:pt x="10643" y="0"/>
                </a:lnTo>
                <a:lnTo>
                  <a:pt x="10643" y="28"/>
                </a:lnTo>
                <a:lnTo>
                  <a:pt x="10560" y="28"/>
                </a:lnTo>
                <a:lnTo>
                  <a:pt x="10560" y="0"/>
                </a:lnTo>
                <a:moveTo>
                  <a:pt x="10752" y="0"/>
                </a:moveTo>
                <a:lnTo>
                  <a:pt x="10834" y="0"/>
                </a:lnTo>
                <a:lnTo>
                  <a:pt x="10834" y="28"/>
                </a:lnTo>
                <a:lnTo>
                  <a:pt x="10752" y="28"/>
                </a:lnTo>
                <a:lnTo>
                  <a:pt x="10752" y="0"/>
                </a:lnTo>
                <a:moveTo>
                  <a:pt x="10944" y="0"/>
                </a:moveTo>
                <a:lnTo>
                  <a:pt x="11026" y="0"/>
                </a:lnTo>
                <a:lnTo>
                  <a:pt x="11026" y="28"/>
                </a:lnTo>
                <a:lnTo>
                  <a:pt x="10944" y="28"/>
                </a:lnTo>
                <a:lnTo>
                  <a:pt x="10944" y="0"/>
                </a:lnTo>
                <a:moveTo>
                  <a:pt x="11136" y="0"/>
                </a:moveTo>
                <a:lnTo>
                  <a:pt x="11218" y="0"/>
                </a:lnTo>
                <a:lnTo>
                  <a:pt x="11218" y="28"/>
                </a:lnTo>
                <a:lnTo>
                  <a:pt x="11136" y="28"/>
                </a:lnTo>
                <a:lnTo>
                  <a:pt x="11136" y="0"/>
                </a:lnTo>
                <a:moveTo>
                  <a:pt x="11328" y="0"/>
                </a:moveTo>
                <a:lnTo>
                  <a:pt x="11410" y="0"/>
                </a:lnTo>
                <a:lnTo>
                  <a:pt x="11410" y="28"/>
                </a:lnTo>
                <a:lnTo>
                  <a:pt x="11328" y="28"/>
                </a:lnTo>
                <a:lnTo>
                  <a:pt x="11328" y="0"/>
                </a:lnTo>
                <a:moveTo>
                  <a:pt x="11520" y="0"/>
                </a:moveTo>
                <a:lnTo>
                  <a:pt x="11602" y="0"/>
                </a:lnTo>
                <a:lnTo>
                  <a:pt x="11602" y="28"/>
                </a:lnTo>
                <a:lnTo>
                  <a:pt x="11520" y="28"/>
                </a:lnTo>
                <a:lnTo>
                  <a:pt x="11520" y="0"/>
                </a:lnTo>
                <a:moveTo>
                  <a:pt x="11712" y="0"/>
                </a:moveTo>
                <a:lnTo>
                  <a:pt x="11794" y="0"/>
                </a:lnTo>
                <a:lnTo>
                  <a:pt x="11794" y="28"/>
                </a:lnTo>
                <a:lnTo>
                  <a:pt x="11712" y="28"/>
                </a:lnTo>
                <a:lnTo>
                  <a:pt x="11712" y="0"/>
                </a:lnTo>
                <a:moveTo>
                  <a:pt x="11904" y="0"/>
                </a:moveTo>
                <a:lnTo>
                  <a:pt x="11986" y="0"/>
                </a:lnTo>
                <a:lnTo>
                  <a:pt x="11986" y="28"/>
                </a:lnTo>
                <a:lnTo>
                  <a:pt x="11904" y="28"/>
                </a:lnTo>
                <a:lnTo>
                  <a:pt x="11904" y="0"/>
                </a:lnTo>
                <a:moveTo>
                  <a:pt x="12096" y="0"/>
                </a:moveTo>
                <a:lnTo>
                  <a:pt x="12178" y="0"/>
                </a:lnTo>
                <a:lnTo>
                  <a:pt x="12178" y="28"/>
                </a:lnTo>
                <a:lnTo>
                  <a:pt x="12096" y="28"/>
                </a:lnTo>
                <a:lnTo>
                  <a:pt x="12096" y="0"/>
                </a:lnTo>
                <a:moveTo>
                  <a:pt x="12288" y="0"/>
                </a:moveTo>
                <a:lnTo>
                  <a:pt x="12370" y="0"/>
                </a:lnTo>
                <a:lnTo>
                  <a:pt x="12370" y="28"/>
                </a:lnTo>
                <a:lnTo>
                  <a:pt x="12288" y="28"/>
                </a:lnTo>
                <a:lnTo>
                  <a:pt x="12288" y="0"/>
                </a:lnTo>
                <a:moveTo>
                  <a:pt x="12480" y="0"/>
                </a:moveTo>
                <a:lnTo>
                  <a:pt x="12562" y="0"/>
                </a:lnTo>
                <a:lnTo>
                  <a:pt x="12562" y="28"/>
                </a:lnTo>
                <a:lnTo>
                  <a:pt x="12480" y="28"/>
                </a:lnTo>
                <a:lnTo>
                  <a:pt x="12480" y="0"/>
                </a:lnTo>
                <a:moveTo>
                  <a:pt x="12672" y="0"/>
                </a:moveTo>
                <a:lnTo>
                  <a:pt x="12754" y="0"/>
                </a:lnTo>
                <a:lnTo>
                  <a:pt x="12754" y="28"/>
                </a:lnTo>
                <a:lnTo>
                  <a:pt x="12672" y="28"/>
                </a:lnTo>
                <a:lnTo>
                  <a:pt x="12672" y="0"/>
                </a:lnTo>
                <a:moveTo>
                  <a:pt x="12864" y="0"/>
                </a:moveTo>
                <a:lnTo>
                  <a:pt x="12946" y="0"/>
                </a:lnTo>
                <a:lnTo>
                  <a:pt x="12946" y="28"/>
                </a:lnTo>
                <a:lnTo>
                  <a:pt x="12864" y="28"/>
                </a:lnTo>
                <a:lnTo>
                  <a:pt x="12864" y="0"/>
                </a:lnTo>
                <a:moveTo>
                  <a:pt x="13056" y="0"/>
                </a:moveTo>
                <a:lnTo>
                  <a:pt x="13138" y="0"/>
                </a:lnTo>
                <a:lnTo>
                  <a:pt x="13138" y="28"/>
                </a:lnTo>
                <a:lnTo>
                  <a:pt x="13056" y="28"/>
                </a:lnTo>
                <a:lnTo>
                  <a:pt x="13056" y="0"/>
                </a:lnTo>
                <a:moveTo>
                  <a:pt x="13248" y="0"/>
                </a:moveTo>
                <a:lnTo>
                  <a:pt x="13330" y="0"/>
                </a:lnTo>
                <a:lnTo>
                  <a:pt x="13330" y="28"/>
                </a:lnTo>
                <a:lnTo>
                  <a:pt x="13248" y="28"/>
                </a:lnTo>
                <a:lnTo>
                  <a:pt x="13248" y="0"/>
                </a:lnTo>
                <a:moveTo>
                  <a:pt x="13440" y="0"/>
                </a:moveTo>
                <a:lnTo>
                  <a:pt x="13522" y="0"/>
                </a:lnTo>
                <a:lnTo>
                  <a:pt x="13522" y="28"/>
                </a:lnTo>
                <a:lnTo>
                  <a:pt x="13440" y="28"/>
                </a:lnTo>
                <a:lnTo>
                  <a:pt x="13440" y="0"/>
                </a:lnTo>
                <a:moveTo>
                  <a:pt x="13632" y="0"/>
                </a:moveTo>
                <a:lnTo>
                  <a:pt x="13714" y="0"/>
                </a:lnTo>
                <a:lnTo>
                  <a:pt x="13714" y="28"/>
                </a:lnTo>
                <a:lnTo>
                  <a:pt x="13632" y="28"/>
                </a:lnTo>
                <a:lnTo>
                  <a:pt x="13632" y="0"/>
                </a:lnTo>
                <a:moveTo>
                  <a:pt x="13824" y="0"/>
                </a:moveTo>
                <a:lnTo>
                  <a:pt x="13906" y="0"/>
                </a:lnTo>
                <a:lnTo>
                  <a:pt x="13906" y="28"/>
                </a:lnTo>
                <a:lnTo>
                  <a:pt x="13824" y="28"/>
                </a:lnTo>
                <a:lnTo>
                  <a:pt x="13824" y="0"/>
                </a:lnTo>
                <a:moveTo>
                  <a:pt x="14016" y="0"/>
                </a:moveTo>
                <a:lnTo>
                  <a:pt x="14098" y="0"/>
                </a:lnTo>
                <a:lnTo>
                  <a:pt x="14098" y="28"/>
                </a:lnTo>
                <a:lnTo>
                  <a:pt x="14016" y="28"/>
                </a:lnTo>
                <a:lnTo>
                  <a:pt x="14016" y="0"/>
                </a:lnTo>
                <a:moveTo>
                  <a:pt x="14208" y="0"/>
                </a:moveTo>
                <a:lnTo>
                  <a:pt x="14290" y="0"/>
                </a:lnTo>
                <a:lnTo>
                  <a:pt x="14290" y="28"/>
                </a:lnTo>
                <a:lnTo>
                  <a:pt x="14208" y="28"/>
                </a:lnTo>
                <a:lnTo>
                  <a:pt x="14208" y="0"/>
                </a:lnTo>
                <a:moveTo>
                  <a:pt x="14400" y="0"/>
                </a:moveTo>
                <a:lnTo>
                  <a:pt x="14482" y="0"/>
                </a:lnTo>
                <a:lnTo>
                  <a:pt x="14482" y="28"/>
                </a:lnTo>
                <a:lnTo>
                  <a:pt x="14400" y="28"/>
                </a:lnTo>
                <a:lnTo>
                  <a:pt x="14400" y="0"/>
                </a:lnTo>
                <a:moveTo>
                  <a:pt x="14592" y="0"/>
                </a:moveTo>
                <a:lnTo>
                  <a:pt x="14674" y="0"/>
                </a:lnTo>
                <a:lnTo>
                  <a:pt x="14674" y="28"/>
                </a:lnTo>
                <a:lnTo>
                  <a:pt x="14592" y="28"/>
                </a:lnTo>
                <a:lnTo>
                  <a:pt x="14592" y="0"/>
                </a:lnTo>
                <a:moveTo>
                  <a:pt x="14784" y="0"/>
                </a:moveTo>
                <a:lnTo>
                  <a:pt x="14866" y="0"/>
                </a:lnTo>
                <a:lnTo>
                  <a:pt x="14866" y="28"/>
                </a:lnTo>
                <a:lnTo>
                  <a:pt x="14784" y="28"/>
                </a:lnTo>
                <a:lnTo>
                  <a:pt x="14784" y="0"/>
                </a:lnTo>
                <a:moveTo>
                  <a:pt x="14976" y="0"/>
                </a:moveTo>
                <a:lnTo>
                  <a:pt x="15058" y="0"/>
                </a:lnTo>
                <a:lnTo>
                  <a:pt x="15058" y="28"/>
                </a:lnTo>
                <a:lnTo>
                  <a:pt x="14976" y="28"/>
                </a:lnTo>
                <a:lnTo>
                  <a:pt x="14976" y="0"/>
                </a:lnTo>
                <a:moveTo>
                  <a:pt x="15168" y="0"/>
                </a:moveTo>
                <a:lnTo>
                  <a:pt x="15250" y="0"/>
                </a:lnTo>
                <a:lnTo>
                  <a:pt x="15250" y="28"/>
                </a:lnTo>
                <a:lnTo>
                  <a:pt x="15168" y="28"/>
                </a:lnTo>
                <a:lnTo>
                  <a:pt x="15168" y="0"/>
                </a:lnTo>
                <a:moveTo>
                  <a:pt x="15360" y="0"/>
                </a:moveTo>
                <a:lnTo>
                  <a:pt x="15442" y="0"/>
                </a:lnTo>
                <a:lnTo>
                  <a:pt x="15442" y="28"/>
                </a:lnTo>
                <a:lnTo>
                  <a:pt x="15360" y="28"/>
                </a:lnTo>
                <a:lnTo>
                  <a:pt x="15360" y="0"/>
                </a:lnTo>
                <a:moveTo>
                  <a:pt x="15552" y="0"/>
                </a:moveTo>
                <a:lnTo>
                  <a:pt x="15634" y="0"/>
                </a:lnTo>
                <a:lnTo>
                  <a:pt x="15634" y="28"/>
                </a:lnTo>
                <a:lnTo>
                  <a:pt x="15552" y="28"/>
                </a:lnTo>
                <a:lnTo>
                  <a:pt x="15552" y="0"/>
                </a:lnTo>
                <a:moveTo>
                  <a:pt x="15744" y="0"/>
                </a:moveTo>
                <a:lnTo>
                  <a:pt x="15826" y="0"/>
                </a:lnTo>
                <a:lnTo>
                  <a:pt x="15826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36" y="0"/>
                </a:moveTo>
                <a:lnTo>
                  <a:pt x="16018" y="0"/>
                </a:lnTo>
                <a:lnTo>
                  <a:pt x="16018" y="28"/>
                </a:lnTo>
                <a:lnTo>
                  <a:pt x="15936" y="28"/>
                </a:lnTo>
                <a:lnTo>
                  <a:pt x="15936" y="0"/>
                </a:lnTo>
                <a:moveTo>
                  <a:pt x="16128" y="0"/>
                </a:moveTo>
                <a:lnTo>
                  <a:pt x="16210" y="0"/>
                </a:lnTo>
                <a:lnTo>
                  <a:pt x="16210" y="28"/>
                </a:lnTo>
                <a:lnTo>
                  <a:pt x="16128" y="28"/>
                </a:lnTo>
                <a:lnTo>
                  <a:pt x="16128" y="0"/>
                </a:lnTo>
                <a:moveTo>
                  <a:pt x="16320" y="0"/>
                </a:moveTo>
                <a:lnTo>
                  <a:pt x="16402" y="0"/>
                </a:lnTo>
                <a:lnTo>
                  <a:pt x="16402" y="28"/>
                </a:lnTo>
                <a:lnTo>
                  <a:pt x="16320" y="28"/>
                </a:lnTo>
                <a:lnTo>
                  <a:pt x="16320" y="0"/>
                </a:lnTo>
                <a:moveTo>
                  <a:pt x="16512" y="0"/>
                </a:moveTo>
                <a:lnTo>
                  <a:pt x="16594" y="0"/>
                </a:lnTo>
                <a:lnTo>
                  <a:pt x="16594" y="28"/>
                </a:lnTo>
                <a:lnTo>
                  <a:pt x="16512" y="28"/>
                </a:lnTo>
                <a:lnTo>
                  <a:pt x="16512" y="0"/>
                </a:lnTo>
                <a:moveTo>
                  <a:pt x="16704" y="0"/>
                </a:moveTo>
                <a:lnTo>
                  <a:pt x="16786" y="0"/>
                </a:lnTo>
                <a:lnTo>
                  <a:pt x="16786" y="28"/>
                </a:lnTo>
                <a:lnTo>
                  <a:pt x="16704" y="28"/>
                </a:lnTo>
                <a:lnTo>
                  <a:pt x="16704" y="0"/>
                </a:lnTo>
                <a:moveTo>
                  <a:pt x="16896" y="0"/>
                </a:moveTo>
                <a:lnTo>
                  <a:pt x="16978" y="0"/>
                </a:lnTo>
                <a:lnTo>
                  <a:pt x="16978" y="28"/>
                </a:lnTo>
                <a:lnTo>
                  <a:pt x="16896" y="28"/>
                </a:lnTo>
                <a:lnTo>
                  <a:pt x="16896" y="0"/>
                </a:lnTo>
                <a:moveTo>
                  <a:pt x="17088" y="0"/>
                </a:moveTo>
                <a:lnTo>
                  <a:pt x="17170" y="0"/>
                </a:lnTo>
                <a:lnTo>
                  <a:pt x="17170" y="28"/>
                </a:lnTo>
                <a:lnTo>
                  <a:pt x="17088" y="28"/>
                </a:lnTo>
                <a:lnTo>
                  <a:pt x="17088" y="0"/>
                </a:lnTo>
                <a:moveTo>
                  <a:pt x="17280" y="0"/>
                </a:moveTo>
                <a:lnTo>
                  <a:pt x="17362" y="0"/>
                </a:lnTo>
                <a:lnTo>
                  <a:pt x="17362" y="28"/>
                </a:lnTo>
                <a:lnTo>
                  <a:pt x="17280" y="28"/>
                </a:lnTo>
                <a:lnTo>
                  <a:pt x="17280" y="0"/>
                </a:lnTo>
                <a:moveTo>
                  <a:pt x="17472" y="0"/>
                </a:moveTo>
                <a:lnTo>
                  <a:pt x="17554" y="0"/>
                </a:lnTo>
                <a:lnTo>
                  <a:pt x="17554" y="28"/>
                </a:lnTo>
                <a:lnTo>
                  <a:pt x="17472" y="28"/>
                </a:lnTo>
                <a:lnTo>
                  <a:pt x="17472" y="0"/>
                </a:lnTo>
                <a:moveTo>
                  <a:pt x="17664" y="0"/>
                </a:moveTo>
                <a:lnTo>
                  <a:pt x="17746" y="0"/>
                </a:lnTo>
                <a:lnTo>
                  <a:pt x="17746" y="28"/>
                </a:lnTo>
                <a:lnTo>
                  <a:pt x="17664" y="28"/>
                </a:lnTo>
                <a:lnTo>
                  <a:pt x="17664" y="0"/>
                </a:lnTo>
                <a:moveTo>
                  <a:pt x="17856" y="0"/>
                </a:moveTo>
                <a:lnTo>
                  <a:pt x="17938" y="0"/>
                </a:lnTo>
                <a:lnTo>
                  <a:pt x="17938" y="28"/>
                </a:lnTo>
                <a:lnTo>
                  <a:pt x="17856" y="28"/>
                </a:lnTo>
                <a:lnTo>
                  <a:pt x="17856" y="0"/>
                </a:lnTo>
                <a:moveTo>
                  <a:pt x="18047" y="0"/>
                </a:moveTo>
                <a:lnTo>
                  <a:pt x="18130" y="0"/>
                </a:lnTo>
                <a:lnTo>
                  <a:pt x="18130" y="28"/>
                </a:lnTo>
                <a:lnTo>
                  <a:pt x="18047" y="28"/>
                </a:lnTo>
                <a:lnTo>
                  <a:pt x="18047" y="0"/>
                </a:lnTo>
                <a:moveTo>
                  <a:pt x="18239" y="0"/>
                </a:moveTo>
                <a:lnTo>
                  <a:pt x="18322" y="0"/>
                </a:lnTo>
                <a:lnTo>
                  <a:pt x="18322" y="28"/>
                </a:lnTo>
                <a:lnTo>
                  <a:pt x="18239" y="28"/>
                </a:lnTo>
                <a:lnTo>
                  <a:pt x="18239" y="0"/>
                </a:lnTo>
                <a:moveTo>
                  <a:pt x="18431" y="0"/>
                </a:moveTo>
                <a:lnTo>
                  <a:pt x="18514" y="0"/>
                </a:lnTo>
                <a:lnTo>
                  <a:pt x="18514" y="28"/>
                </a:lnTo>
                <a:lnTo>
                  <a:pt x="18431" y="28"/>
                </a:lnTo>
                <a:lnTo>
                  <a:pt x="18431" y="0"/>
                </a:lnTo>
                <a:moveTo>
                  <a:pt x="18623" y="0"/>
                </a:moveTo>
                <a:lnTo>
                  <a:pt x="18706" y="0"/>
                </a:lnTo>
                <a:lnTo>
                  <a:pt x="18706" y="28"/>
                </a:lnTo>
                <a:lnTo>
                  <a:pt x="18623" y="28"/>
                </a:lnTo>
                <a:lnTo>
                  <a:pt x="18623" y="0"/>
                </a:lnTo>
                <a:moveTo>
                  <a:pt x="18815" y="0"/>
                </a:moveTo>
                <a:lnTo>
                  <a:pt x="18898" y="0"/>
                </a:lnTo>
                <a:lnTo>
                  <a:pt x="18898" y="28"/>
                </a:lnTo>
                <a:lnTo>
                  <a:pt x="18815" y="28"/>
                </a:lnTo>
                <a:lnTo>
                  <a:pt x="18815" y="0"/>
                </a:lnTo>
                <a:moveTo>
                  <a:pt x="19007" y="0"/>
                </a:moveTo>
                <a:lnTo>
                  <a:pt x="19090" y="0"/>
                </a:lnTo>
                <a:lnTo>
                  <a:pt x="19090" y="28"/>
                </a:lnTo>
                <a:lnTo>
                  <a:pt x="19007" y="28"/>
                </a:lnTo>
                <a:lnTo>
                  <a:pt x="19007" y="0"/>
                </a:lnTo>
                <a:moveTo>
                  <a:pt x="19199" y="0"/>
                </a:moveTo>
                <a:lnTo>
                  <a:pt x="19282" y="0"/>
                </a:lnTo>
                <a:lnTo>
                  <a:pt x="19282" y="28"/>
                </a:lnTo>
                <a:lnTo>
                  <a:pt x="19199" y="28"/>
                </a:lnTo>
                <a:lnTo>
                  <a:pt x="1919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989280" y="5621400"/>
            <a:ext cx="119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1186920" y="6573960"/>
            <a:ext cx="6941520" cy="10080"/>
          </a:xfrm>
          <a:custGeom>
            <a:avLst/>
            <a:gdLst/>
            <a:ahLst/>
            <a:rect l="0" t="0" r="r" b="b"/>
            <a:pathLst>
              <a:path w="19282" h="28">
                <a:moveTo>
                  <a:pt x="0" y="0"/>
                </a:moveTo>
                <a:lnTo>
                  <a:pt x="83" y="0"/>
                </a:lnTo>
                <a:lnTo>
                  <a:pt x="83" y="28"/>
                </a:lnTo>
                <a:lnTo>
                  <a:pt x="0" y="28"/>
                </a:lnTo>
                <a:lnTo>
                  <a:pt x="0" y="0"/>
                </a:lnTo>
                <a:moveTo>
                  <a:pt x="192" y="0"/>
                </a:moveTo>
                <a:lnTo>
                  <a:pt x="275" y="0"/>
                </a:lnTo>
                <a:lnTo>
                  <a:pt x="275" y="28"/>
                </a:lnTo>
                <a:lnTo>
                  <a:pt x="192" y="28"/>
                </a:lnTo>
                <a:lnTo>
                  <a:pt x="192" y="0"/>
                </a:lnTo>
                <a:moveTo>
                  <a:pt x="384" y="0"/>
                </a:moveTo>
                <a:lnTo>
                  <a:pt x="466" y="0"/>
                </a:lnTo>
                <a:lnTo>
                  <a:pt x="466" y="28"/>
                </a:lnTo>
                <a:lnTo>
                  <a:pt x="384" y="28"/>
                </a:lnTo>
                <a:lnTo>
                  <a:pt x="384" y="0"/>
                </a:lnTo>
                <a:moveTo>
                  <a:pt x="576" y="0"/>
                </a:moveTo>
                <a:lnTo>
                  <a:pt x="658" y="0"/>
                </a:lnTo>
                <a:lnTo>
                  <a:pt x="658" y="28"/>
                </a:lnTo>
                <a:lnTo>
                  <a:pt x="576" y="28"/>
                </a:lnTo>
                <a:lnTo>
                  <a:pt x="576" y="0"/>
                </a:lnTo>
                <a:moveTo>
                  <a:pt x="768" y="0"/>
                </a:moveTo>
                <a:lnTo>
                  <a:pt x="850" y="0"/>
                </a:lnTo>
                <a:lnTo>
                  <a:pt x="850" y="28"/>
                </a:lnTo>
                <a:lnTo>
                  <a:pt x="768" y="28"/>
                </a:lnTo>
                <a:lnTo>
                  <a:pt x="768" y="0"/>
                </a:lnTo>
                <a:moveTo>
                  <a:pt x="960" y="0"/>
                </a:moveTo>
                <a:lnTo>
                  <a:pt x="1042" y="0"/>
                </a:lnTo>
                <a:lnTo>
                  <a:pt x="1042" y="28"/>
                </a:lnTo>
                <a:lnTo>
                  <a:pt x="960" y="28"/>
                </a:lnTo>
                <a:lnTo>
                  <a:pt x="960" y="0"/>
                </a:lnTo>
                <a:moveTo>
                  <a:pt x="1152" y="0"/>
                </a:moveTo>
                <a:lnTo>
                  <a:pt x="1234" y="0"/>
                </a:lnTo>
                <a:lnTo>
                  <a:pt x="1234" y="28"/>
                </a:lnTo>
                <a:lnTo>
                  <a:pt x="1152" y="28"/>
                </a:lnTo>
                <a:lnTo>
                  <a:pt x="1152" y="0"/>
                </a:lnTo>
                <a:moveTo>
                  <a:pt x="1344" y="0"/>
                </a:moveTo>
                <a:lnTo>
                  <a:pt x="1426" y="0"/>
                </a:lnTo>
                <a:lnTo>
                  <a:pt x="1426" y="28"/>
                </a:lnTo>
                <a:lnTo>
                  <a:pt x="1344" y="28"/>
                </a:lnTo>
                <a:lnTo>
                  <a:pt x="1344" y="0"/>
                </a:lnTo>
                <a:moveTo>
                  <a:pt x="1536" y="0"/>
                </a:moveTo>
                <a:lnTo>
                  <a:pt x="1618" y="0"/>
                </a:lnTo>
                <a:lnTo>
                  <a:pt x="1618" y="28"/>
                </a:lnTo>
                <a:lnTo>
                  <a:pt x="1536" y="28"/>
                </a:lnTo>
                <a:lnTo>
                  <a:pt x="1536" y="0"/>
                </a:lnTo>
                <a:moveTo>
                  <a:pt x="1728" y="0"/>
                </a:moveTo>
                <a:lnTo>
                  <a:pt x="1810" y="0"/>
                </a:lnTo>
                <a:lnTo>
                  <a:pt x="1810" y="28"/>
                </a:lnTo>
                <a:lnTo>
                  <a:pt x="1728" y="28"/>
                </a:lnTo>
                <a:lnTo>
                  <a:pt x="1728" y="0"/>
                </a:lnTo>
                <a:moveTo>
                  <a:pt x="1920" y="0"/>
                </a:moveTo>
                <a:lnTo>
                  <a:pt x="2002" y="0"/>
                </a:lnTo>
                <a:lnTo>
                  <a:pt x="2002" y="28"/>
                </a:lnTo>
                <a:lnTo>
                  <a:pt x="1920" y="28"/>
                </a:lnTo>
                <a:lnTo>
                  <a:pt x="1920" y="0"/>
                </a:lnTo>
                <a:moveTo>
                  <a:pt x="2112" y="0"/>
                </a:moveTo>
                <a:lnTo>
                  <a:pt x="2194" y="0"/>
                </a:lnTo>
                <a:lnTo>
                  <a:pt x="2194" y="28"/>
                </a:lnTo>
                <a:lnTo>
                  <a:pt x="2112" y="28"/>
                </a:lnTo>
                <a:lnTo>
                  <a:pt x="2112" y="0"/>
                </a:lnTo>
                <a:moveTo>
                  <a:pt x="2304" y="0"/>
                </a:moveTo>
                <a:lnTo>
                  <a:pt x="2386" y="0"/>
                </a:lnTo>
                <a:lnTo>
                  <a:pt x="2386" y="28"/>
                </a:lnTo>
                <a:lnTo>
                  <a:pt x="2304" y="28"/>
                </a:lnTo>
                <a:lnTo>
                  <a:pt x="2304" y="0"/>
                </a:lnTo>
                <a:moveTo>
                  <a:pt x="2496" y="0"/>
                </a:moveTo>
                <a:lnTo>
                  <a:pt x="2578" y="0"/>
                </a:lnTo>
                <a:lnTo>
                  <a:pt x="2578" y="28"/>
                </a:lnTo>
                <a:lnTo>
                  <a:pt x="2496" y="28"/>
                </a:lnTo>
                <a:lnTo>
                  <a:pt x="2496" y="0"/>
                </a:lnTo>
                <a:moveTo>
                  <a:pt x="2688" y="0"/>
                </a:moveTo>
                <a:lnTo>
                  <a:pt x="2770" y="0"/>
                </a:lnTo>
                <a:lnTo>
                  <a:pt x="2770" y="28"/>
                </a:lnTo>
                <a:lnTo>
                  <a:pt x="2688" y="28"/>
                </a:lnTo>
                <a:lnTo>
                  <a:pt x="2688" y="0"/>
                </a:lnTo>
                <a:moveTo>
                  <a:pt x="2880" y="0"/>
                </a:moveTo>
                <a:lnTo>
                  <a:pt x="2962" y="0"/>
                </a:lnTo>
                <a:lnTo>
                  <a:pt x="2962" y="28"/>
                </a:lnTo>
                <a:lnTo>
                  <a:pt x="2880" y="28"/>
                </a:lnTo>
                <a:lnTo>
                  <a:pt x="2880" y="0"/>
                </a:lnTo>
                <a:moveTo>
                  <a:pt x="3072" y="0"/>
                </a:moveTo>
                <a:lnTo>
                  <a:pt x="3154" y="0"/>
                </a:lnTo>
                <a:lnTo>
                  <a:pt x="3154" y="28"/>
                </a:lnTo>
                <a:lnTo>
                  <a:pt x="3072" y="28"/>
                </a:lnTo>
                <a:lnTo>
                  <a:pt x="3072" y="0"/>
                </a:lnTo>
                <a:moveTo>
                  <a:pt x="3264" y="0"/>
                </a:moveTo>
                <a:lnTo>
                  <a:pt x="3346" y="0"/>
                </a:lnTo>
                <a:lnTo>
                  <a:pt x="3346" y="28"/>
                </a:lnTo>
                <a:lnTo>
                  <a:pt x="3264" y="28"/>
                </a:lnTo>
                <a:lnTo>
                  <a:pt x="3264" y="0"/>
                </a:lnTo>
                <a:moveTo>
                  <a:pt x="3456" y="0"/>
                </a:moveTo>
                <a:lnTo>
                  <a:pt x="3538" y="0"/>
                </a:lnTo>
                <a:lnTo>
                  <a:pt x="3538" y="28"/>
                </a:lnTo>
                <a:lnTo>
                  <a:pt x="3456" y="28"/>
                </a:lnTo>
                <a:lnTo>
                  <a:pt x="3456" y="0"/>
                </a:lnTo>
                <a:moveTo>
                  <a:pt x="3648" y="0"/>
                </a:moveTo>
                <a:lnTo>
                  <a:pt x="3730" y="0"/>
                </a:lnTo>
                <a:lnTo>
                  <a:pt x="3730" y="28"/>
                </a:lnTo>
                <a:lnTo>
                  <a:pt x="3648" y="28"/>
                </a:lnTo>
                <a:lnTo>
                  <a:pt x="3648" y="0"/>
                </a:lnTo>
                <a:moveTo>
                  <a:pt x="3840" y="0"/>
                </a:moveTo>
                <a:lnTo>
                  <a:pt x="3922" y="0"/>
                </a:lnTo>
                <a:lnTo>
                  <a:pt x="3922" y="28"/>
                </a:lnTo>
                <a:lnTo>
                  <a:pt x="3840" y="28"/>
                </a:lnTo>
                <a:lnTo>
                  <a:pt x="3840" y="0"/>
                </a:lnTo>
                <a:moveTo>
                  <a:pt x="4032" y="0"/>
                </a:moveTo>
                <a:lnTo>
                  <a:pt x="4114" y="0"/>
                </a:lnTo>
                <a:lnTo>
                  <a:pt x="4114" y="28"/>
                </a:lnTo>
                <a:lnTo>
                  <a:pt x="4032" y="28"/>
                </a:lnTo>
                <a:lnTo>
                  <a:pt x="4032" y="0"/>
                </a:lnTo>
                <a:moveTo>
                  <a:pt x="4224" y="0"/>
                </a:moveTo>
                <a:lnTo>
                  <a:pt x="4306" y="0"/>
                </a:lnTo>
                <a:lnTo>
                  <a:pt x="4306" y="28"/>
                </a:lnTo>
                <a:lnTo>
                  <a:pt x="4224" y="28"/>
                </a:lnTo>
                <a:lnTo>
                  <a:pt x="4224" y="0"/>
                </a:lnTo>
                <a:moveTo>
                  <a:pt x="4416" y="0"/>
                </a:moveTo>
                <a:lnTo>
                  <a:pt x="4498" y="0"/>
                </a:lnTo>
                <a:lnTo>
                  <a:pt x="4498" y="28"/>
                </a:lnTo>
                <a:lnTo>
                  <a:pt x="4416" y="28"/>
                </a:lnTo>
                <a:lnTo>
                  <a:pt x="4416" y="0"/>
                </a:lnTo>
                <a:moveTo>
                  <a:pt x="4608" y="0"/>
                </a:moveTo>
                <a:lnTo>
                  <a:pt x="4690" y="0"/>
                </a:lnTo>
                <a:lnTo>
                  <a:pt x="4690" y="28"/>
                </a:lnTo>
                <a:lnTo>
                  <a:pt x="4608" y="28"/>
                </a:lnTo>
                <a:lnTo>
                  <a:pt x="4608" y="0"/>
                </a:lnTo>
                <a:moveTo>
                  <a:pt x="4800" y="0"/>
                </a:moveTo>
                <a:lnTo>
                  <a:pt x="4882" y="0"/>
                </a:lnTo>
                <a:lnTo>
                  <a:pt x="4882" y="28"/>
                </a:lnTo>
                <a:lnTo>
                  <a:pt x="4800" y="28"/>
                </a:lnTo>
                <a:lnTo>
                  <a:pt x="4800" y="0"/>
                </a:lnTo>
                <a:moveTo>
                  <a:pt x="4992" y="0"/>
                </a:moveTo>
                <a:lnTo>
                  <a:pt x="5074" y="0"/>
                </a:lnTo>
                <a:lnTo>
                  <a:pt x="5074" y="28"/>
                </a:lnTo>
                <a:lnTo>
                  <a:pt x="4992" y="28"/>
                </a:lnTo>
                <a:lnTo>
                  <a:pt x="4992" y="0"/>
                </a:lnTo>
                <a:moveTo>
                  <a:pt x="5184" y="0"/>
                </a:moveTo>
                <a:lnTo>
                  <a:pt x="5266" y="0"/>
                </a:lnTo>
                <a:lnTo>
                  <a:pt x="5266" y="28"/>
                </a:lnTo>
                <a:lnTo>
                  <a:pt x="5184" y="28"/>
                </a:lnTo>
                <a:lnTo>
                  <a:pt x="5184" y="0"/>
                </a:lnTo>
                <a:moveTo>
                  <a:pt x="5376" y="0"/>
                </a:moveTo>
                <a:lnTo>
                  <a:pt x="5458" y="0"/>
                </a:lnTo>
                <a:lnTo>
                  <a:pt x="5458" y="28"/>
                </a:lnTo>
                <a:lnTo>
                  <a:pt x="5376" y="28"/>
                </a:lnTo>
                <a:lnTo>
                  <a:pt x="5376" y="0"/>
                </a:lnTo>
                <a:moveTo>
                  <a:pt x="5568" y="0"/>
                </a:moveTo>
                <a:lnTo>
                  <a:pt x="5650" y="0"/>
                </a:lnTo>
                <a:lnTo>
                  <a:pt x="5650" y="28"/>
                </a:lnTo>
                <a:lnTo>
                  <a:pt x="5568" y="28"/>
                </a:lnTo>
                <a:lnTo>
                  <a:pt x="5568" y="0"/>
                </a:lnTo>
                <a:moveTo>
                  <a:pt x="5760" y="0"/>
                </a:moveTo>
                <a:lnTo>
                  <a:pt x="5842" y="0"/>
                </a:lnTo>
                <a:lnTo>
                  <a:pt x="5842" y="28"/>
                </a:lnTo>
                <a:lnTo>
                  <a:pt x="5760" y="28"/>
                </a:lnTo>
                <a:lnTo>
                  <a:pt x="5760" y="0"/>
                </a:lnTo>
                <a:moveTo>
                  <a:pt x="5952" y="0"/>
                </a:moveTo>
                <a:lnTo>
                  <a:pt x="6034" y="0"/>
                </a:lnTo>
                <a:lnTo>
                  <a:pt x="6034" y="28"/>
                </a:lnTo>
                <a:lnTo>
                  <a:pt x="5952" y="28"/>
                </a:lnTo>
                <a:lnTo>
                  <a:pt x="5952" y="0"/>
                </a:lnTo>
                <a:moveTo>
                  <a:pt x="6144" y="0"/>
                </a:moveTo>
                <a:lnTo>
                  <a:pt x="6226" y="0"/>
                </a:lnTo>
                <a:lnTo>
                  <a:pt x="6226" y="28"/>
                </a:lnTo>
                <a:lnTo>
                  <a:pt x="6144" y="28"/>
                </a:lnTo>
                <a:lnTo>
                  <a:pt x="6144" y="0"/>
                </a:lnTo>
                <a:moveTo>
                  <a:pt x="6336" y="0"/>
                </a:moveTo>
                <a:lnTo>
                  <a:pt x="6419" y="0"/>
                </a:lnTo>
                <a:lnTo>
                  <a:pt x="6419" y="28"/>
                </a:lnTo>
                <a:lnTo>
                  <a:pt x="6336" y="28"/>
                </a:lnTo>
                <a:lnTo>
                  <a:pt x="6336" y="0"/>
                </a:lnTo>
                <a:moveTo>
                  <a:pt x="6529" y="0"/>
                </a:moveTo>
                <a:lnTo>
                  <a:pt x="6611" y="0"/>
                </a:lnTo>
                <a:lnTo>
                  <a:pt x="6611" y="28"/>
                </a:lnTo>
                <a:lnTo>
                  <a:pt x="6529" y="28"/>
                </a:lnTo>
                <a:lnTo>
                  <a:pt x="6529" y="0"/>
                </a:lnTo>
                <a:moveTo>
                  <a:pt x="6721" y="0"/>
                </a:moveTo>
                <a:lnTo>
                  <a:pt x="6803" y="0"/>
                </a:lnTo>
                <a:lnTo>
                  <a:pt x="6803" y="28"/>
                </a:lnTo>
                <a:lnTo>
                  <a:pt x="6721" y="28"/>
                </a:lnTo>
                <a:lnTo>
                  <a:pt x="6721" y="0"/>
                </a:lnTo>
                <a:moveTo>
                  <a:pt x="6913" y="0"/>
                </a:moveTo>
                <a:lnTo>
                  <a:pt x="6995" y="0"/>
                </a:lnTo>
                <a:lnTo>
                  <a:pt x="6995" y="28"/>
                </a:lnTo>
                <a:lnTo>
                  <a:pt x="6913" y="28"/>
                </a:lnTo>
                <a:lnTo>
                  <a:pt x="6913" y="0"/>
                </a:lnTo>
                <a:moveTo>
                  <a:pt x="7105" y="0"/>
                </a:moveTo>
                <a:lnTo>
                  <a:pt x="7187" y="0"/>
                </a:lnTo>
                <a:lnTo>
                  <a:pt x="7187" y="28"/>
                </a:lnTo>
                <a:lnTo>
                  <a:pt x="7105" y="28"/>
                </a:lnTo>
                <a:lnTo>
                  <a:pt x="7105" y="0"/>
                </a:lnTo>
                <a:moveTo>
                  <a:pt x="7297" y="0"/>
                </a:moveTo>
                <a:lnTo>
                  <a:pt x="7379" y="0"/>
                </a:lnTo>
                <a:lnTo>
                  <a:pt x="7379" y="28"/>
                </a:lnTo>
                <a:lnTo>
                  <a:pt x="7297" y="28"/>
                </a:lnTo>
                <a:lnTo>
                  <a:pt x="7297" y="0"/>
                </a:lnTo>
                <a:moveTo>
                  <a:pt x="7489" y="0"/>
                </a:moveTo>
                <a:lnTo>
                  <a:pt x="7571" y="0"/>
                </a:lnTo>
                <a:lnTo>
                  <a:pt x="7571" y="28"/>
                </a:lnTo>
                <a:lnTo>
                  <a:pt x="7489" y="28"/>
                </a:lnTo>
                <a:lnTo>
                  <a:pt x="7489" y="0"/>
                </a:lnTo>
                <a:moveTo>
                  <a:pt x="7681" y="0"/>
                </a:moveTo>
                <a:lnTo>
                  <a:pt x="7763" y="0"/>
                </a:lnTo>
                <a:lnTo>
                  <a:pt x="7763" y="28"/>
                </a:lnTo>
                <a:lnTo>
                  <a:pt x="7681" y="28"/>
                </a:lnTo>
                <a:lnTo>
                  <a:pt x="7681" y="0"/>
                </a:lnTo>
                <a:moveTo>
                  <a:pt x="7872" y="0"/>
                </a:moveTo>
                <a:lnTo>
                  <a:pt x="7955" y="0"/>
                </a:lnTo>
                <a:lnTo>
                  <a:pt x="7955" y="28"/>
                </a:lnTo>
                <a:lnTo>
                  <a:pt x="7872" y="28"/>
                </a:lnTo>
                <a:lnTo>
                  <a:pt x="7872" y="0"/>
                </a:lnTo>
                <a:moveTo>
                  <a:pt x="8064" y="0"/>
                </a:moveTo>
                <a:lnTo>
                  <a:pt x="8147" y="0"/>
                </a:lnTo>
                <a:lnTo>
                  <a:pt x="8147" y="28"/>
                </a:lnTo>
                <a:lnTo>
                  <a:pt x="8064" y="28"/>
                </a:lnTo>
                <a:lnTo>
                  <a:pt x="8064" y="0"/>
                </a:lnTo>
                <a:moveTo>
                  <a:pt x="8256" y="0"/>
                </a:moveTo>
                <a:lnTo>
                  <a:pt x="8339" y="0"/>
                </a:lnTo>
                <a:lnTo>
                  <a:pt x="8339" y="28"/>
                </a:lnTo>
                <a:lnTo>
                  <a:pt x="8256" y="28"/>
                </a:lnTo>
                <a:lnTo>
                  <a:pt x="8256" y="0"/>
                </a:lnTo>
                <a:moveTo>
                  <a:pt x="8448" y="0"/>
                </a:moveTo>
                <a:lnTo>
                  <a:pt x="8531" y="0"/>
                </a:lnTo>
                <a:lnTo>
                  <a:pt x="8531" y="28"/>
                </a:lnTo>
                <a:lnTo>
                  <a:pt x="8448" y="28"/>
                </a:lnTo>
                <a:lnTo>
                  <a:pt x="8448" y="0"/>
                </a:lnTo>
                <a:moveTo>
                  <a:pt x="8640" y="0"/>
                </a:moveTo>
                <a:lnTo>
                  <a:pt x="8723" y="0"/>
                </a:lnTo>
                <a:lnTo>
                  <a:pt x="8723" y="28"/>
                </a:lnTo>
                <a:lnTo>
                  <a:pt x="8640" y="28"/>
                </a:lnTo>
                <a:lnTo>
                  <a:pt x="8640" y="0"/>
                </a:lnTo>
                <a:moveTo>
                  <a:pt x="8832" y="0"/>
                </a:moveTo>
                <a:lnTo>
                  <a:pt x="8915" y="0"/>
                </a:lnTo>
                <a:lnTo>
                  <a:pt x="8915" y="28"/>
                </a:lnTo>
                <a:lnTo>
                  <a:pt x="8832" y="28"/>
                </a:lnTo>
                <a:lnTo>
                  <a:pt x="8832" y="0"/>
                </a:lnTo>
                <a:moveTo>
                  <a:pt x="9024" y="0"/>
                </a:moveTo>
                <a:lnTo>
                  <a:pt x="9107" y="0"/>
                </a:lnTo>
                <a:lnTo>
                  <a:pt x="9107" y="28"/>
                </a:lnTo>
                <a:lnTo>
                  <a:pt x="9024" y="28"/>
                </a:lnTo>
                <a:lnTo>
                  <a:pt x="9024" y="0"/>
                </a:lnTo>
                <a:moveTo>
                  <a:pt x="9216" y="0"/>
                </a:moveTo>
                <a:lnTo>
                  <a:pt x="9299" y="0"/>
                </a:lnTo>
                <a:lnTo>
                  <a:pt x="9299" y="28"/>
                </a:lnTo>
                <a:lnTo>
                  <a:pt x="9216" y="28"/>
                </a:lnTo>
                <a:lnTo>
                  <a:pt x="9216" y="0"/>
                </a:lnTo>
                <a:moveTo>
                  <a:pt x="9408" y="0"/>
                </a:moveTo>
                <a:lnTo>
                  <a:pt x="9491" y="0"/>
                </a:lnTo>
                <a:lnTo>
                  <a:pt x="9491" y="28"/>
                </a:lnTo>
                <a:lnTo>
                  <a:pt x="9408" y="28"/>
                </a:lnTo>
                <a:lnTo>
                  <a:pt x="9408" y="0"/>
                </a:lnTo>
                <a:moveTo>
                  <a:pt x="9600" y="0"/>
                </a:moveTo>
                <a:lnTo>
                  <a:pt x="9683" y="0"/>
                </a:lnTo>
                <a:lnTo>
                  <a:pt x="9683" y="28"/>
                </a:lnTo>
                <a:lnTo>
                  <a:pt x="9600" y="28"/>
                </a:lnTo>
                <a:lnTo>
                  <a:pt x="9600" y="0"/>
                </a:lnTo>
                <a:moveTo>
                  <a:pt x="9792" y="0"/>
                </a:moveTo>
                <a:lnTo>
                  <a:pt x="9875" y="0"/>
                </a:lnTo>
                <a:lnTo>
                  <a:pt x="9875" y="28"/>
                </a:lnTo>
                <a:lnTo>
                  <a:pt x="9792" y="28"/>
                </a:lnTo>
                <a:lnTo>
                  <a:pt x="9792" y="0"/>
                </a:lnTo>
                <a:moveTo>
                  <a:pt x="9984" y="0"/>
                </a:moveTo>
                <a:lnTo>
                  <a:pt x="10067" y="0"/>
                </a:lnTo>
                <a:lnTo>
                  <a:pt x="10067" y="28"/>
                </a:lnTo>
                <a:lnTo>
                  <a:pt x="9984" y="28"/>
                </a:lnTo>
                <a:lnTo>
                  <a:pt x="9984" y="0"/>
                </a:lnTo>
                <a:moveTo>
                  <a:pt x="10176" y="0"/>
                </a:moveTo>
                <a:lnTo>
                  <a:pt x="10259" y="0"/>
                </a:lnTo>
                <a:lnTo>
                  <a:pt x="10259" y="28"/>
                </a:lnTo>
                <a:lnTo>
                  <a:pt x="10176" y="28"/>
                </a:lnTo>
                <a:lnTo>
                  <a:pt x="10176" y="0"/>
                </a:lnTo>
                <a:moveTo>
                  <a:pt x="10368" y="0"/>
                </a:moveTo>
                <a:lnTo>
                  <a:pt x="10451" y="0"/>
                </a:lnTo>
                <a:lnTo>
                  <a:pt x="10451" y="28"/>
                </a:lnTo>
                <a:lnTo>
                  <a:pt x="10368" y="28"/>
                </a:lnTo>
                <a:lnTo>
                  <a:pt x="10368" y="0"/>
                </a:lnTo>
                <a:moveTo>
                  <a:pt x="10560" y="0"/>
                </a:moveTo>
                <a:lnTo>
                  <a:pt x="10643" y="0"/>
                </a:lnTo>
                <a:lnTo>
                  <a:pt x="10643" y="28"/>
                </a:lnTo>
                <a:lnTo>
                  <a:pt x="10560" y="28"/>
                </a:lnTo>
                <a:lnTo>
                  <a:pt x="10560" y="0"/>
                </a:lnTo>
                <a:moveTo>
                  <a:pt x="10752" y="0"/>
                </a:moveTo>
                <a:lnTo>
                  <a:pt x="10834" y="0"/>
                </a:lnTo>
                <a:lnTo>
                  <a:pt x="10834" y="28"/>
                </a:lnTo>
                <a:lnTo>
                  <a:pt x="10752" y="28"/>
                </a:lnTo>
                <a:lnTo>
                  <a:pt x="10752" y="0"/>
                </a:lnTo>
                <a:moveTo>
                  <a:pt x="10944" y="0"/>
                </a:moveTo>
                <a:lnTo>
                  <a:pt x="11026" y="0"/>
                </a:lnTo>
                <a:lnTo>
                  <a:pt x="11026" y="28"/>
                </a:lnTo>
                <a:lnTo>
                  <a:pt x="10944" y="28"/>
                </a:lnTo>
                <a:lnTo>
                  <a:pt x="10944" y="0"/>
                </a:lnTo>
                <a:moveTo>
                  <a:pt x="11136" y="0"/>
                </a:moveTo>
                <a:lnTo>
                  <a:pt x="11218" y="0"/>
                </a:lnTo>
                <a:lnTo>
                  <a:pt x="11218" y="28"/>
                </a:lnTo>
                <a:lnTo>
                  <a:pt x="11136" y="28"/>
                </a:lnTo>
                <a:lnTo>
                  <a:pt x="11136" y="0"/>
                </a:lnTo>
                <a:moveTo>
                  <a:pt x="11328" y="0"/>
                </a:moveTo>
                <a:lnTo>
                  <a:pt x="11410" y="0"/>
                </a:lnTo>
                <a:lnTo>
                  <a:pt x="11410" y="28"/>
                </a:lnTo>
                <a:lnTo>
                  <a:pt x="11328" y="28"/>
                </a:lnTo>
                <a:lnTo>
                  <a:pt x="11328" y="0"/>
                </a:lnTo>
                <a:moveTo>
                  <a:pt x="11520" y="0"/>
                </a:moveTo>
                <a:lnTo>
                  <a:pt x="11602" y="0"/>
                </a:lnTo>
                <a:lnTo>
                  <a:pt x="11602" y="28"/>
                </a:lnTo>
                <a:lnTo>
                  <a:pt x="11520" y="28"/>
                </a:lnTo>
                <a:lnTo>
                  <a:pt x="11520" y="0"/>
                </a:lnTo>
                <a:moveTo>
                  <a:pt x="11712" y="0"/>
                </a:moveTo>
                <a:lnTo>
                  <a:pt x="11794" y="0"/>
                </a:lnTo>
                <a:lnTo>
                  <a:pt x="11794" y="28"/>
                </a:lnTo>
                <a:lnTo>
                  <a:pt x="11712" y="28"/>
                </a:lnTo>
                <a:lnTo>
                  <a:pt x="11712" y="0"/>
                </a:lnTo>
                <a:moveTo>
                  <a:pt x="11904" y="0"/>
                </a:moveTo>
                <a:lnTo>
                  <a:pt x="11986" y="0"/>
                </a:lnTo>
                <a:lnTo>
                  <a:pt x="11986" y="28"/>
                </a:lnTo>
                <a:lnTo>
                  <a:pt x="11904" y="28"/>
                </a:lnTo>
                <a:lnTo>
                  <a:pt x="11904" y="0"/>
                </a:lnTo>
                <a:moveTo>
                  <a:pt x="12096" y="0"/>
                </a:moveTo>
                <a:lnTo>
                  <a:pt x="12178" y="0"/>
                </a:lnTo>
                <a:lnTo>
                  <a:pt x="12178" y="28"/>
                </a:lnTo>
                <a:lnTo>
                  <a:pt x="12096" y="28"/>
                </a:lnTo>
                <a:lnTo>
                  <a:pt x="12096" y="0"/>
                </a:lnTo>
                <a:moveTo>
                  <a:pt x="12288" y="0"/>
                </a:moveTo>
                <a:lnTo>
                  <a:pt x="12370" y="0"/>
                </a:lnTo>
                <a:lnTo>
                  <a:pt x="12370" y="28"/>
                </a:lnTo>
                <a:lnTo>
                  <a:pt x="12288" y="28"/>
                </a:lnTo>
                <a:lnTo>
                  <a:pt x="12288" y="0"/>
                </a:lnTo>
                <a:moveTo>
                  <a:pt x="12480" y="0"/>
                </a:moveTo>
                <a:lnTo>
                  <a:pt x="12562" y="0"/>
                </a:lnTo>
                <a:lnTo>
                  <a:pt x="12562" y="28"/>
                </a:lnTo>
                <a:lnTo>
                  <a:pt x="12480" y="28"/>
                </a:lnTo>
                <a:lnTo>
                  <a:pt x="12480" y="0"/>
                </a:lnTo>
                <a:moveTo>
                  <a:pt x="12672" y="0"/>
                </a:moveTo>
                <a:lnTo>
                  <a:pt x="12754" y="0"/>
                </a:lnTo>
                <a:lnTo>
                  <a:pt x="12754" y="28"/>
                </a:lnTo>
                <a:lnTo>
                  <a:pt x="12672" y="28"/>
                </a:lnTo>
                <a:lnTo>
                  <a:pt x="12672" y="0"/>
                </a:lnTo>
                <a:moveTo>
                  <a:pt x="12864" y="0"/>
                </a:moveTo>
                <a:lnTo>
                  <a:pt x="12946" y="0"/>
                </a:lnTo>
                <a:lnTo>
                  <a:pt x="12946" y="28"/>
                </a:lnTo>
                <a:lnTo>
                  <a:pt x="12864" y="28"/>
                </a:lnTo>
                <a:lnTo>
                  <a:pt x="12864" y="0"/>
                </a:lnTo>
                <a:moveTo>
                  <a:pt x="13056" y="0"/>
                </a:moveTo>
                <a:lnTo>
                  <a:pt x="13138" y="0"/>
                </a:lnTo>
                <a:lnTo>
                  <a:pt x="13138" y="28"/>
                </a:lnTo>
                <a:lnTo>
                  <a:pt x="13056" y="28"/>
                </a:lnTo>
                <a:lnTo>
                  <a:pt x="13056" y="0"/>
                </a:lnTo>
                <a:moveTo>
                  <a:pt x="13248" y="0"/>
                </a:moveTo>
                <a:lnTo>
                  <a:pt x="13330" y="0"/>
                </a:lnTo>
                <a:lnTo>
                  <a:pt x="13330" y="28"/>
                </a:lnTo>
                <a:lnTo>
                  <a:pt x="13248" y="28"/>
                </a:lnTo>
                <a:lnTo>
                  <a:pt x="13248" y="0"/>
                </a:lnTo>
                <a:moveTo>
                  <a:pt x="13440" y="0"/>
                </a:moveTo>
                <a:lnTo>
                  <a:pt x="13522" y="0"/>
                </a:lnTo>
                <a:lnTo>
                  <a:pt x="13522" y="28"/>
                </a:lnTo>
                <a:lnTo>
                  <a:pt x="13440" y="28"/>
                </a:lnTo>
                <a:lnTo>
                  <a:pt x="13440" y="0"/>
                </a:lnTo>
                <a:moveTo>
                  <a:pt x="13632" y="0"/>
                </a:moveTo>
                <a:lnTo>
                  <a:pt x="13714" y="0"/>
                </a:lnTo>
                <a:lnTo>
                  <a:pt x="13714" y="28"/>
                </a:lnTo>
                <a:lnTo>
                  <a:pt x="13632" y="28"/>
                </a:lnTo>
                <a:lnTo>
                  <a:pt x="13632" y="0"/>
                </a:lnTo>
                <a:moveTo>
                  <a:pt x="13824" y="0"/>
                </a:moveTo>
                <a:lnTo>
                  <a:pt x="13906" y="0"/>
                </a:lnTo>
                <a:lnTo>
                  <a:pt x="13906" y="28"/>
                </a:lnTo>
                <a:lnTo>
                  <a:pt x="13824" y="28"/>
                </a:lnTo>
                <a:lnTo>
                  <a:pt x="13824" y="0"/>
                </a:lnTo>
                <a:moveTo>
                  <a:pt x="14016" y="0"/>
                </a:moveTo>
                <a:lnTo>
                  <a:pt x="14098" y="0"/>
                </a:lnTo>
                <a:lnTo>
                  <a:pt x="14098" y="28"/>
                </a:lnTo>
                <a:lnTo>
                  <a:pt x="14016" y="28"/>
                </a:lnTo>
                <a:lnTo>
                  <a:pt x="14016" y="0"/>
                </a:lnTo>
                <a:moveTo>
                  <a:pt x="14208" y="0"/>
                </a:moveTo>
                <a:lnTo>
                  <a:pt x="14290" y="0"/>
                </a:lnTo>
                <a:lnTo>
                  <a:pt x="14290" y="28"/>
                </a:lnTo>
                <a:lnTo>
                  <a:pt x="14208" y="28"/>
                </a:lnTo>
                <a:lnTo>
                  <a:pt x="14208" y="0"/>
                </a:lnTo>
                <a:moveTo>
                  <a:pt x="14400" y="0"/>
                </a:moveTo>
                <a:lnTo>
                  <a:pt x="14482" y="0"/>
                </a:lnTo>
                <a:lnTo>
                  <a:pt x="14482" y="28"/>
                </a:lnTo>
                <a:lnTo>
                  <a:pt x="14400" y="28"/>
                </a:lnTo>
                <a:lnTo>
                  <a:pt x="14400" y="0"/>
                </a:lnTo>
                <a:moveTo>
                  <a:pt x="14592" y="0"/>
                </a:moveTo>
                <a:lnTo>
                  <a:pt x="14674" y="0"/>
                </a:lnTo>
                <a:lnTo>
                  <a:pt x="14674" y="28"/>
                </a:lnTo>
                <a:lnTo>
                  <a:pt x="14592" y="28"/>
                </a:lnTo>
                <a:lnTo>
                  <a:pt x="14592" y="0"/>
                </a:lnTo>
                <a:moveTo>
                  <a:pt x="14784" y="0"/>
                </a:moveTo>
                <a:lnTo>
                  <a:pt x="14866" y="0"/>
                </a:lnTo>
                <a:lnTo>
                  <a:pt x="14866" y="28"/>
                </a:lnTo>
                <a:lnTo>
                  <a:pt x="14784" y="28"/>
                </a:lnTo>
                <a:lnTo>
                  <a:pt x="14784" y="0"/>
                </a:lnTo>
                <a:moveTo>
                  <a:pt x="14976" y="0"/>
                </a:moveTo>
                <a:lnTo>
                  <a:pt x="15058" y="0"/>
                </a:lnTo>
                <a:lnTo>
                  <a:pt x="15058" y="28"/>
                </a:lnTo>
                <a:lnTo>
                  <a:pt x="14976" y="28"/>
                </a:lnTo>
                <a:lnTo>
                  <a:pt x="14976" y="0"/>
                </a:lnTo>
                <a:moveTo>
                  <a:pt x="15168" y="0"/>
                </a:moveTo>
                <a:lnTo>
                  <a:pt x="15250" y="0"/>
                </a:lnTo>
                <a:lnTo>
                  <a:pt x="15250" y="28"/>
                </a:lnTo>
                <a:lnTo>
                  <a:pt x="15168" y="28"/>
                </a:lnTo>
                <a:lnTo>
                  <a:pt x="15168" y="0"/>
                </a:lnTo>
                <a:moveTo>
                  <a:pt x="15360" y="0"/>
                </a:moveTo>
                <a:lnTo>
                  <a:pt x="15442" y="0"/>
                </a:lnTo>
                <a:lnTo>
                  <a:pt x="15442" y="28"/>
                </a:lnTo>
                <a:lnTo>
                  <a:pt x="15360" y="28"/>
                </a:lnTo>
                <a:lnTo>
                  <a:pt x="15360" y="0"/>
                </a:lnTo>
                <a:moveTo>
                  <a:pt x="15552" y="0"/>
                </a:moveTo>
                <a:lnTo>
                  <a:pt x="15634" y="0"/>
                </a:lnTo>
                <a:lnTo>
                  <a:pt x="15634" y="28"/>
                </a:lnTo>
                <a:lnTo>
                  <a:pt x="15552" y="28"/>
                </a:lnTo>
                <a:lnTo>
                  <a:pt x="15552" y="0"/>
                </a:lnTo>
                <a:moveTo>
                  <a:pt x="15744" y="0"/>
                </a:moveTo>
                <a:lnTo>
                  <a:pt x="15826" y="0"/>
                </a:lnTo>
                <a:lnTo>
                  <a:pt x="15826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36" y="0"/>
                </a:moveTo>
                <a:lnTo>
                  <a:pt x="16018" y="0"/>
                </a:lnTo>
                <a:lnTo>
                  <a:pt x="16018" y="28"/>
                </a:lnTo>
                <a:lnTo>
                  <a:pt x="15936" y="28"/>
                </a:lnTo>
                <a:lnTo>
                  <a:pt x="15936" y="0"/>
                </a:lnTo>
                <a:moveTo>
                  <a:pt x="16128" y="0"/>
                </a:moveTo>
                <a:lnTo>
                  <a:pt x="16210" y="0"/>
                </a:lnTo>
                <a:lnTo>
                  <a:pt x="16210" y="28"/>
                </a:lnTo>
                <a:lnTo>
                  <a:pt x="16128" y="28"/>
                </a:lnTo>
                <a:lnTo>
                  <a:pt x="16128" y="0"/>
                </a:lnTo>
                <a:moveTo>
                  <a:pt x="16320" y="0"/>
                </a:moveTo>
                <a:lnTo>
                  <a:pt x="16402" y="0"/>
                </a:lnTo>
                <a:lnTo>
                  <a:pt x="16402" y="28"/>
                </a:lnTo>
                <a:lnTo>
                  <a:pt x="16320" y="28"/>
                </a:lnTo>
                <a:lnTo>
                  <a:pt x="16320" y="0"/>
                </a:lnTo>
                <a:moveTo>
                  <a:pt x="16512" y="0"/>
                </a:moveTo>
                <a:lnTo>
                  <a:pt x="16594" y="0"/>
                </a:lnTo>
                <a:lnTo>
                  <a:pt x="16594" y="28"/>
                </a:lnTo>
                <a:lnTo>
                  <a:pt x="16512" y="28"/>
                </a:lnTo>
                <a:lnTo>
                  <a:pt x="16512" y="0"/>
                </a:lnTo>
                <a:moveTo>
                  <a:pt x="16704" y="0"/>
                </a:moveTo>
                <a:lnTo>
                  <a:pt x="16786" y="0"/>
                </a:lnTo>
                <a:lnTo>
                  <a:pt x="16786" y="28"/>
                </a:lnTo>
                <a:lnTo>
                  <a:pt x="16704" y="28"/>
                </a:lnTo>
                <a:lnTo>
                  <a:pt x="16704" y="0"/>
                </a:lnTo>
                <a:moveTo>
                  <a:pt x="16896" y="0"/>
                </a:moveTo>
                <a:lnTo>
                  <a:pt x="16978" y="0"/>
                </a:lnTo>
                <a:lnTo>
                  <a:pt x="16978" y="28"/>
                </a:lnTo>
                <a:lnTo>
                  <a:pt x="16896" y="28"/>
                </a:lnTo>
                <a:lnTo>
                  <a:pt x="16896" y="0"/>
                </a:lnTo>
                <a:moveTo>
                  <a:pt x="17088" y="0"/>
                </a:moveTo>
                <a:lnTo>
                  <a:pt x="17170" y="0"/>
                </a:lnTo>
                <a:lnTo>
                  <a:pt x="17170" y="28"/>
                </a:lnTo>
                <a:lnTo>
                  <a:pt x="17088" y="28"/>
                </a:lnTo>
                <a:lnTo>
                  <a:pt x="17088" y="0"/>
                </a:lnTo>
                <a:moveTo>
                  <a:pt x="17280" y="0"/>
                </a:moveTo>
                <a:lnTo>
                  <a:pt x="17362" y="0"/>
                </a:lnTo>
                <a:lnTo>
                  <a:pt x="17362" y="28"/>
                </a:lnTo>
                <a:lnTo>
                  <a:pt x="17280" y="28"/>
                </a:lnTo>
                <a:lnTo>
                  <a:pt x="17280" y="0"/>
                </a:lnTo>
                <a:moveTo>
                  <a:pt x="17472" y="0"/>
                </a:moveTo>
                <a:lnTo>
                  <a:pt x="17554" y="0"/>
                </a:lnTo>
                <a:lnTo>
                  <a:pt x="17554" y="28"/>
                </a:lnTo>
                <a:lnTo>
                  <a:pt x="17472" y="28"/>
                </a:lnTo>
                <a:lnTo>
                  <a:pt x="17472" y="0"/>
                </a:lnTo>
                <a:moveTo>
                  <a:pt x="17664" y="0"/>
                </a:moveTo>
                <a:lnTo>
                  <a:pt x="17746" y="0"/>
                </a:lnTo>
                <a:lnTo>
                  <a:pt x="17746" y="28"/>
                </a:lnTo>
                <a:lnTo>
                  <a:pt x="17664" y="28"/>
                </a:lnTo>
                <a:lnTo>
                  <a:pt x="17664" y="0"/>
                </a:lnTo>
                <a:moveTo>
                  <a:pt x="17856" y="0"/>
                </a:moveTo>
                <a:lnTo>
                  <a:pt x="17938" y="0"/>
                </a:lnTo>
                <a:lnTo>
                  <a:pt x="17938" y="28"/>
                </a:lnTo>
                <a:lnTo>
                  <a:pt x="17856" y="28"/>
                </a:lnTo>
                <a:lnTo>
                  <a:pt x="17856" y="0"/>
                </a:lnTo>
                <a:moveTo>
                  <a:pt x="18047" y="0"/>
                </a:moveTo>
                <a:lnTo>
                  <a:pt x="18130" y="0"/>
                </a:lnTo>
                <a:lnTo>
                  <a:pt x="18130" y="28"/>
                </a:lnTo>
                <a:lnTo>
                  <a:pt x="18047" y="28"/>
                </a:lnTo>
                <a:lnTo>
                  <a:pt x="18047" y="0"/>
                </a:lnTo>
                <a:moveTo>
                  <a:pt x="18239" y="0"/>
                </a:moveTo>
                <a:lnTo>
                  <a:pt x="18322" y="0"/>
                </a:lnTo>
                <a:lnTo>
                  <a:pt x="18322" y="28"/>
                </a:lnTo>
                <a:lnTo>
                  <a:pt x="18239" y="28"/>
                </a:lnTo>
                <a:lnTo>
                  <a:pt x="18239" y="0"/>
                </a:lnTo>
                <a:moveTo>
                  <a:pt x="18431" y="0"/>
                </a:moveTo>
                <a:lnTo>
                  <a:pt x="18514" y="0"/>
                </a:lnTo>
                <a:lnTo>
                  <a:pt x="18514" y="28"/>
                </a:lnTo>
                <a:lnTo>
                  <a:pt x="18431" y="28"/>
                </a:lnTo>
                <a:lnTo>
                  <a:pt x="18431" y="0"/>
                </a:lnTo>
                <a:moveTo>
                  <a:pt x="18623" y="0"/>
                </a:moveTo>
                <a:lnTo>
                  <a:pt x="18706" y="0"/>
                </a:lnTo>
                <a:lnTo>
                  <a:pt x="18706" y="28"/>
                </a:lnTo>
                <a:lnTo>
                  <a:pt x="18623" y="28"/>
                </a:lnTo>
                <a:lnTo>
                  <a:pt x="18623" y="0"/>
                </a:lnTo>
                <a:moveTo>
                  <a:pt x="18815" y="0"/>
                </a:moveTo>
                <a:lnTo>
                  <a:pt x="18898" y="0"/>
                </a:lnTo>
                <a:lnTo>
                  <a:pt x="18898" y="28"/>
                </a:lnTo>
                <a:lnTo>
                  <a:pt x="18815" y="28"/>
                </a:lnTo>
                <a:lnTo>
                  <a:pt x="18815" y="0"/>
                </a:lnTo>
                <a:moveTo>
                  <a:pt x="19007" y="0"/>
                </a:moveTo>
                <a:lnTo>
                  <a:pt x="19090" y="0"/>
                </a:lnTo>
                <a:lnTo>
                  <a:pt x="19090" y="28"/>
                </a:lnTo>
                <a:lnTo>
                  <a:pt x="19007" y="28"/>
                </a:lnTo>
                <a:lnTo>
                  <a:pt x="19007" y="0"/>
                </a:lnTo>
                <a:moveTo>
                  <a:pt x="19199" y="0"/>
                </a:moveTo>
                <a:lnTo>
                  <a:pt x="19282" y="0"/>
                </a:lnTo>
                <a:lnTo>
                  <a:pt x="19282" y="28"/>
                </a:lnTo>
                <a:lnTo>
                  <a:pt x="19199" y="28"/>
                </a:lnTo>
                <a:lnTo>
                  <a:pt x="1919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 txBox="1"/>
          <p:nvPr/>
        </p:nvSpPr>
        <p:spPr>
          <a:xfrm>
            <a:off x="1048680" y="6074280"/>
            <a:ext cx="98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186920" y="4858920"/>
            <a:ext cx="0" cy="1720080"/>
          </a:xfrm>
          <a:prstGeom prst="line">
            <a:avLst/>
          </a:prstGeom>
          <a:ln w="97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1186920" y="6579000"/>
            <a:ext cx="6950880" cy="0"/>
          </a:xfrm>
          <a:prstGeom prst="line">
            <a:avLst/>
          </a:prstGeom>
          <a:ln w="972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8132760" y="4858920"/>
            <a:ext cx="10440" cy="1700640"/>
          </a:xfrm>
          <a:custGeom>
            <a:avLst/>
            <a:gdLst/>
            <a:ahLst/>
            <a:rect l="0" t="0" r="r" b="b"/>
            <a:pathLst>
              <a:path w="29" h="4724">
                <a:moveTo>
                  <a:pt x="29" y="0"/>
                </a:moveTo>
                <a:lnTo>
                  <a:pt x="29" y="110"/>
                </a:lnTo>
                <a:lnTo>
                  <a:pt x="0" y="110"/>
                </a:lnTo>
                <a:lnTo>
                  <a:pt x="0" y="0"/>
                </a:lnTo>
                <a:lnTo>
                  <a:pt x="29" y="0"/>
                </a:lnTo>
                <a:moveTo>
                  <a:pt x="29" y="192"/>
                </a:moveTo>
                <a:lnTo>
                  <a:pt x="29" y="302"/>
                </a:lnTo>
                <a:lnTo>
                  <a:pt x="0" y="302"/>
                </a:lnTo>
                <a:lnTo>
                  <a:pt x="0" y="192"/>
                </a:lnTo>
                <a:lnTo>
                  <a:pt x="29" y="192"/>
                </a:lnTo>
                <a:moveTo>
                  <a:pt x="29" y="384"/>
                </a:moveTo>
                <a:lnTo>
                  <a:pt x="29" y="494"/>
                </a:lnTo>
                <a:lnTo>
                  <a:pt x="0" y="494"/>
                </a:lnTo>
                <a:lnTo>
                  <a:pt x="0" y="384"/>
                </a:lnTo>
                <a:lnTo>
                  <a:pt x="29" y="384"/>
                </a:lnTo>
                <a:moveTo>
                  <a:pt x="29" y="576"/>
                </a:moveTo>
                <a:lnTo>
                  <a:pt x="29" y="686"/>
                </a:lnTo>
                <a:lnTo>
                  <a:pt x="0" y="686"/>
                </a:lnTo>
                <a:lnTo>
                  <a:pt x="0" y="576"/>
                </a:lnTo>
                <a:lnTo>
                  <a:pt x="29" y="576"/>
                </a:lnTo>
                <a:moveTo>
                  <a:pt x="29" y="769"/>
                </a:moveTo>
                <a:lnTo>
                  <a:pt x="29" y="878"/>
                </a:lnTo>
                <a:lnTo>
                  <a:pt x="0" y="878"/>
                </a:lnTo>
                <a:lnTo>
                  <a:pt x="0" y="769"/>
                </a:lnTo>
                <a:lnTo>
                  <a:pt x="29" y="769"/>
                </a:lnTo>
                <a:moveTo>
                  <a:pt x="29" y="961"/>
                </a:moveTo>
                <a:lnTo>
                  <a:pt x="29" y="1071"/>
                </a:lnTo>
                <a:lnTo>
                  <a:pt x="0" y="1071"/>
                </a:lnTo>
                <a:lnTo>
                  <a:pt x="0" y="961"/>
                </a:lnTo>
                <a:lnTo>
                  <a:pt x="29" y="961"/>
                </a:lnTo>
                <a:moveTo>
                  <a:pt x="29" y="1153"/>
                </a:moveTo>
                <a:lnTo>
                  <a:pt x="29" y="1263"/>
                </a:lnTo>
                <a:lnTo>
                  <a:pt x="0" y="1263"/>
                </a:lnTo>
                <a:lnTo>
                  <a:pt x="0" y="1153"/>
                </a:lnTo>
                <a:lnTo>
                  <a:pt x="29" y="1153"/>
                </a:lnTo>
                <a:moveTo>
                  <a:pt x="29" y="1345"/>
                </a:moveTo>
                <a:lnTo>
                  <a:pt x="29" y="1455"/>
                </a:lnTo>
                <a:lnTo>
                  <a:pt x="0" y="1455"/>
                </a:lnTo>
                <a:lnTo>
                  <a:pt x="0" y="1345"/>
                </a:lnTo>
                <a:lnTo>
                  <a:pt x="29" y="1345"/>
                </a:lnTo>
                <a:moveTo>
                  <a:pt x="29" y="1537"/>
                </a:moveTo>
                <a:lnTo>
                  <a:pt x="29" y="1647"/>
                </a:lnTo>
                <a:lnTo>
                  <a:pt x="0" y="1647"/>
                </a:lnTo>
                <a:lnTo>
                  <a:pt x="0" y="1537"/>
                </a:lnTo>
                <a:lnTo>
                  <a:pt x="29" y="1537"/>
                </a:lnTo>
                <a:moveTo>
                  <a:pt x="29" y="1730"/>
                </a:moveTo>
                <a:lnTo>
                  <a:pt x="29" y="1839"/>
                </a:lnTo>
                <a:lnTo>
                  <a:pt x="0" y="1839"/>
                </a:lnTo>
                <a:lnTo>
                  <a:pt x="0" y="1730"/>
                </a:lnTo>
                <a:lnTo>
                  <a:pt x="29" y="1730"/>
                </a:lnTo>
                <a:moveTo>
                  <a:pt x="29" y="1922"/>
                </a:moveTo>
                <a:lnTo>
                  <a:pt x="29" y="2032"/>
                </a:lnTo>
                <a:lnTo>
                  <a:pt x="0" y="2032"/>
                </a:lnTo>
                <a:lnTo>
                  <a:pt x="0" y="1922"/>
                </a:lnTo>
                <a:lnTo>
                  <a:pt x="29" y="1922"/>
                </a:lnTo>
                <a:moveTo>
                  <a:pt x="29" y="2114"/>
                </a:moveTo>
                <a:lnTo>
                  <a:pt x="29" y="2224"/>
                </a:lnTo>
                <a:lnTo>
                  <a:pt x="0" y="2224"/>
                </a:lnTo>
                <a:lnTo>
                  <a:pt x="0" y="2114"/>
                </a:lnTo>
                <a:lnTo>
                  <a:pt x="29" y="2114"/>
                </a:lnTo>
                <a:moveTo>
                  <a:pt x="29" y="2306"/>
                </a:moveTo>
                <a:lnTo>
                  <a:pt x="29" y="2416"/>
                </a:lnTo>
                <a:lnTo>
                  <a:pt x="0" y="2416"/>
                </a:lnTo>
                <a:lnTo>
                  <a:pt x="0" y="2306"/>
                </a:lnTo>
                <a:lnTo>
                  <a:pt x="29" y="2306"/>
                </a:lnTo>
                <a:moveTo>
                  <a:pt x="29" y="2499"/>
                </a:moveTo>
                <a:lnTo>
                  <a:pt x="29" y="2608"/>
                </a:lnTo>
                <a:lnTo>
                  <a:pt x="0" y="2608"/>
                </a:lnTo>
                <a:lnTo>
                  <a:pt x="0" y="2499"/>
                </a:lnTo>
                <a:lnTo>
                  <a:pt x="29" y="2499"/>
                </a:lnTo>
                <a:moveTo>
                  <a:pt x="29" y="2691"/>
                </a:moveTo>
                <a:lnTo>
                  <a:pt x="29" y="2801"/>
                </a:lnTo>
                <a:lnTo>
                  <a:pt x="0" y="2801"/>
                </a:lnTo>
                <a:lnTo>
                  <a:pt x="0" y="2691"/>
                </a:lnTo>
                <a:lnTo>
                  <a:pt x="29" y="2691"/>
                </a:lnTo>
                <a:moveTo>
                  <a:pt x="29" y="2883"/>
                </a:moveTo>
                <a:lnTo>
                  <a:pt x="29" y="2993"/>
                </a:lnTo>
                <a:lnTo>
                  <a:pt x="0" y="2993"/>
                </a:lnTo>
                <a:lnTo>
                  <a:pt x="0" y="2883"/>
                </a:lnTo>
                <a:lnTo>
                  <a:pt x="29" y="2883"/>
                </a:lnTo>
                <a:moveTo>
                  <a:pt x="29" y="3076"/>
                </a:moveTo>
                <a:lnTo>
                  <a:pt x="29" y="3186"/>
                </a:lnTo>
                <a:lnTo>
                  <a:pt x="0" y="3186"/>
                </a:lnTo>
                <a:lnTo>
                  <a:pt x="0" y="3076"/>
                </a:lnTo>
                <a:lnTo>
                  <a:pt x="29" y="3076"/>
                </a:lnTo>
                <a:moveTo>
                  <a:pt x="29" y="3268"/>
                </a:moveTo>
                <a:lnTo>
                  <a:pt x="29" y="3378"/>
                </a:lnTo>
                <a:lnTo>
                  <a:pt x="0" y="3378"/>
                </a:lnTo>
                <a:lnTo>
                  <a:pt x="0" y="3268"/>
                </a:lnTo>
                <a:lnTo>
                  <a:pt x="29" y="3268"/>
                </a:lnTo>
                <a:moveTo>
                  <a:pt x="29" y="3461"/>
                </a:moveTo>
                <a:lnTo>
                  <a:pt x="29" y="3570"/>
                </a:lnTo>
                <a:lnTo>
                  <a:pt x="0" y="3570"/>
                </a:lnTo>
                <a:lnTo>
                  <a:pt x="0" y="3461"/>
                </a:lnTo>
                <a:lnTo>
                  <a:pt x="29" y="3461"/>
                </a:lnTo>
                <a:moveTo>
                  <a:pt x="29" y="3653"/>
                </a:moveTo>
                <a:lnTo>
                  <a:pt x="29" y="3763"/>
                </a:lnTo>
                <a:lnTo>
                  <a:pt x="0" y="3763"/>
                </a:lnTo>
                <a:lnTo>
                  <a:pt x="0" y="3653"/>
                </a:lnTo>
                <a:lnTo>
                  <a:pt x="29" y="3653"/>
                </a:lnTo>
                <a:moveTo>
                  <a:pt x="29" y="3845"/>
                </a:moveTo>
                <a:lnTo>
                  <a:pt x="29" y="3955"/>
                </a:lnTo>
                <a:lnTo>
                  <a:pt x="0" y="3955"/>
                </a:lnTo>
                <a:lnTo>
                  <a:pt x="0" y="3845"/>
                </a:lnTo>
                <a:lnTo>
                  <a:pt x="29" y="3845"/>
                </a:lnTo>
                <a:moveTo>
                  <a:pt x="29" y="4037"/>
                </a:moveTo>
                <a:lnTo>
                  <a:pt x="29" y="4147"/>
                </a:lnTo>
                <a:lnTo>
                  <a:pt x="0" y="4147"/>
                </a:lnTo>
                <a:lnTo>
                  <a:pt x="0" y="4037"/>
                </a:lnTo>
                <a:lnTo>
                  <a:pt x="29" y="4037"/>
                </a:lnTo>
                <a:moveTo>
                  <a:pt x="29" y="4229"/>
                </a:moveTo>
                <a:lnTo>
                  <a:pt x="29" y="4339"/>
                </a:lnTo>
                <a:lnTo>
                  <a:pt x="0" y="4339"/>
                </a:lnTo>
                <a:lnTo>
                  <a:pt x="0" y="4229"/>
                </a:lnTo>
                <a:lnTo>
                  <a:pt x="29" y="4229"/>
                </a:lnTo>
                <a:moveTo>
                  <a:pt x="29" y="4422"/>
                </a:moveTo>
                <a:lnTo>
                  <a:pt x="29" y="4532"/>
                </a:lnTo>
                <a:lnTo>
                  <a:pt x="0" y="4532"/>
                </a:lnTo>
                <a:lnTo>
                  <a:pt x="0" y="4422"/>
                </a:lnTo>
                <a:lnTo>
                  <a:pt x="29" y="4422"/>
                </a:lnTo>
                <a:moveTo>
                  <a:pt x="29" y="4614"/>
                </a:moveTo>
                <a:lnTo>
                  <a:pt x="29" y="4724"/>
                </a:lnTo>
                <a:lnTo>
                  <a:pt x="0" y="4724"/>
                </a:lnTo>
                <a:lnTo>
                  <a:pt x="0" y="4614"/>
                </a:lnTo>
                <a:lnTo>
                  <a:pt x="29" y="4614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1048680" y="6526800"/>
            <a:ext cx="982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 txBox="1"/>
          <p:nvPr/>
        </p:nvSpPr>
        <p:spPr>
          <a:xfrm>
            <a:off x="8197200" y="6526800"/>
            <a:ext cx="119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0%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8197200" y="5666760"/>
            <a:ext cx="1796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50%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8197200" y="4806720"/>
            <a:ext cx="239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100%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1317600" y="6764040"/>
            <a:ext cx="298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20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 txBox="1"/>
          <p:nvPr/>
        </p:nvSpPr>
        <p:spPr>
          <a:xfrm>
            <a:off x="2890440" y="6764040"/>
            <a:ext cx="2988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50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4050720" y="676404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100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5240520" y="676404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200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6813360" y="6764040"/>
            <a:ext cx="3585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500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1187280" y="4631040"/>
            <a:ext cx="2163240" cy="111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8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log-scaled duration axis · full range 17 µs–975 µs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4584600" y="6836400"/>
            <a:ext cx="10836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5469480" y="4858920"/>
            <a:ext cx="10440" cy="1700640"/>
          </a:xfrm>
          <a:custGeom>
            <a:avLst/>
            <a:gdLst/>
            <a:ahLst/>
            <a:rect l="0" t="0" r="r" b="b"/>
            <a:pathLst>
              <a:path w="29" h="4724">
                <a:moveTo>
                  <a:pt x="29" y="0"/>
                </a:moveTo>
                <a:lnTo>
                  <a:pt x="29" y="110"/>
                </a:lnTo>
                <a:lnTo>
                  <a:pt x="0" y="110"/>
                </a:lnTo>
                <a:lnTo>
                  <a:pt x="0" y="0"/>
                </a:lnTo>
                <a:lnTo>
                  <a:pt x="29" y="0"/>
                </a:lnTo>
                <a:moveTo>
                  <a:pt x="29" y="192"/>
                </a:moveTo>
                <a:lnTo>
                  <a:pt x="29" y="302"/>
                </a:lnTo>
                <a:lnTo>
                  <a:pt x="0" y="302"/>
                </a:lnTo>
                <a:lnTo>
                  <a:pt x="0" y="192"/>
                </a:lnTo>
                <a:lnTo>
                  <a:pt x="29" y="192"/>
                </a:lnTo>
                <a:moveTo>
                  <a:pt x="29" y="384"/>
                </a:moveTo>
                <a:lnTo>
                  <a:pt x="29" y="494"/>
                </a:lnTo>
                <a:lnTo>
                  <a:pt x="0" y="494"/>
                </a:lnTo>
                <a:lnTo>
                  <a:pt x="0" y="384"/>
                </a:lnTo>
                <a:lnTo>
                  <a:pt x="29" y="384"/>
                </a:lnTo>
                <a:moveTo>
                  <a:pt x="29" y="576"/>
                </a:moveTo>
                <a:lnTo>
                  <a:pt x="29" y="686"/>
                </a:lnTo>
                <a:lnTo>
                  <a:pt x="0" y="686"/>
                </a:lnTo>
                <a:lnTo>
                  <a:pt x="0" y="576"/>
                </a:lnTo>
                <a:lnTo>
                  <a:pt x="29" y="576"/>
                </a:lnTo>
                <a:moveTo>
                  <a:pt x="29" y="769"/>
                </a:moveTo>
                <a:lnTo>
                  <a:pt x="29" y="878"/>
                </a:lnTo>
                <a:lnTo>
                  <a:pt x="0" y="878"/>
                </a:lnTo>
                <a:lnTo>
                  <a:pt x="0" y="769"/>
                </a:lnTo>
                <a:lnTo>
                  <a:pt x="29" y="769"/>
                </a:lnTo>
                <a:moveTo>
                  <a:pt x="29" y="961"/>
                </a:moveTo>
                <a:lnTo>
                  <a:pt x="29" y="1071"/>
                </a:lnTo>
                <a:lnTo>
                  <a:pt x="0" y="1071"/>
                </a:lnTo>
                <a:lnTo>
                  <a:pt x="0" y="961"/>
                </a:lnTo>
                <a:lnTo>
                  <a:pt x="29" y="961"/>
                </a:lnTo>
                <a:moveTo>
                  <a:pt x="29" y="1153"/>
                </a:moveTo>
                <a:lnTo>
                  <a:pt x="29" y="1263"/>
                </a:lnTo>
                <a:lnTo>
                  <a:pt x="0" y="1263"/>
                </a:lnTo>
                <a:lnTo>
                  <a:pt x="0" y="1153"/>
                </a:lnTo>
                <a:lnTo>
                  <a:pt x="29" y="1153"/>
                </a:lnTo>
                <a:moveTo>
                  <a:pt x="29" y="1345"/>
                </a:moveTo>
                <a:lnTo>
                  <a:pt x="29" y="1455"/>
                </a:lnTo>
                <a:lnTo>
                  <a:pt x="0" y="1455"/>
                </a:lnTo>
                <a:lnTo>
                  <a:pt x="0" y="1345"/>
                </a:lnTo>
                <a:lnTo>
                  <a:pt x="29" y="1345"/>
                </a:lnTo>
                <a:moveTo>
                  <a:pt x="29" y="1537"/>
                </a:moveTo>
                <a:lnTo>
                  <a:pt x="29" y="1647"/>
                </a:lnTo>
                <a:lnTo>
                  <a:pt x="0" y="1647"/>
                </a:lnTo>
                <a:lnTo>
                  <a:pt x="0" y="1537"/>
                </a:lnTo>
                <a:lnTo>
                  <a:pt x="29" y="1537"/>
                </a:lnTo>
                <a:moveTo>
                  <a:pt x="29" y="1730"/>
                </a:moveTo>
                <a:lnTo>
                  <a:pt x="29" y="1839"/>
                </a:lnTo>
                <a:lnTo>
                  <a:pt x="0" y="1839"/>
                </a:lnTo>
                <a:lnTo>
                  <a:pt x="0" y="1730"/>
                </a:lnTo>
                <a:lnTo>
                  <a:pt x="29" y="1730"/>
                </a:lnTo>
                <a:moveTo>
                  <a:pt x="29" y="1922"/>
                </a:moveTo>
                <a:lnTo>
                  <a:pt x="29" y="2032"/>
                </a:lnTo>
                <a:lnTo>
                  <a:pt x="0" y="2032"/>
                </a:lnTo>
                <a:lnTo>
                  <a:pt x="0" y="1922"/>
                </a:lnTo>
                <a:lnTo>
                  <a:pt x="29" y="1922"/>
                </a:lnTo>
                <a:moveTo>
                  <a:pt x="29" y="2114"/>
                </a:moveTo>
                <a:lnTo>
                  <a:pt x="29" y="2224"/>
                </a:lnTo>
                <a:lnTo>
                  <a:pt x="0" y="2224"/>
                </a:lnTo>
                <a:lnTo>
                  <a:pt x="0" y="2114"/>
                </a:lnTo>
                <a:lnTo>
                  <a:pt x="29" y="2114"/>
                </a:lnTo>
                <a:moveTo>
                  <a:pt x="29" y="2306"/>
                </a:moveTo>
                <a:lnTo>
                  <a:pt x="29" y="2416"/>
                </a:lnTo>
                <a:lnTo>
                  <a:pt x="0" y="2416"/>
                </a:lnTo>
                <a:lnTo>
                  <a:pt x="0" y="2306"/>
                </a:lnTo>
                <a:lnTo>
                  <a:pt x="29" y="2306"/>
                </a:lnTo>
                <a:moveTo>
                  <a:pt x="29" y="2499"/>
                </a:moveTo>
                <a:lnTo>
                  <a:pt x="29" y="2608"/>
                </a:lnTo>
                <a:lnTo>
                  <a:pt x="0" y="2608"/>
                </a:lnTo>
                <a:lnTo>
                  <a:pt x="0" y="2499"/>
                </a:lnTo>
                <a:lnTo>
                  <a:pt x="29" y="2499"/>
                </a:lnTo>
                <a:moveTo>
                  <a:pt x="29" y="2691"/>
                </a:moveTo>
                <a:lnTo>
                  <a:pt x="29" y="2801"/>
                </a:lnTo>
                <a:lnTo>
                  <a:pt x="0" y="2801"/>
                </a:lnTo>
                <a:lnTo>
                  <a:pt x="0" y="2691"/>
                </a:lnTo>
                <a:lnTo>
                  <a:pt x="29" y="2691"/>
                </a:lnTo>
                <a:moveTo>
                  <a:pt x="29" y="2883"/>
                </a:moveTo>
                <a:lnTo>
                  <a:pt x="29" y="2993"/>
                </a:lnTo>
                <a:lnTo>
                  <a:pt x="0" y="2993"/>
                </a:lnTo>
                <a:lnTo>
                  <a:pt x="0" y="2883"/>
                </a:lnTo>
                <a:lnTo>
                  <a:pt x="29" y="2883"/>
                </a:lnTo>
                <a:moveTo>
                  <a:pt x="29" y="3076"/>
                </a:moveTo>
                <a:lnTo>
                  <a:pt x="29" y="3186"/>
                </a:lnTo>
                <a:lnTo>
                  <a:pt x="0" y="3186"/>
                </a:lnTo>
                <a:lnTo>
                  <a:pt x="0" y="3076"/>
                </a:lnTo>
                <a:lnTo>
                  <a:pt x="29" y="3076"/>
                </a:lnTo>
                <a:moveTo>
                  <a:pt x="29" y="3268"/>
                </a:moveTo>
                <a:lnTo>
                  <a:pt x="29" y="3378"/>
                </a:lnTo>
                <a:lnTo>
                  <a:pt x="0" y="3378"/>
                </a:lnTo>
                <a:lnTo>
                  <a:pt x="0" y="3268"/>
                </a:lnTo>
                <a:lnTo>
                  <a:pt x="29" y="3268"/>
                </a:lnTo>
                <a:moveTo>
                  <a:pt x="29" y="3461"/>
                </a:moveTo>
                <a:lnTo>
                  <a:pt x="29" y="3570"/>
                </a:lnTo>
                <a:lnTo>
                  <a:pt x="0" y="3570"/>
                </a:lnTo>
                <a:lnTo>
                  <a:pt x="0" y="3461"/>
                </a:lnTo>
                <a:lnTo>
                  <a:pt x="29" y="3461"/>
                </a:lnTo>
                <a:moveTo>
                  <a:pt x="29" y="3653"/>
                </a:moveTo>
                <a:lnTo>
                  <a:pt x="29" y="3763"/>
                </a:lnTo>
                <a:lnTo>
                  <a:pt x="0" y="3763"/>
                </a:lnTo>
                <a:lnTo>
                  <a:pt x="0" y="3653"/>
                </a:lnTo>
                <a:lnTo>
                  <a:pt x="29" y="3653"/>
                </a:lnTo>
                <a:moveTo>
                  <a:pt x="29" y="3845"/>
                </a:moveTo>
                <a:lnTo>
                  <a:pt x="29" y="3955"/>
                </a:lnTo>
                <a:lnTo>
                  <a:pt x="0" y="3955"/>
                </a:lnTo>
                <a:lnTo>
                  <a:pt x="0" y="3845"/>
                </a:lnTo>
                <a:lnTo>
                  <a:pt x="29" y="3845"/>
                </a:lnTo>
                <a:moveTo>
                  <a:pt x="29" y="4037"/>
                </a:moveTo>
                <a:lnTo>
                  <a:pt x="29" y="4147"/>
                </a:lnTo>
                <a:lnTo>
                  <a:pt x="0" y="4147"/>
                </a:lnTo>
                <a:lnTo>
                  <a:pt x="0" y="4037"/>
                </a:lnTo>
                <a:lnTo>
                  <a:pt x="29" y="4037"/>
                </a:lnTo>
                <a:moveTo>
                  <a:pt x="29" y="4229"/>
                </a:moveTo>
                <a:lnTo>
                  <a:pt x="29" y="4339"/>
                </a:lnTo>
                <a:lnTo>
                  <a:pt x="0" y="4339"/>
                </a:lnTo>
                <a:lnTo>
                  <a:pt x="0" y="4229"/>
                </a:lnTo>
                <a:lnTo>
                  <a:pt x="29" y="4229"/>
                </a:lnTo>
                <a:moveTo>
                  <a:pt x="29" y="4422"/>
                </a:moveTo>
                <a:lnTo>
                  <a:pt x="29" y="4532"/>
                </a:lnTo>
                <a:lnTo>
                  <a:pt x="0" y="4532"/>
                </a:lnTo>
                <a:lnTo>
                  <a:pt x="0" y="4422"/>
                </a:lnTo>
                <a:lnTo>
                  <a:pt x="29" y="4422"/>
                </a:lnTo>
                <a:moveTo>
                  <a:pt x="29" y="4614"/>
                </a:moveTo>
                <a:lnTo>
                  <a:pt x="29" y="4724"/>
                </a:lnTo>
                <a:lnTo>
                  <a:pt x="0" y="4724"/>
                </a:lnTo>
                <a:lnTo>
                  <a:pt x="0" y="4614"/>
                </a:lnTo>
                <a:lnTo>
                  <a:pt x="29" y="4614"/>
                </a:lnTo>
                <a:close/>
              </a:path>
            </a:pathLst>
          </a:custGeom>
          <a:solidFill>
            <a:srgbClr val="CE93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 txBox="1"/>
          <p:nvPr/>
        </p:nvSpPr>
        <p:spPr>
          <a:xfrm rot="16200000">
            <a:off x="432000" y="5708160"/>
            <a:ext cx="28944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Count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4674240" y="4858920"/>
            <a:ext cx="10080" cy="1700640"/>
          </a:xfrm>
          <a:custGeom>
            <a:avLst/>
            <a:gdLst/>
            <a:ahLst/>
            <a:rect l="0" t="0" r="r" b="b"/>
            <a:pathLst>
              <a:path w="28" h="4724">
                <a:moveTo>
                  <a:pt x="28" y="0"/>
                </a:moveTo>
                <a:lnTo>
                  <a:pt x="28" y="110"/>
                </a:lnTo>
                <a:lnTo>
                  <a:pt x="0" y="110"/>
                </a:lnTo>
                <a:lnTo>
                  <a:pt x="0" y="0"/>
                </a:lnTo>
                <a:lnTo>
                  <a:pt x="28" y="0"/>
                </a:lnTo>
                <a:moveTo>
                  <a:pt x="28" y="192"/>
                </a:moveTo>
                <a:lnTo>
                  <a:pt x="28" y="302"/>
                </a:lnTo>
                <a:lnTo>
                  <a:pt x="0" y="302"/>
                </a:lnTo>
                <a:lnTo>
                  <a:pt x="0" y="192"/>
                </a:lnTo>
                <a:lnTo>
                  <a:pt x="28" y="192"/>
                </a:lnTo>
                <a:moveTo>
                  <a:pt x="28" y="384"/>
                </a:moveTo>
                <a:lnTo>
                  <a:pt x="28" y="494"/>
                </a:lnTo>
                <a:lnTo>
                  <a:pt x="0" y="494"/>
                </a:lnTo>
                <a:lnTo>
                  <a:pt x="0" y="384"/>
                </a:lnTo>
                <a:lnTo>
                  <a:pt x="28" y="384"/>
                </a:lnTo>
                <a:moveTo>
                  <a:pt x="28" y="576"/>
                </a:moveTo>
                <a:lnTo>
                  <a:pt x="28" y="686"/>
                </a:lnTo>
                <a:lnTo>
                  <a:pt x="0" y="686"/>
                </a:lnTo>
                <a:lnTo>
                  <a:pt x="0" y="576"/>
                </a:lnTo>
                <a:lnTo>
                  <a:pt x="28" y="576"/>
                </a:lnTo>
                <a:moveTo>
                  <a:pt x="28" y="769"/>
                </a:moveTo>
                <a:lnTo>
                  <a:pt x="28" y="878"/>
                </a:lnTo>
                <a:lnTo>
                  <a:pt x="0" y="878"/>
                </a:lnTo>
                <a:lnTo>
                  <a:pt x="0" y="769"/>
                </a:lnTo>
                <a:lnTo>
                  <a:pt x="28" y="769"/>
                </a:lnTo>
                <a:moveTo>
                  <a:pt x="28" y="961"/>
                </a:moveTo>
                <a:lnTo>
                  <a:pt x="28" y="1071"/>
                </a:lnTo>
                <a:lnTo>
                  <a:pt x="0" y="1071"/>
                </a:lnTo>
                <a:lnTo>
                  <a:pt x="0" y="961"/>
                </a:lnTo>
                <a:lnTo>
                  <a:pt x="28" y="961"/>
                </a:lnTo>
                <a:moveTo>
                  <a:pt x="28" y="1153"/>
                </a:moveTo>
                <a:lnTo>
                  <a:pt x="28" y="1263"/>
                </a:lnTo>
                <a:lnTo>
                  <a:pt x="0" y="1263"/>
                </a:lnTo>
                <a:lnTo>
                  <a:pt x="0" y="1153"/>
                </a:lnTo>
                <a:lnTo>
                  <a:pt x="28" y="1153"/>
                </a:lnTo>
                <a:moveTo>
                  <a:pt x="28" y="1345"/>
                </a:moveTo>
                <a:lnTo>
                  <a:pt x="28" y="1455"/>
                </a:lnTo>
                <a:lnTo>
                  <a:pt x="0" y="1455"/>
                </a:lnTo>
                <a:lnTo>
                  <a:pt x="0" y="1345"/>
                </a:lnTo>
                <a:lnTo>
                  <a:pt x="28" y="1345"/>
                </a:lnTo>
                <a:moveTo>
                  <a:pt x="28" y="1537"/>
                </a:moveTo>
                <a:lnTo>
                  <a:pt x="28" y="1647"/>
                </a:lnTo>
                <a:lnTo>
                  <a:pt x="0" y="1647"/>
                </a:lnTo>
                <a:lnTo>
                  <a:pt x="0" y="1537"/>
                </a:lnTo>
                <a:lnTo>
                  <a:pt x="28" y="1537"/>
                </a:lnTo>
                <a:moveTo>
                  <a:pt x="28" y="1730"/>
                </a:moveTo>
                <a:lnTo>
                  <a:pt x="28" y="1839"/>
                </a:lnTo>
                <a:lnTo>
                  <a:pt x="0" y="1839"/>
                </a:lnTo>
                <a:lnTo>
                  <a:pt x="0" y="1730"/>
                </a:lnTo>
                <a:lnTo>
                  <a:pt x="28" y="1730"/>
                </a:lnTo>
                <a:moveTo>
                  <a:pt x="28" y="1922"/>
                </a:moveTo>
                <a:lnTo>
                  <a:pt x="28" y="2032"/>
                </a:lnTo>
                <a:lnTo>
                  <a:pt x="0" y="2032"/>
                </a:lnTo>
                <a:lnTo>
                  <a:pt x="0" y="1922"/>
                </a:lnTo>
                <a:lnTo>
                  <a:pt x="28" y="1922"/>
                </a:lnTo>
                <a:moveTo>
                  <a:pt x="28" y="2114"/>
                </a:moveTo>
                <a:lnTo>
                  <a:pt x="28" y="2224"/>
                </a:lnTo>
                <a:lnTo>
                  <a:pt x="0" y="2224"/>
                </a:lnTo>
                <a:lnTo>
                  <a:pt x="0" y="2114"/>
                </a:lnTo>
                <a:lnTo>
                  <a:pt x="28" y="2114"/>
                </a:lnTo>
                <a:moveTo>
                  <a:pt x="28" y="2306"/>
                </a:moveTo>
                <a:lnTo>
                  <a:pt x="28" y="2416"/>
                </a:lnTo>
                <a:lnTo>
                  <a:pt x="0" y="2416"/>
                </a:lnTo>
                <a:lnTo>
                  <a:pt x="0" y="2306"/>
                </a:lnTo>
                <a:lnTo>
                  <a:pt x="28" y="2306"/>
                </a:lnTo>
                <a:moveTo>
                  <a:pt x="28" y="2499"/>
                </a:moveTo>
                <a:lnTo>
                  <a:pt x="28" y="2608"/>
                </a:lnTo>
                <a:lnTo>
                  <a:pt x="0" y="2608"/>
                </a:lnTo>
                <a:lnTo>
                  <a:pt x="0" y="2499"/>
                </a:lnTo>
                <a:lnTo>
                  <a:pt x="28" y="2499"/>
                </a:lnTo>
                <a:moveTo>
                  <a:pt x="28" y="2691"/>
                </a:moveTo>
                <a:lnTo>
                  <a:pt x="28" y="2801"/>
                </a:lnTo>
                <a:lnTo>
                  <a:pt x="0" y="2801"/>
                </a:lnTo>
                <a:lnTo>
                  <a:pt x="0" y="2691"/>
                </a:lnTo>
                <a:lnTo>
                  <a:pt x="28" y="2691"/>
                </a:lnTo>
                <a:moveTo>
                  <a:pt x="28" y="2883"/>
                </a:moveTo>
                <a:lnTo>
                  <a:pt x="28" y="2993"/>
                </a:lnTo>
                <a:lnTo>
                  <a:pt x="0" y="2993"/>
                </a:lnTo>
                <a:lnTo>
                  <a:pt x="0" y="2883"/>
                </a:lnTo>
                <a:lnTo>
                  <a:pt x="28" y="2883"/>
                </a:lnTo>
                <a:moveTo>
                  <a:pt x="28" y="3076"/>
                </a:moveTo>
                <a:lnTo>
                  <a:pt x="28" y="3186"/>
                </a:lnTo>
                <a:lnTo>
                  <a:pt x="0" y="3186"/>
                </a:lnTo>
                <a:lnTo>
                  <a:pt x="0" y="3076"/>
                </a:lnTo>
                <a:lnTo>
                  <a:pt x="28" y="3076"/>
                </a:lnTo>
                <a:moveTo>
                  <a:pt x="28" y="3268"/>
                </a:moveTo>
                <a:lnTo>
                  <a:pt x="28" y="3378"/>
                </a:lnTo>
                <a:lnTo>
                  <a:pt x="0" y="3378"/>
                </a:lnTo>
                <a:lnTo>
                  <a:pt x="0" y="3268"/>
                </a:lnTo>
                <a:lnTo>
                  <a:pt x="28" y="3268"/>
                </a:lnTo>
                <a:moveTo>
                  <a:pt x="28" y="3461"/>
                </a:moveTo>
                <a:lnTo>
                  <a:pt x="28" y="3570"/>
                </a:lnTo>
                <a:lnTo>
                  <a:pt x="0" y="3570"/>
                </a:lnTo>
                <a:lnTo>
                  <a:pt x="0" y="3461"/>
                </a:lnTo>
                <a:lnTo>
                  <a:pt x="28" y="3461"/>
                </a:lnTo>
                <a:moveTo>
                  <a:pt x="28" y="3653"/>
                </a:moveTo>
                <a:lnTo>
                  <a:pt x="28" y="3763"/>
                </a:lnTo>
                <a:lnTo>
                  <a:pt x="0" y="3763"/>
                </a:lnTo>
                <a:lnTo>
                  <a:pt x="0" y="3653"/>
                </a:lnTo>
                <a:lnTo>
                  <a:pt x="28" y="3653"/>
                </a:lnTo>
                <a:moveTo>
                  <a:pt x="28" y="3845"/>
                </a:moveTo>
                <a:lnTo>
                  <a:pt x="28" y="3955"/>
                </a:lnTo>
                <a:lnTo>
                  <a:pt x="0" y="3955"/>
                </a:lnTo>
                <a:lnTo>
                  <a:pt x="0" y="3845"/>
                </a:lnTo>
                <a:lnTo>
                  <a:pt x="28" y="3845"/>
                </a:lnTo>
                <a:moveTo>
                  <a:pt x="28" y="4037"/>
                </a:moveTo>
                <a:lnTo>
                  <a:pt x="28" y="4147"/>
                </a:lnTo>
                <a:lnTo>
                  <a:pt x="0" y="4147"/>
                </a:lnTo>
                <a:lnTo>
                  <a:pt x="0" y="4037"/>
                </a:lnTo>
                <a:lnTo>
                  <a:pt x="28" y="4037"/>
                </a:lnTo>
                <a:moveTo>
                  <a:pt x="28" y="4229"/>
                </a:moveTo>
                <a:lnTo>
                  <a:pt x="28" y="4339"/>
                </a:lnTo>
                <a:lnTo>
                  <a:pt x="0" y="4339"/>
                </a:lnTo>
                <a:lnTo>
                  <a:pt x="0" y="4229"/>
                </a:lnTo>
                <a:lnTo>
                  <a:pt x="28" y="4229"/>
                </a:lnTo>
                <a:moveTo>
                  <a:pt x="28" y="4422"/>
                </a:moveTo>
                <a:lnTo>
                  <a:pt x="28" y="4532"/>
                </a:lnTo>
                <a:lnTo>
                  <a:pt x="0" y="4532"/>
                </a:lnTo>
                <a:lnTo>
                  <a:pt x="0" y="4422"/>
                </a:lnTo>
                <a:lnTo>
                  <a:pt x="28" y="4422"/>
                </a:lnTo>
                <a:moveTo>
                  <a:pt x="28" y="4614"/>
                </a:moveTo>
                <a:lnTo>
                  <a:pt x="28" y="4724"/>
                </a:lnTo>
                <a:lnTo>
                  <a:pt x="0" y="4724"/>
                </a:lnTo>
                <a:lnTo>
                  <a:pt x="0" y="4614"/>
                </a:lnTo>
                <a:lnTo>
                  <a:pt x="28" y="4614"/>
                </a:lnTo>
                <a:close/>
              </a:path>
            </a:pathLst>
          </a:custGeom>
          <a:solidFill>
            <a:srgbClr val="4CAF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5394600" y="4736880"/>
            <a:ext cx="160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CE93D8"/>
                </a:solidFill>
                <a:effectLst/>
                <a:uFillTx/>
                <a:latin typeface="DejaVuSansMono"/>
                <a:ea typeface="DejaVuSansMono"/>
              </a:rPr>
              <a:t>avg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7426440" y="4858920"/>
            <a:ext cx="10080" cy="1700640"/>
          </a:xfrm>
          <a:custGeom>
            <a:avLst/>
            <a:gdLst/>
            <a:ahLst/>
            <a:rect l="0" t="0" r="r" b="b"/>
            <a:pathLst>
              <a:path w="28" h="4724">
                <a:moveTo>
                  <a:pt x="28" y="0"/>
                </a:moveTo>
                <a:lnTo>
                  <a:pt x="28" y="110"/>
                </a:lnTo>
                <a:lnTo>
                  <a:pt x="0" y="110"/>
                </a:lnTo>
                <a:lnTo>
                  <a:pt x="0" y="0"/>
                </a:lnTo>
                <a:lnTo>
                  <a:pt x="28" y="0"/>
                </a:lnTo>
                <a:moveTo>
                  <a:pt x="28" y="192"/>
                </a:moveTo>
                <a:lnTo>
                  <a:pt x="28" y="302"/>
                </a:lnTo>
                <a:lnTo>
                  <a:pt x="0" y="302"/>
                </a:lnTo>
                <a:lnTo>
                  <a:pt x="0" y="192"/>
                </a:lnTo>
                <a:lnTo>
                  <a:pt x="28" y="192"/>
                </a:lnTo>
                <a:moveTo>
                  <a:pt x="28" y="384"/>
                </a:moveTo>
                <a:lnTo>
                  <a:pt x="28" y="494"/>
                </a:lnTo>
                <a:lnTo>
                  <a:pt x="0" y="494"/>
                </a:lnTo>
                <a:lnTo>
                  <a:pt x="0" y="384"/>
                </a:lnTo>
                <a:lnTo>
                  <a:pt x="28" y="384"/>
                </a:lnTo>
                <a:moveTo>
                  <a:pt x="28" y="576"/>
                </a:moveTo>
                <a:lnTo>
                  <a:pt x="28" y="686"/>
                </a:lnTo>
                <a:lnTo>
                  <a:pt x="0" y="686"/>
                </a:lnTo>
                <a:lnTo>
                  <a:pt x="0" y="576"/>
                </a:lnTo>
                <a:lnTo>
                  <a:pt x="28" y="576"/>
                </a:lnTo>
                <a:moveTo>
                  <a:pt x="28" y="769"/>
                </a:moveTo>
                <a:lnTo>
                  <a:pt x="28" y="878"/>
                </a:lnTo>
                <a:lnTo>
                  <a:pt x="0" y="878"/>
                </a:lnTo>
                <a:lnTo>
                  <a:pt x="0" y="769"/>
                </a:lnTo>
                <a:lnTo>
                  <a:pt x="28" y="769"/>
                </a:lnTo>
                <a:moveTo>
                  <a:pt x="28" y="961"/>
                </a:moveTo>
                <a:lnTo>
                  <a:pt x="28" y="1071"/>
                </a:lnTo>
                <a:lnTo>
                  <a:pt x="0" y="1071"/>
                </a:lnTo>
                <a:lnTo>
                  <a:pt x="0" y="961"/>
                </a:lnTo>
                <a:lnTo>
                  <a:pt x="28" y="961"/>
                </a:lnTo>
                <a:moveTo>
                  <a:pt x="28" y="1153"/>
                </a:moveTo>
                <a:lnTo>
                  <a:pt x="28" y="1263"/>
                </a:lnTo>
                <a:lnTo>
                  <a:pt x="0" y="1263"/>
                </a:lnTo>
                <a:lnTo>
                  <a:pt x="0" y="1153"/>
                </a:lnTo>
                <a:lnTo>
                  <a:pt x="28" y="1153"/>
                </a:lnTo>
                <a:moveTo>
                  <a:pt x="28" y="1345"/>
                </a:moveTo>
                <a:lnTo>
                  <a:pt x="28" y="1455"/>
                </a:lnTo>
                <a:lnTo>
                  <a:pt x="0" y="1455"/>
                </a:lnTo>
                <a:lnTo>
                  <a:pt x="0" y="1345"/>
                </a:lnTo>
                <a:lnTo>
                  <a:pt x="28" y="1345"/>
                </a:lnTo>
                <a:moveTo>
                  <a:pt x="28" y="1537"/>
                </a:moveTo>
                <a:lnTo>
                  <a:pt x="28" y="1647"/>
                </a:lnTo>
                <a:lnTo>
                  <a:pt x="0" y="1647"/>
                </a:lnTo>
                <a:lnTo>
                  <a:pt x="0" y="1537"/>
                </a:lnTo>
                <a:lnTo>
                  <a:pt x="28" y="1537"/>
                </a:lnTo>
                <a:moveTo>
                  <a:pt x="28" y="1730"/>
                </a:moveTo>
                <a:lnTo>
                  <a:pt x="28" y="1839"/>
                </a:lnTo>
                <a:lnTo>
                  <a:pt x="0" y="1839"/>
                </a:lnTo>
                <a:lnTo>
                  <a:pt x="0" y="1730"/>
                </a:lnTo>
                <a:lnTo>
                  <a:pt x="28" y="1730"/>
                </a:lnTo>
                <a:moveTo>
                  <a:pt x="28" y="1922"/>
                </a:moveTo>
                <a:lnTo>
                  <a:pt x="28" y="2032"/>
                </a:lnTo>
                <a:lnTo>
                  <a:pt x="0" y="2032"/>
                </a:lnTo>
                <a:lnTo>
                  <a:pt x="0" y="1922"/>
                </a:lnTo>
                <a:lnTo>
                  <a:pt x="28" y="1922"/>
                </a:lnTo>
                <a:moveTo>
                  <a:pt x="28" y="2114"/>
                </a:moveTo>
                <a:lnTo>
                  <a:pt x="28" y="2224"/>
                </a:lnTo>
                <a:lnTo>
                  <a:pt x="0" y="2224"/>
                </a:lnTo>
                <a:lnTo>
                  <a:pt x="0" y="2114"/>
                </a:lnTo>
                <a:lnTo>
                  <a:pt x="28" y="2114"/>
                </a:lnTo>
                <a:moveTo>
                  <a:pt x="28" y="2306"/>
                </a:moveTo>
                <a:lnTo>
                  <a:pt x="28" y="2416"/>
                </a:lnTo>
                <a:lnTo>
                  <a:pt x="0" y="2416"/>
                </a:lnTo>
                <a:lnTo>
                  <a:pt x="0" y="2306"/>
                </a:lnTo>
                <a:lnTo>
                  <a:pt x="28" y="2306"/>
                </a:lnTo>
                <a:moveTo>
                  <a:pt x="28" y="2499"/>
                </a:moveTo>
                <a:lnTo>
                  <a:pt x="28" y="2608"/>
                </a:lnTo>
                <a:lnTo>
                  <a:pt x="0" y="2608"/>
                </a:lnTo>
                <a:lnTo>
                  <a:pt x="0" y="2499"/>
                </a:lnTo>
                <a:lnTo>
                  <a:pt x="28" y="2499"/>
                </a:lnTo>
                <a:moveTo>
                  <a:pt x="28" y="2691"/>
                </a:moveTo>
                <a:lnTo>
                  <a:pt x="28" y="2801"/>
                </a:lnTo>
                <a:lnTo>
                  <a:pt x="0" y="2801"/>
                </a:lnTo>
                <a:lnTo>
                  <a:pt x="0" y="2691"/>
                </a:lnTo>
                <a:lnTo>
                  <a:pt x="28" y="2691"/>
                </a:lnTo>
                <a:moveTo>
                  <a:pt x="28" y="2883"/>
                </a:moveTo>
                <a:lnTo>
                  <a:pt x="28" y="2993"/>
                </a:lnTo>
                <a:lnTo>
                  <a:pt x="0" y="2993"/>
                </a:lnTo>
                <a:lnTo>
                  <a:pt x="0" y="2883"/>
                </a:lnTo>
                <a:lnTo>
                  <a:pt x="28" y="2883"/>
                </a:lnTo>
                <a:moveTo>
                  <a:pt x="28" y="3076"/>
                </a:moveTo>
                <a:lnTo>
                  <a:pt x="28" y="3186"/>
                </a:lnTo>
                <a:lnTo>
                  <a:pt x="0" y="3186"/>
                </a:lnTo>
                <a:lnTo>
                  <a:pt x="0" y="3076"/>
                </a:lnTo>
                <a:lnTo>
                  <a:pt x="28" y="3076"/>
                </a:lnTo>
                <a:moveTo>
                  <a:pt x="28" y="3268"/>
                </a:moveTo>
                <a:lnTo>
                  <a:pt x="28" y="3378"/>
                </a:lnTo>
                <a:lnTo>
                  <a:pt x="0" y="3378"/>
                </a:lnTo>
                <a:lnTo>
                  <a:pt x="0" y="3268"/>
                </a:lnTo>
                <a:lnTo>
                  <a:pt x="28" y="3268"/>
                </a:lnTo>
                <a:moveTo>
                  <a:pt x="28" y="3461"/>
                </a:moveTo>
                <a:lnTo>
                  <a:pt x="28" y="3570"/>
                </a:lnTo>
                <a:lnTo>
                  <a:pt x="0" y="3570"/>
                </a:lnTo>
                <a:lnTo>
                  <a:pt x="0" y="3461"/>
                </a:lnTo>
                <a:lnTo>
                  <a:pt x="28" y="3461"/>
                </a:lnTo>
                <a:moveTo>
                  <a:pt x="28" y="3653"/>
                </a:moveTo>
                <a:lnTo>
                  <a:pt x="28" y="3763"/>
                </a:lnTo>
                <a:lnTo>
                  <a:pt x="0" y="3763"/>
                </a:lnTo>
                <a:lnTo>
                  <a:pt x="0" y="3653"/>
                </a:lnTo>
                <a:lnTo>
                  <a:pt x="28" y="3653"/>
                </a:lnTo>
                <a:moveTo>
                  <a:pt x="28" y="3845"/>
                </a:moveTo>
                <a:lnTo>
                  <a:pt x="28" y="3955"/>
                </a:lnTo>
                <a:lnTo>
                  <a:pt x="0" y="3955"/>
                </a:lnTo>
                <a:lnTo>
                  <a:pt x="0" y="3845"/>
                </a:lnTo>
                <a:lnTo>
                  <a:pt x="28" y="3845"/>
                </a:lnTo>
                <a:moveTo>
                  <a:pt x="28" y="4037"/>
                </a:moveTo>
                <a:lnTo>
                  <a:pt x="28" y="4147"/>
                </a:lnTo>
                <a:lnTo>
                  <a:pt x="0" y="4147"/>
                </a:lnTo>
                <a:lnTo>
                  <a:pt x="0" y="4037"/>
                </a:lnTo>
                <a:lnTo>
                  <a:pt x="28" y="4037"/>
                </a:lnTo>
                <a:moveTo>
                  <a:pt x="28" y="4229"/>
                </a:moveTo>
                <a:lnTo>
                  <a:pt x="28" y="4339"/>
                </a:lnTo>
                <a:lnTo>
                  <a:pt x="0" y="4339"/>
                </a:lnTo>
                <a:lnTo>
                  <a:pt x="0" y="4229"/>
                </a:lnTo>
                <a:lnTo>
                  <a:pt x="28" y="4229"/>
                </a:lnTo>
                <a:moveTo>
                  <a:pt x="28" y="4422"/>
                </a:moveTo>
                <a:lnTo>
                  <a:pt x="28" y="4532"/>
                </a:lnTo>
                <a:lnTo>
                  <a:pt x="0" y="4532"/>
                </a:lnTo>
                <a:lnTo>
                  <a:pt x="0" y="4422"/>
                </a:lnTo>
                <a:lnTo>
                  <a:pt x="28" y="4422"/>
                </a:lnTo>
                <a:moveTo>
                  <a:pt x="28" y="4614"/>
                </a:moveTo>
                <a:lnTo>
                  <a:pt x="28" y="4724"/>
                </a:lnTo>
                <a:lnTo>
                  <a:pt x="0" y="4724"/>
                </a:lnTo>
                <a:lnTo>
                  <a:pt x="0" y="4614"/>
                </a:lnTo>
                <a:lnTo>
                  <a:pt x="28" y="4614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4599000" y="4736880"/>
            <a:ext cx="160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4CAF50"/>
                </a:solidFill>
                <a:effectLst/>
                <a:uFillTx/>
                <a:latin typeface="DejaVuSansMono"/>
                <a:ea typeface="DejaVuSansMono"/>
              </a:rPr>
              <a:t>p50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186920" y="5130360"/>
            <a:ext cx="164520" cy="1449000"/>
          </a:xfrm>
          <a:custGeom>
            <a:avLst/>
            <a:gdLst/>
            <a:ahLst/>
            <a:rect l="0" t="0" r="r" b="b"/>
            <a:pathLst>
              <a:path w="457" h="4025">
                <a:moveTo>
                  <a:pt x="0" y="0"/>
                </a:moveTo>
                <a:lnTo>
                  <a:pt x="457" y="0"/>
                </a:lnTo>
                <a:lnTo>
                  <a:pt x="457" y="4025"/>
                </a:lnTo>
                <a:lnTo>
                  <a:pt x="0" y="402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360800" y="6397920"/>
            <a:ext cx="164160" cy="181440"/>
          </a:xfrm>
          <a:custGeom>
            <a:avLst/>
            <a:gdLst/>
            <a:ahLst/>
            <a:rect l="0" t="0" r="r" b="b"/>
            <a:pathLst>
              <a:path w="456" h="504">
                <a:moveTo>
                  <a:pt x="0" y="0"/>
                </a:moveTo>
                <a:lnTo>
                  <a:pt x="456" y="0"/>
                </a:lnTo>
                <a:lnTo>
                  <a:pt x="456" y="504"/>
                </a:lnTo>
                <a:lnTo>
                  <a:pt x="0" y="50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534680" y="5673600"/>
            <a:ext cx="164160" cy="905760"/>
          </a:xfrm>
          <a:custGeom>
            <a:avLst/>
            <a:gdLst/>
            <a:ahLst/>
            <a:rect l="0" t="0" r="r" b="b"/>
            <a:pathLst>
              <a:path w="456" h="2516">
                <a:moveTo>
                  <a:pt x="0" y="0"/>
                </a:moveTo>
                <a:lnTo>
                  <a:pt x="456" y="0"/>
                </a:lnTo>
                <a:lnTo>
                  <a:pt x="456" y="2516"/>
                </a:lnTo>
                <a:lnTo>
                  <a:pt x="0" y="251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708200" y="5854680"/>
            <a:ext cx="164520" cy="724680"/>
          </a:xfrm>
          <a:custGeom>
            <a:avLst/>
            <a:gdLst/>
            <a:ahLst/>
            <a:rect l="0" t="0" r="r" b="b"/>
            <a:pathLst>
              <a:path w="457" h="2013">
                <a:moveTo>
                  <a:pt x="0" y="0"/>
                </a:moveTo>
                <a:lnTo>
                  <a:pt x="457" y="0"/>
                </a:lnTo>
                <a:lnTo>
                  <a:pt x="457" y="2013"/>
                </a:lnTo>
                <a:lnTo>
                  <a:pt x="0" y="2013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2055960" y="6216840"/>
            <a:ext cx="164160" cy="362520"/>
          </a:xfrm>
          <a:custGeom>
            <a:avLst/>
            <a:gdLst/>
            <a:ahLst/>
            <a:rect l="0" t="0" r="r" b="b"/>
            <a:pathLst>
              <a:path w="456" h="1007">
                <a:moveTo>
                  <a:pt x="0" y="0"/>
                </a:moveTo>
                <a:lnTo>
                  <a:pt x="456" y="0"/>
                </a:lnTo>
                <a:lnTo>
                  <a:pt x="45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2229480" y="6397920"/>
            <a:ext cx="164520" cy="181440"/>
          </a:xfrm>
          <a:custGeom>
            <a:avLst/>
            <a:gdLst/>
            <a:ahLst/>
            <a:rect l="0" t="0" r="r" b="b"/>
            <a:pathLst>
              <a:path w="457" h="504">
                <a:moveTo>
                  <a:pt x="0" y="0"/>
                </a:moveTo>
                <a:lnTo>
                  <a:pt x="457" y="0"/>
                </a:lnTo>
                <a:lnTo>
                  <a:pt x="457" y="504"/>
                </a:lnTo>
                <a:lnTo>
                  <a:pt x="0" y="50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2403360" y="6035760"/>
            <a:ext cx="164160" cy="543600"/>
          </a:xfrm>
          <a:custGeom>
            <a:avLst/>
            <a:gdLst/>
            <a:ahLst/>
            <a:rect l="0" t="0" r="r" b="b"/>
            <a:pathLst>
              <a:path w="456" h="1510">
                <a:moveTo>
                  <a:pt x="0" y="0"/>
                </a:moveTo>
                <a:lnTo>
                  <a:pt x="456" y="0"/>
                </a:lnTo>
                <a:lnTo>
                  <a:pt x="45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2577240" y="5582880"/>
            <a:ext cx="164160" cy="996480"/>
          </a:xfrm>
          <a:custGeom>
            <a:avLst/>
            <a:gdLst/>
            <a:ahLst/>
            <a:rect l="0" t="0" r="r" b="b"/>
            <a:pathLst>
              <a:path w="456" h="2768">
                <a:moveTo>
                  <a:pt x="0" y="0"/>
                </a:moveTo>
                <a:lnTo>
                  <a:pt x="456" y="0"/>
                </a:lnTo>
                <a:lnTo>
                  <a:pt x="456" y="2768"/>
                </a:lnTo>
                <a:lnTo>
                  <a:pt x="0" y="276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2751120" y="6126120"/>
            <a:ext cx="164160" cy="453240"/>
          </a:xfrm>
          <a:custGeom>
            <a:avLst/>
            <a:gdLst/>
            <a:ahLst/>
            <a:rect l="0" t="0" r="r" b="b"/>
            <a:pathLst>
              <a:path w="456" h="1259">
                <a:moveTo>
                  <a:pt x="0" y="0"/>
                </a:moveTo>
                <a:lnTo>
                  <a:pt x="456" y="0"/>
                </a:lnTo>
                <a:lnTo>
                  <a:pt x="456" y="1259"/>
                </a:lnTo>
                <a:lnTo>
                  <a:pt x="0" y="1259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2924640" y="6035760"/>
            <a:ext cx="164160" cy="543600"/>
          </a:xfrm>
          <a:custGeom>
            <a:avLst/>
            <a:gdLst/>
            <a:ahLst/>
            <a:rect l="0" t="0" r="r" b="b"/>
            <a:pathLst>
              <a:path w="456" h="1510">
                <a:moveTo>
                  <a:pt x="0" y="0"/>
                </a:moveTo>
                <a:lnTo>
                  <a:pt x="456" y="0"/>
                </a:lnTo>
                <a:lnTo>
                  <a:pt x="45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3098520" y="6216840"/>
            <a:ext cx="164160" cy="362520"/>
          </a:xfrm>
          <a:custGeom>
            <a:avLst/>
            <a:gdLst/>
            <a:ahLst/>
            <a:rect l="0" t="0" r="r" b="b"/>
            <a:pathLst>
              <a:path w="456" h="1007">
                <a:moveTo>
                  <a:pt x="0" y="0"/>
                </a:moveTo>
                <a:lnTo>
                  <a:pt x="456" y="0"/>
                </a:lnTo>
                <a:lnTo>
                  <a:pt x="45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3272400" y="5945040"/>
            <a:ext cx="164160" cy="634320"/>
          </a:xfrm>
          <a:custGeom>
            <a:avLst/>
            <a:gdLst/>
            <a:ahLst/>
            <a:rect l="0" t="0" r="r" b="b"/>
            <a:pathLst>
              <a:path w="456" h="1762">
                <a:moveTo>
                  <a:pt x="0" y="0"/>
                </a:moveTo>
                <a:lnTo>
                  <a:pt x="456" y="0"/>
                </a:lnTo>
                <a:lnTo>
                  <a:pt x="456" y="1762"/>
                </a:lnTo>
                <a:lnTo>
                  <a:pt x="0" y="1762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3445920" y="5402160"/>
            <a:ext cx="164520" cy="1177200"/>
          </a:xfrm>
          <a:custGeom>
            <a:avLst/>
            <a:gdLst/>
            <a:ahLst/>
            <a:rect l="0" t="0" r="r" b="b"/>
            <a:pathLst>
              <a:path w="457" h="3270">
                <a:moveTo>
                  <a:pt x="0" y="0"/>
                </a:moveTo>
                <a:lnTo>
                  <a:pt x="457" y="0"/>
                </a:lnTo>
                <a:lnTo>
                  <a:pt x="457" y="3270"/>
                </a:lnTo>
                <a:lnTo>
                  <a:pt x="0" y="3270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3619800" y="5582880"/>
            <a:ext cx="164160" cy="996480"/>
          </a:xfrm>
          <a:custGeom>
            <a:avLst/>
            <a:gdLst/>
            <a:ahLst/>
            <a:rect l="0" t="0" r="r" b="b"/>
            <a:pathLst>
              <a:path w="456" h="2768">
                <a:moveTo>
                  <a:pt x="0" y="0"/>
                </a:moveTo>
                <a:lnTo>
                  <a:pt x="456" y="0"/>
                </a:lnTo>
                <a:lnTo>
                  <a:pt x="456" y="2768"/>
                </a:lnTo>
                <a:lnTo>
                  <a:pt x="0" y="276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3793680" y="4858920"/>
            <a:ext cx="164160" cy="1720440"/>
          </a:xfrm>
          <a:custGeom>
            <a:avLst/>
            <a:gdLst/>
            <a:ahLst/>
            <a:rect l="0" t="0" r="r" b="b"/>
            <a:pathLst>
              <a:path w="456" h="4779">
                <a:moveTo>
                  <a:pt x="0" y="0"/>
                </a:moveTo>
                <a:lnTo>
                  <a:pt x="456" y="0"/>
                </a:lnTo>
                <a:lnTo>
                  <a:pt x="456" y="4779"/>
                </a:lnTo>
                <a:lnTo>
                  <a:pt x="0" y="4779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3967200" y="5130360"/>
            <a:ext cx="164520" cy="1449000"/>
          </a:xfrm>
          <a:custGeom>
            <a:avLst/>
            <a:gdLst/>
            <a:ahLst/>
            <a:rect l="0" t="0" r="r" b="b"/>
            <a:pathLst>
              <a:path w="457" h="4025">
                <a:moveTo>
                  <a:pt x="0" y="0"/>
                </a:moveTo>
                <a:lnTo>
                  <a:pt x="457" y="0"/>
                </a:lnTo>
                <a:lnTo>
                  <a:pt x="457" y="4025"/>
                </a:lnTo>
                <a:lnTo>
                  <a:pt x="0" y="402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4141080" y="5582880"/>
            <a:ext cx="164160" cy="996480"/>
          </a:xfrm>
          <a:custGeom>
            <a:avLst/>
            <a:gdLst/>
            <a:ahLst/>
            <a:rect l="0" t="0" r="r" b="b"/>
            <a:pathLst>
              <a:path w="456" h="2768">
                <a:moveTo>
                  <a:pt x="0" y="0"/>
                </a:moveTo>
                <a:lnTo>
                  <a:pt x="456" y="0"/>
                </a:lnTo>
                <a:lnTo>
                  <a:pt x="456" y="2768"/>
                </a:lnTo>
                <a:lnTo>
                  <a:pt x="0" y="276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4314960" y="5673600"/>
            <a:ext cx="164160" cy="905760"/>
          </a:xfrm>
          <a:custGeom>
            <a:avLst/>
            <a:gdLst/>
            <a:ahLst/>
            <a:rect l="0" t="0" r="r" b="b"/>
            <a:pathLst>
              <a:path w="456" h="2516">
                <a:moveTo>
                  <a:pt x="0" y="0"/>
                </a:moveTo>
                <a:lnTo>
                  <a:pt x="456" y="0"/>
                </a:lnTo>
                <a:lnTo>
                  <a:pt x="456" y="2516"/>
                </a:lnTo>
                <a:lnTo>
                  <a:pt x="0" y="251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4488480" y="5945040"/>
            <a:ext cx="164520" cy="634320"/>
          </a:xfrm>
          <a:custGeom>
            <a:avLst/>
            <a:gdLst/>
            <a:ahLst/>
            <a:rect l="0" t="0" r="r" b="b"/>
            <a:pathLst>
              <a:path w="457" h="1762">
                <a:moveTo>
                  <a:pt x="0" y="0"/>
                </a:moveTo>
                <a:lnTo>
                  <a:pt x="457" y="0"/>
                </a:lnTo>
                <a:lnTo>
                  <a:pt x="457" y="1762"/>
                </a:lnTo>
                <a:lnTo>
                  <a:pt x="0" y="1762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4662360" y="5040000"/>
            <a:ext cx="164160" cy="1539360"/>
          </a:xfrm>
          <a:custGeom>
            <a:avLst/>
            <a:gdLst/>
            <a:ahLst/>
            <a:rect l="0" t="0" r="r" b="b"/>
            <a:pathLst>
              <a:path w="456" h="4276">
                <a:moveTo>
                  <a:pt x="0" y="0"/>
                </a:moveTo>
                <a:lnTo>
                  <a:pt x="456" y="0"/>
                </a:lnTo>
                <a:lnTo>
                  <a:pt x="456" y="4276"/>
                </a:lnTo>
                <a:lnTo>
                  <a:pt x="0" y="427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4836240" y="5854680"/>
            <a:ext cx="164160" cy="724680"/>
          </a:xfrm>
          <a:custGeom>
            <a:avLst/>
            <a:gdLst/>
            <a:ahLst/>
            <a:rect l="0" t="0" r="r" b="b"/>
            <a:pathLst>
              <a:path w="456" h="2013">
                <a:moveTo>
                  <a:pt x="0" y="0"/>
                </a:moveTo>
                <a:lnTo>
                  <a:pt x="456" y="0"/>
                </a:lnTo>
                <a:lnTo>
                  <a:pt x="456" y="2013"/>
                </a:lnTo>
                <a:lnTo>
                  <a:pt x="0" y="2013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5010120" y="6397920"/>
            <a:ext cx="164160" cy="181440"/>
          </a:xfrm>
          <a:custGeom>
            <a:avLst/>
            <a:gdLst/>
            <a:ahLst/>
            <a:rect l="0" t="0" r="r" b="b"/>
            <a:pathLst>
              <a:path w="456" h="504">
                <a:moveTo>
                  <a:pt x="0" y="0"/>
                </a:moveTo>
                <a:lnTo>
                  <a:pt x="456" y="0"/>
                </a:lnTo>
                <a:lnTo>
                  <a:pt x="456" y="504"/>
                </a:lnTo>
                <a:lnTo>
                  <a:pt x="0" y="50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5183640" y="5221080"/>
            <a:ext cx="164520" cy="1358280"/>
          </a:xfrm>
          <a:custGeom>
            <a:avLst/>
            <a:gdLst/>
            <a:ahLst/>
            <a:rect l="0" t="0" r="r" b="b"/>
            <a:pathLst>
              <a:path w="457" h="3773">
                <a:moveTo>
                  <a:pt x="0" y="0"/>
                </a:moveTo>
                <a:lnTo>
                  <a:pt x="457" y="0"/>
                </a:lnTo>
                <a:lnTo>
                  <a:pt x="457" y="3773"/>
                </a:lnTo>
                <a:lnTo>
                  <a:pt x="0" y="3773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5357520" y="5130360"/>
            <a:ext cx="164160" cy="1449000"/>
          </a:xfrm>
          <a:custGeom>
            <a:avLst/>
            <a:gdLst/>
            <a:ahLst/>
            <a:rect l="0" t="0" r="r" b="b"/>
            <a:pathLst>
              <a:path w="456" h="4025">
                <a:moveTo>
                  <a:pt x="0" y="0"/>
                </a:moveTo>
                <a:lnTo>
                  <a:pt x="456" y="0"/>
                </a:lnTo>
                <a:lnTo>
                  <a:pt x="456" y="4025"/>
                </a:lnTo>
                <a:lnTo>
                  <a:pt x="0" y="402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5531400" y="5402160"/>
            <a:ext cx="164160" cy="1177200"/>
          </a:xfrm>
          <a:custGeom>
            <a:avLst/>
            <a:gdLst/>
            <a:ahLst/>
            <a:rect l="0" t="0" r="r" b="b"/>
            <a:pathLst>
              <a:path w="456" h="3270">
                <a:moveTo>
                  <a:pt x="0" y="0"/>
                </a:moveTo>
                <a:lnTo>
                  <a:pt x="456" y="0"/>
                </a:lnTo>
                <a:lnTo>
                  <a:pt x="456" y="3270"/>
                </a:lnTo>
                <a:lnTo>
                  <a:pt x="0" y="3270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5704920" y="5763960"/>
            <a:ext cx="164520" cy="815400"/>
          </a:xfrm>
          <a:custGeom>
            <a:avLst/>
            <a:gdLst/>
            <a:ahLst/>
            <a:rect l="0" t="0" r="r" b="b"/>
            <a:pathLst>
              <a:path w="457" h="2265">
                <a:moveTo>
                  <a:pt x="0" y="0"/>
                </a:moveTo>
                <a:lnTo>
                  <a:pt x="457" y="0"/>
                </a:lnTo>
                <a:lnTo>
                  <a:pt x="457" y="2265"/>
                </a:lnTo>
                <a:lnTo>
                  <a:pt x="0" y="226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5878800" y="5582880"/>
            <a:ext cx="164160" cy="996480"/>
          </a:xfrm>
          <a:custGeom>
            <a:avLst/>
            <a:gdLst/>
            <a:ahLst/>
            <a:rect l="0" t="0" r="r" b="b"/>
            <a:pathLst>
              <a:path w="456" h="2768">
                <a:moveTo>
                  <a:pt x="0" y="0"/>
                </a:moveTo>
                <a:lnTo>
                  <a:pt x="456" y="0"/>
                </a:lnTo>
                <a:lnTo>
                  <a:pt x="456" y="2768"/>
                </a:lnTo>
                <a:lnTo>
                  <a:pt x="0" y="276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6052680" y="5763960"/>
            <a:ext cx="164160" cy="815400"/>
          </a:xfrm>
          <a:custGeom>
            <a:avLst/>
            <a:gdLst/>
            <a:ahLst/>
            <a:rect l="0" t="0" r="r" b="b"/>
            <a:pathLst>
              <a:path w="456" h="2265">
                <a:moveTo>
                  <a:pt x="0" y="0"/>
                </a:moveTo>
                <a:lnTo>
                  <a:pt x="456" y="0"/>
                </a:lnTo>
                <a:lnTo>
                  <a:pt x="456" y="2265"/>
                </a:lnTo>
                <a:lnTo>
                  <a:pt x="0" y="226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6226200" y="5763960"/>
            <a:ext cx="164520" cy="815400"/>
          </a:xfrm>
          <a:custGeom>
            <a:avLst/>
            <a:gdLst/>
            <a:ahLst/>
            <a:rect l="0" t="0" r="r" b="b"/>
            <a:pathLst>
              <a:path w="457" h="2265">
                <a:moveTo>
                  <a:pt x="0" y="0"/>
                </a:moveTo>
                <a:lnTo>
                  <a:pt x="457" y="0"/>
                </a:lnTo>
                <a:lnTo>
                  <a:pt x="457" y="2265"/>
                </a:lnTo>
                <a:lnTo>
                  <a:pt x="0" y="226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6400080" y="5402160"/>
            <a:ext cx="164160" cy="1177200"/>
          </a:xfrm>
          <a:custGeom>
            <a:avLst/>
            <a:gdLst/>
            <a:ahLst/>
            <a:rect l="0" t="0" r="r" b="b"/>
            <a:pathLst>
              <a:path w="456" h="3270">
                <a:moveTo>
                  <a:pt x="0" y="0"/>
                </a:moveTo>
                <a:lnTo>
                  <a:pt x="456" y="0"/>
                </a:lnTo>
                <a:lnTo>
                  <a:pt x="456" y="3270"/>
                </a:lnTo>
                <a:lnTo>
                  <a:pt x="0" y="3270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6573960" y="5763960"/>
            <a:ext cx="164160" cy="815400"/>
          </a:xfrm>
          <a:custGeom>
            <a:avLst/>
            <a:gdLst/>
            <a:ahLst/>
            <a:rect l="0" t="0" r="r" b="b"/>
            <a:pathLst>
              <a:path w="456" h="2265">
                <a:moveTo>
                  <a:pt x="0" y="0"/>
                </a:moveTo>
                <a:lnTo>
                  <a:pt x="456" y="0"/>
                </a:lnTo>
                <a:lnTo>
                  <a:pt x="456" y="2265"/>
                </a:lnTo>
                <a:lnTo>
                  <a:pt x="0" y="226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6747840" y="6126120"/>
            <a:ext cx="164160" cy="453240"/>
          </a:xfrm>
          <a:custGeom>
            <a:avLst/>
            <a:gdLst/>
            <a:ahLst/>
            <a:rect l="0" t="0" r="r" b="b"/>
            <a:pathLst>
              <a:path w="456" h="1259">
                <a:moveTo>
                  <a:pt x="0" y="0"/>
                </a:moveTo>
                <a:lnTo>
                  <a:pt x="456" y="0"/>
                </a:lnTo>
                <a:lnTo>
                  <a:pt x="456" y="1259"/>
                </a:lnTo>
                <a:lnTo>
                  <a:pt x="0" y="1259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6921360" y="5582880"/>
            <a:ext cx="164160" cy="996480"/>
          </a:xfrm>
          <a:custGeom>
            <a:avLst/>
            <a:gdLst/>
            <a:ahLst/>
            <a:rect l="0" t="0" r="r" b="b"/>
            <a:pathLst>
              <a:path w="456" h="2768">
                <a:moveTo>
                  <a:pt x="0" y="0"/>
                </a:moveTo>
                <a:lnTo>
                  <a:pt x="456" y="0"/>
                </a:lnTo>
                <a:lnTo>
                  <a:pt x="456" y="2768"/>
                </a:lnTo>
                <a:lnTo>
                  <a:pt x="0" y="276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7095240" y="6035760"/>
            <a:ext cx="164160" cy="543600"/>
          </a:xfrm>
          <a:custGeom>
            <a:avLst/>
            <a:gdLst/>
            <a:ahLst/>
            <a:rect l="0" t="0" r="r" b="b"/>
            <a:pathLst>
              <a:path w="456" h="1510">
                <a:moveTo>
                  <a:pt x="0" y="0"/>
                </a:moveTo>
                <a:lnTo>
                  <a:pt x="456" y="0"/>
                </a:lnTo>
                <a:lnTo>
                  <a:pt x="456" y="1510"/>
                </a:lnTo>
                <a:lnTo>
                  <a:pt x="0" y="1510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7269120" y="5945040"/>
            <a:ext cx="164160" cy="634320"/>
          </a:xfrm>
          <a:custGeom>
            <a:avLst/>
            <a:gdLst/>
            <a:ahLst/>
            <a:rect l="0" t="0" r="r" b="b"/>
            <a:pathLst>
              <a:path w="456" h="1762">
                <a:moveTo>
                  <a:pt x="0" y="0"/>
                </a:moveTo>
                <a:lnTo>
                  <a:pt x="456" y="0"/>
                </a:lnTo>
                <a:lnTo>
                  <a:pt x="456" y="1762"/>
                </a:lnTo>
                <a:lnTo>
                  <a:pt x="0" y="1762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7442640" y="5582880"/>
            <a:ext cx="164520" cy="996480"/>
          </a:xfrm>
          <a:custGeom>
            <a:avLst/>
            <a:gdLst/>
            <a:ahLst/>
            <a:rect l="0" t="0" r="r" b="b"/>
            <a:pathLst>
              <a:path w="457" h="2768">
                <a:moveTo>
                  <a:pt x="0" y="0"/>
                </a:moveTo>
                <a:lnTo>
                  <a:pt x="457" y="0"/>
                </a:lnTo>
                <a:lnTo>
                  <a:pt x="457" y="2768"/>
                </a:lnTo>
                <a:lnTo>
                  <a:pt x="0" y="276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7616520" y="6216840"/>
            <a:ext cx="164160" cy="362520"/>
          </a:xfrm>
          <a:custGeom>
            <a:avLst/>
            <a:gdLst/>
            <a:ahLst/>
            <a:rect l="0" t="0" r="r" b="b"/>
            <a:pathLst>
              <a:path w="456" h="1007">
                <a:moveTo>
                  <a:pt x="0" y="0"/>
                </a:moveTo>
                <a:lnTo>
                  <a:pt x="456" y="0"/>
                </a:lnTo>
                <a:lnTo>
                  <a:pt x="45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7790400" y="6397920"/>
            <a:ext cx="164160" cy="181440"/>
          </a:xfrm>
          <a:custGeom>
            <a:avLst/>
            <a:gdLst/>
            <a:ahLst/>
            <a:rect l="0" t="0" r="r" b="b"/>
            <a:pathLst>
              <a:path w="456" h="504">
                <a:moveTo>
                  <a:pt x="0" y="0"/>
                </a:moveTo>
                <a:lnTo>
                  <a:pt x="456" y="0"/>
                </a:lnTo>
                <a:lnTo>
                  <a:pt x="456" y="504"/>
                </a:lnTo>
                <a:lnTo>
                  <a:pt x="0" y="50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7963920" y="6488280"/>
            <a:ext cx="164520" cy="91080"/>
          </a:xfrm>
          <a:custGeom>
            <a:avLst/>
            <a:gdLst/>
            <a:ahLst/>
            <a:rect l="0" t="0" r="r" b="b"/>
            <a:pathLst>
              <a:path w="457" h="253">
                <a:moveTo>
                  <a:pt x="0" y="0"/>
                </a:moveTo>
                <a:lnTo>
                  <a:pt x="457" y="0"/>
                </a:lnTo>
                <a:lnTo>
                  <a:pt x="457" y="253"/>
                </a:lnTo>
                <a:lnTo>
                  <a:pt x="0" y="253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1186920" y="4858920"/>
            <a:ext cx="6951240" cy="1715400"/>
          </a:xfrm>
          <a:custGeom>
            <a:avLst/>
            <a:gdLst/>
            <a:ahLst/>
            <a:rect l="0" t="0" r="r" b="b"/>
            <a:pathLst>
              <a:path fill="none" w="19309" h="4765">
                <a:moveTo>
                  <a:pt x="0" y="4765"/>
                </a:moveTo>
                <a:lnTo>
                  <a:pt x="0" y="4710"/>
                </a:lnTo>
                <a:lnTo>
                  <a:pt x="0" y="4641"/>
                </a:lnTo>
                <a:lnTo>
                  <a:pt x="273" y="4585"/>
                </a:lnTo>
                <a:lnTo>
                  <a:pt x="775" y="4530"/>
                </a:lnTo>
                <a:lnTo>
                  <a:pt x="1230" y="4461"/>
                </a:lnTo>
                <a:lnTo>
                  <a:pt x="1442" y="4406"/>
                </a:lnTo>
                <a:lnTo>
                  <a:pt x="1645" y="4337"/>
                </a:lnTo>
                <a:lnTo>
                  <a:pt x="1839" y="4282"/>
                </a:lnTo>
                <a:lnTo>
                  <a:pt x="2865" y="4226"/>
                </a:lnTo>
                <a:lnTo>
                  <a:pt x="3444" y="4157"/>
                </a:lnTo>
                <a:lnTo>
                  <a:pt x="3960" y="4102"/>
                </a:lnTo>
                <a:lnTo>
                  <a:pt x="4080" y="4047"/>
                </a:lnTo>
                <a:lnTo>
                  <a:pt x="4313" y="3978"/>
                </a:lnTo>
                <a:lnTo>
                  <a:pt x="4642" y="3922"/>
                </a:lnTo>
                <a:lnTo>
                  <a:pt x="5048" y="3853"/>
                </a:lnTo>
                <a:lnTo>
                  <a:pt x="5331" y="3798"/>
                </a:lnTo>
                <a:lnTo>
                  <a:pt x="5852" y="3743"/>
                </a:lnTo>
                <a:lnTo>
                  <a:pt x="6170" y="3674"/>
                </a:lnTo>
                <a:lnTo>
                  <a:pt x="6396" y="3619"/>
                </a:lnTo>
                <a:lnTo>
                  <a:pt x="6541" y="3563"/>
                </a:lnTo>
                <a:lnTo>
                  <a:pt x="6750" y="3494"/>
                </a:lnTo>
                <a:lnTo>
                  <a:pt x="6884" y="3439"/>
                </a:lnTo>
                <a:lnTo>
                  <a:pt x="7079" y="3384"/>
                </a:lnTo>
                <a:lnTo>
                  <a:pt x="7266" y="3315"/>
                </a:lnTo>
                <a:lnTo>
                  <a:pt x="7266" y="3260"/>
                </a:lnTo>
                <a:lnTo>
                  <a:pt x="7504" y="3191"/>
                </a:lnTo>
                <a:lnTo>
                  <a:pt x="7562" y="3134"/>
                </a:lnTo>
                <a:lnTo>
                  <a:pt x="7619" y="3079"/>
                </a:lnTo>
                <a:lnTo>
                  <a:pt x="7786" y="3010"/>
                </a:lnTo>
                <a:lnTo>
                  <a:pt x="8001" y="2955"/>
                </a:lnTo>
                <a:lnTo>
                  <a:pt x="8053" y="2900"/>
                </a:lnTo>
                <a:lnTo>
                  <a:pt x="8305" y="2831"/>
                </a:lnTo>
                <a:lnTo>
                  <a:pt x="8450" y="2775"/>
                </a:lnTo>
                <a:lnTo>
                  <a:pt x="8545" y="2720"/>
                </a:lnTo>
                <a:lnTo>
                  <a:pt x="8817" y="2651"/>
                </a:lnTo>
                <a:lnTo>
                  <a:pt x="9033" y="2596"/>
                </a:lnTo>
                <a:lnTo>
                  <a:pt x="9240" y="2527"/>
                </a:lnTo>
                <a:lnTo>
                  <a:pt x="9552" y="2472"/>
                </a:lnTo>
                <a:lnTo>
                  <a:pt x="9665" y="2416"/>
                </a:lnTo>
                <a:lnTo>
                  <a:pt x="9774" y="2347"/>
                </a:lnTo>
                <a:lnTo>
                  <a:pt x="10021" y="2292"/>
                </a:lnTo>
                <a:lnTo>
                  <a:pt x="10122" y="2237"/>
                </a:lnTo>
                <a:lnTo>
                  <a:pt x="10287" y="2168"/>
                </a:lnTo>
                <a:lnTo>
                  <a:pt x="10478" y="2113"/>
                </a:lnTo>
                <a:lnTo>
                  <a:pt x="11173" y="2043"/>
                </a:lnTo>
                <a:lnTo>
                  <a:pt x="11253" y="1988"/>
                </a:lnTo>
                <a:lnTo>
                  <a:pt x="11358" y="1933"/>
                </a:lnTo>
                <a:lnTo>
                  <a:pt x="11610" y="1864"/>
                </a:lnTo>
                <a:lnTo>
                  <a:pt x="11708" y="1809"/>
                </a:lnTo>
                <a:lnTo>
                  <a:pt x="11873" y="1753"/>
                </a:lnTo>
                <a:lnTo>
                  <a:pt x="12011" y="1684"/>
                </a:lnTo>
                <a:lnTo>
                  <a:pt x="12100" y="1629"/>
                </a:lnTo>
                <a:lnTo>
                  <a:pt x="12232" y="1574"/>
                </a:lnTo>
                <a:lnTo>
                  <a:pt x="12484" y="1505"/>
                </a:lnTo>
                <a:lnTo>
                  <a:pt x="12585" y="1450"/>
                </a:lnTo>
                <a:lnTo>
                  <a:pt x="12933" y="1381"/>
                </a:lnTo>
                <a:lnTo>
                  <a:pt x="13169" y="1325"/>
                </a:lnTo>
                <a:lnTo>
                  <a:pt x="13257" y="1270"/>
                </a:lnTo>
                <a:lnTo>
                  <a:pt x="13428" y="1201"/>
                </a:lnTo>
                <a:lnTo>
                  <a:pt x="13752" y="1146"/>
                </a:lnTo>
                <a:lnTo>
                  <a:pt x="13997" y="1091"/>
                </a:lnTo>
                <a:lnTo>
                  <a:pt x="14100" y="1022"/>
                </a:lnTo>
                <a:lnTo>
                  <a:pt x="14397" y="966"/>
                </a:lnTo>
                <a:lnTo>
                  <a:pt x="14558" y="911"/>
                </a:lnTo>
                <a:lnTo>
                  <a:pt x="14753" y="842"/>
                </a:lnTo>
                <a:lnTo>
                  <a:pt x="14952" y="787"/>
                </a:lnTo>
                <a:lnTo>
                  <a:pt x="15293" y="718"/>
                </a:lnTo>
                <a:lnTo>
                  <a:pt x="15383" y="663"/>
                </a:lnTo>
                <a:lnTo>
                  <a:pt x="15685" y="607"/>
                </a:lnTo>
                <a:lnTo>
                  <a:pt x="15979" y="538"/>
                </a:lnTo>
                <a:lnTo>
                  <a:pt x="16172" y="483"/>
                </a:lnTo>
                <a:lnTo>
                  <a:pt x="16412" y="428"/>
                </a:lnTo>
                <a:lnTo>
                  <a:pt x="16816" y="359"/>
                </a:lnTo>
                <a:lnTo>
                  <a:pt x="16986" y="304"/>
                </a:lnTo>
                <a:lnTo>
                  <a:pt x="17470" y="234"/>
                </a:lnTo>
                <a:lnTo>
                  <a:pt x="17640" y="179"/>
                </a:lnTo>
                <a:lnTo>
                  <a:pt x="17667" y="124"/>
                </a:lnTo>
                <a:lnTo>
                  <a:pt x="18257" y="55"/>
                </a:lnTo>
                <a:lnTo>
                  <a:pt x="19309" y="0"/>
                </a:lnTo>
              </a:path>
            </a:pathLst>
          </a:custGeom>
          <a:ln w="14760">
            <a:solidFill>
              <a:srgbClr val="90CAF9"/>
            </a:solidFill>
            <a:miter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7351200" y="4736880"/>
            <a:ext cx="1602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FF9800"/>
                </a:solidFill>
                <a:effectLst/>
                <a:uFillTx/>
                <a:latin typeface="DejaVuSansMono"/>
                <a:ea typeface="DejaVuSansMono"/>
              </a:rPr>
              <a:t>p95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475920" y="159984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48" name=""/>
          <p:cNvPicPr/>
          <p:nvPr/>
        </p:nvPicPr>
        <p:blipFill>
          <a:blip r:embed="rId1"/>
          <a:stretch/>
        </p:blipFill>
        <p:spPr>
          <a:xfrm>
            <a:off x="476280" y="1771560"/>
            <a:ext cx="7143480" cy="20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9" name=""/>
          <p:cNvSpPr txBox="1"/>
          <p:nvPr/>
        </p:nvSpPr>
        <p:spPr>
          <a:xfrm>
            <a:off x="476280" y="1255680"/>
            <a:ext cx="30898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Task Timing Relationships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628560" y="4562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7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476280" y="4110120"/>
            <a:ext cx="2499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For consecutive activations of a task: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628560" y="48290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7"/>
                  <a:pt x="114" y="113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2" y="125"/>
                  <a:pt x="25" y="120"/>
                  <a:pt x="19" y="113"/>
                </a:cubicBezTo>
                <a:cubicBezTo>
                  <a:pt x="13" y="107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781200" y="4491360"/>
            <a:ext cx="2782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Execution Time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= on-CPU slice duration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628560" y="5095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2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781200" y="4757760"/>
            <a:ext cx="77385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Block Time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= off-CPU gap between the end of one slice and the start of the next (≡ Tracealyzer's </a:t>
            </a:r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Response Time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781200" y="5024520"/>
            <a:ext cx="6010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Inter-Arrival Time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= Execution Time + Block Time = gap between successive slice starts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476280" y="5405760"/>
            <a:ext cx="6464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These three metrics are linked. Understanding which one is inflated tells you </a:t>
            </a:r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where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 look next.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1166904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5638680" y="3010320"/>
            <a:ext cx="91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Step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 txBox="1"/>
          <p:nvPr/>
        </p:nvSpPr>
        <p:spPr>
          <a:xfrm>
            <a:off x="4465800" y="3610800"/>
            <a:ext cx="32896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Scheduling Latency — Why Do Tasks Wait?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475920" y="150480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485640" y="2628720"/>
            <a:ext cx="2829240" cy="314640"/>
          </a:xfrm>
          <a:custGeom>
            <a:avLst/>
            <a:gdLst/>
            <a:ahLst/>
            <a:rect l="0" t="0" r="r" b="b"/>
            <a:pathLst>
              <a:path w="7859" h="874">
                <a:moveTo>
                  <a:pt x="0" y="0"/>
                </a:moveTo>
                <a:lnTo>
                  <a:pt x="7859" y="0"/>
                </a:lnTo>
                <a:lnTo>
                  <a:pt x="78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3314520" y="2628720"/>
            <a:ext cx="2400480" cy="314640"/>
          </a:xfrm>
          <a:custGeom>
            <a:avLst/>
            <a:gdLst/>
            <a:ahLst/>
            <a:rect l="0" t="0" r="r" b="b"/>
            <a:pathLst>
              <a:path w="6668" h="874">
                <a:moveTo>
                  <a:pt x="0" y="0"/>
                </a:moveTo>
                <a:lnTo>
                  <a:pt x="6668" y="0"/>
                </a:lnTo>
                <a:lnTo>
                  <a:pt x="66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5714640" y="2628720"/>
            <a:ext cx="3105720" cy="314640"/>
          </a:xfrm>
          <a:custGeom>
            <a:avLst/>
            <a:gdLst/>
            <a:ahLst/>
            <a:rect l="0" t="0" r="r" b="b"/>
            <a:pathLst>
              <a:path w="8627" h="874">
                <a:moveTo>
                  <a:pt x="0" y="0"/>
                </a:moveTo>
                <a:lnTo>
                  <a:pt x="8627" y="0"/>
                </a:lnTo>
                <a:lnTo>
                  <a:pt x="86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485640" y="2628720"/>
            <a:ext cx="2829240" cy="314640"/>
          </a:xfrm>
          <a:custGeom>
            <a:avLst/>
            <a:gdLst/>
            <a:ahLst/>
            <a:rect l="0" t="0" r="r" b="b"/>
            <a:pathLst>
              <a:path w="7859" h="874">
                <a:moveTo>
                  <a:pt x="0" y="0"/>
                </a:moveTo>
                <a:lnTo>
                  <a:pt x="7859" y="0"/>
                </a:lnTo>
                <a:lnTo>
                  <a:pt x="78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3314520" y="2628720"/>
            <a:ext cx="2400480" cy="314640"/>
          </a:xfrm>
          <a:custGeom>
            <a:avLst/>
            <a:gdLst/>
            <a:ahLst/>
            <a:rect l="0" t="0" r="r" b="b"/>
            <a:pathLst>
              <a:path w="6668" h="874">
                <a:moveTo>
                  <a:pt x="0" y="0"/>
                </a:moveTo>
                <a:lnTo>
                  <a:pt x="6668" y="0"/>
                </a:lnTo>
                <a:lnTo>
                  <a:pt x="66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5714640" y="2628720"/>
            <a:ext cx="3105720" cy="314640"/>
          </a:xfrm>
          <a:custGeom>
            <a:avLst/>
            <a:gdLst/>
            <a:ahLst/>
            <a:rect l="0" t="0" r="r" b="b"/>
            <a:pathLst>
              <a:path w="8627" h="874">
                <a:moveTo>
                  <a:pt x="0" y="0"/>
                </a:moveTo>
                <a:lnTo>
                  <a:pt x="8627" y="0"/>
                </a:lnTo>
                <a:lnTo>
                  <a:pt x="86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485640" y="2943000"/>
            <a:ext cx="2829240" cy="305280"/>
          </a:xfrm>
          <a:custGeom>
            <a:avLst/>
            <a:gdLst/>
            <a:ahLst/>
            <a:rect l="0" t="0" r="r" b="b"/>
            <a:pathLst>
              <a:path w="7859" h="848">
                <a:moveTo>
                  <a:pt x="0" y="0"/>
                </a:moveTo>
                <a:lnTo>
                  <a:pt x="7859" y="0"/>
                </a:lnTo>
                <a:lnTo>
                  <a:pt x="7859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3314520" y="2943000"/>
            <a:ext cx="2400480" cy="305280"/>
          </a:xfrm>
          <a:custGeom>
            <a:avLst/>
            <a:gdLst/>
            <a:ahLst/>
            <a:rect l="0" t="0" r="r" b="b"/>
            <a:pathLst>
              <a:path w="6668" h="848">
                <a:moveTo>
                  <a:pt x="0" y="0"/>
                </a:moveTo>
                <a:lnTo>
                  <a:pt x="6668" y="0"/>
                </a:lnTo>
                <a:lnTo>
                  <a:pt x="66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5714640" y="2943000"/>
            <a:ext cx="3105720" cy="305280"/>
          </a:xfrm>
          <a:custGeom>
            <a:avLst/>
            <a:gdLst/>
            <a:ahLst/>
            <a:rect l="0" t="0" r="r" b="b"/>
            <a:pathLst>
              <a:path w="8627" h="848">
                <a:moveTo>
                  <a:pt x="0" y="0"/>
                </a:moveTo>
                <a:lnTo>
                  <a:pt x="8627" y="0"/>
                </a:lnTo>
                <a:lnTo>
                  <a:pt x="86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485640" y="3247920"/>
            <a:ext cx="2829240" cy="314640"/>
          </a:xfrm>
          <a:custGeom>
            <a:avLst/>
            <a:gdLst/>
            <a:ahLst/>
            <a:rect l="0" t="0" r="r" b="b"/>
            <a:pathLst>
              <a:path w="7859" h="874">
                <a:moveTo>
                  <a:pt x="0" y="0"/>
                </a:moveTo>
                <a:lnTo>
                  <a:pt x="7859" y="0"/>
                </a:lnTo>
                <a:lnTo>
                  <a:pt x="78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3314520" y="3247920"/>
            <a:ext cx="2400480" cy="314640"/>
          </a:xfrm>
          <a:custGeom>
            <a:avLst/>
            <a:gdLst/>
            <a:ahLst/>
            <a:rect l="0" t="0" r="r" b="b"/>
            <a:pathLst>
              <a:path w="6668" h="874">
                <a:moveTo>
                  <a:pt x="0" y="0"/>
                </a:moveTo>
                <a:lnTo>
                  <a:pt x="6668" y="0"/>
                </a:lnTo>
                <a:lnTo>
                  <a:pt x="66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5714640" y="3247920"/>
            <a:ext cx="3105720" cy="314640"/>
          </a:xfrm>
          <a:custGeom>
            <a:avLst/>
            <a:gdLst/>
            <a:ahLst/>
            <a:rect l="0" t="0" r="r" b="b"/>
            <a:pathLst>
              <a:path w="8627" h="874">
                <a:moveTo>
                  <a:pt x="0" y="0"/>
                </a:moveTo>
                <a:lnTo>
                  <a:pt x="8627" y="0"/>
                </a:lnTo>
                <a:lnTo>
                  <a:pt x="86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485640" y="3247920"/>
            <a:ext cx="2829240" cy="314640"/>
          </a:xfrm>
          <a:custGeom>
            <a:avLst/>
            <a:gdLst/>
            <a:ahLst/>
            <a:rect l="0" t="0" r="r" b="b"/>
            <a:pathLst>
              <a:path w="7859" h="874">
                <a:moveTo>
                  <a:pt x="0" y="0"/>
                </a:moveTo>
                <a:lnTo>
                  <a:pt x="7859" y="0"/>
                </a:lnTo>
                <a:lnTo>
                  <a:pt x="78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3314520" y="3247920"/>
            <a:ext cx="2400480" cy="314640"/>
          </a:xfrm>
          <a:custGeom>
            <a:avLst/>
            <a:gdLst/>
            <a:ahLst/>
            <a:rect l="0" t="0" r="r" b="b"/>
            <a:pathLst>
              <a:path w="6668" h="874">
                <a:moveTo>
                  <a:pt x="0" y="0"/>
                </a:moveTo>
                <a:lnTo>
                  <a:pt x="6668" y="0"/>
                </a:lnTo>
                <a:lnTo>
                  <a:pt x="66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5714640" y="3247920"/>
            <a:ext cx="3105720" cy="314640"/>
          </a:xfrm>
          <a:custGeom>
            <a:avLst/>
            <a:gdLst/>
            <a:ahLst/>
            <a:rect l="0" t="0" r="r" b="b"/>
            <a:pathLst>
              <a:path w="8627" h="874">
                <a:moveTo>
                  <a:pt x="0" y="0"/>
                </a:moveTo>
                <a:lnTo>
                  <a:pt x="8627" y="0"/>
                </a:lnTo>
                <a:lnTo>
                  <a:pt x="86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485640" y="3562200"/>
            <a:ext cx="2829240" cy="314640"/>
          </a:xfrm>
          <a:custGeom>
            <a:avLst/>
            <a:gdLst/>
            <a:ahLst/>
            <a:rect l="0" t="0" r="r" b="b"/>
            <a:pathLst>
              <a:path w="7859" h="874">
                <a:moveTo>
                  <a:pt x="0" y="0"/>
                </a:moveTo>
                <a:lnTo>
                  <a:pt x="7859" y="0"/>
                </a:lnTo>
                <a:lnTo>
                  <a:pt x="78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3314520" y="3562200"/>
            <a:ext cx="2400480" cy="314640"/>
          </a:xfrm>
          <a:custGeom>
            <a:avLst/>
            <a:gdLst/>
            <a:ahLst/>
            <a:rect l="0" t="0" r="r" b="b"/>
            <a:pathLst>
              <a:path w="6668" h="874">
                <a:moveTo>
                  <a:pt x="0" y="0"/>
                </a:moveTo>
                <a:lnTo>
                  <a:pt x="6668" y="0"/>
                </a:lnTo>
                <a:lnTo>
                  <a:pt x="66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5714640" y="3562200"/>
            <a:ext cx="3105720" cy="314640"/>
          </a:xfrm>
          <a:custGeom>
            <a:avLst/>
            <a:gdLst/>
            <a:ahLst/>
            <a:rect l="0" t="0" r="r" b="b"/>
            <a:pathLst>
              <a:path w="8627" h="874">
                <a:moveTo>
                  <a:pt x="0" y="0"/>
                </a:moveTo>
                <a:lnTo>
                  <a:pt x="8627" y="0"/>
                </a:lnTo>
                <a:lnTo>
                  <a:pt x="86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485640" y="3876480"/>
            <a:ext cx="2829240" cy="305280"/>
          </a:xfrm>
          <a:custGeom>
            <a:avLst/>
            <a:gdLst/>
            <a:ahLst/>
            <a:rect l="0" t="0" r="r" b="b"/>
            <a:pathLst>
              <a:path w="7859" h="848">
                <a:moveTo>
                  <a:pt x="0" y="0"/>
                </a:moveTo>
                <a:lnTo>
                  <a:pt x="7859" y="0"/>
                </a:lnTo>
                <a:lnTo>
                  <a:pt x="7859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3314520" y="3876480"/>
            <a:ext cx="2400480" cy="305280"/>
          </a:xfrm>
          <a:custGeom>
            <a:avLst/>
            <a:gdLst/>
            <a:ahLst/>
            <a:rect l="0" t="0" r="r" b="b"/>
            <a:pathLst>
              <a:path w="6668" h="848">
                <a:moveTo>
                  <a:pt x="0" y="0"/>
                </a:moveTo>
                <a:lnTo>
                  <a:pt x="6668" y="0"/>
                </a:lnTo>
                <a:lnTo>
                  <a:pt x="66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5714640" y="3876480"/>
            <a:ext cx="3105720" cy="305280"/>
          </a:xfrm>
          <a:custGeom>
            <a:avLst/>
            <a:gdLst/>
            <a:ahLst/>
            <a:rect l="0" t="0" r="r" b="b"/>
            <a:pathLst>
              <a:path w="8627" h="848">
                <a:moveTo>
                  <a:pt x="0" y="0"/>
                </a:moveTo>
                <a:lnTo>
                  <a:pt x="8627" y="0"/>
                </a:lnTo>
                <a:lnTo>
                  <a:pt x="86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485640" y="3876480"/>
            <a:ext cx="2829240" cy="305280"/>
          </a:xfrm>
          <a:custGeom>
            <a:avLst/>
            <a:gdLst/>
            <a:ahLst/>
            <a:rect l="0" t="0" r="r" b="b"/>
            <a:pathLst>
              <a:path w="7859" h="848">
                <a:moveTo>
                  <a:pt x="0" y="0"/>
                </a:moveTo>
                <a:lnTo>
                  <a:pt x="7859" y="0"/>
                </a:lnTo>
                <a:lnTo>
                  <a:pt x="7859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3314520" y="3876480"/>
            <a:ext cx="2400480" cy="305280"/>
          </a:xfrm>
          <a:custGeom>
            <a:avLst/>
            <a:gdLst/>
            <a:ahLst/>
            <a:rect l="0" t="0" r="r" b="b"/>
            <a:pathLst>
              <a:path w="6668" h="848">
                <a:moveTo>
                  <a:pt x="0" y="0"/>
                </a:moveTo>
                <a:lnTo>
                  <a:pt x="6668" y="0"/>
                </a:lnTo>
                <a:lnTo>
                  <a:pt x="66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5714640" y="3876480"/>
            <a:ext cx="3105720" cy="305280"/>
          </a:xfrm>
          <a:custGeom>
            <a:avLst/>
            <a:gdLst/>
            <a:ahLst/>
            <a:rect l="0" t="0" r="r" b="b"/>
            <a:pathLst>
              <a:path w="8627" h="848">
                <a:moveTo>
                  <a:pt x="0" y="0"/>
                </a:moveTo>
                <a:lnTo>
                  <a:pt x="8627" y="0"/>
                </a:lnTo>
                <a:lnTo>
                  <a:pt x="86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475920" y="2628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475920" y="262872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3305160" y="2628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3314520" y="262872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5714640" y="2628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5724360" y="262872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8820000" y="2628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475920" y="293364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3314520" y="293364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5724360" y="293364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475920" y="2943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3305160" y="2943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5714640" y="2943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8820000" y="2943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475920" y="32572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475920" y="324792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3305160" y="32572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3314520" y="324792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5714640" y="32572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5724360" y="324792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8820000" y="32572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475920" y="35715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475920" y="356220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3305160" y="35715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3314520" y="356220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5714640" y="35715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5724360" y="356220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8820000" y="35715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475920" y="38764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475920" y="386712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3305160" y="38764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3314520" y="386712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5714640" y="38764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5724360" y="386712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8820000" y="38764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475920" y="418140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3314520" y="4181400"/>
            <a:ext cx="2410200" cy="9720"/>
          </a:xfrm>
          <a:custGeom>
            <a:avLst/>
            <a:gdLst/>
            <a:ahLst/>
            <a:rect l="0" t="0" r="r" b="b"/>
            <a:pathLst>
              <a:path w="6695" h="27">
                <a:moveTo>
                  <a:pt x="0" y="0"/>
                </a:moveTo>
                <a:lnTo>
                  <a:pt x="6695" y="0"/>
                </a:lnTo>
                <a:lnTo>
                  <a:pt x="669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5724360" y="4181400"/>
            <a:ext cx="3105360" cy="9720"/>
          </a:xfrm>
          <a:custGeom>
            <a:avLst/>
            <a:gdLst/>
            <a:ahLst/>
            <a:rect l="0" t="0" r="r" b="b"/>
            <a:pathLst>
              <a:path w="8626" h="27">
                <a:moveTo>
                  <a:pt x="0" y="0"/>
                </a:moveTo>
                <a:lnTo>
                  <a:pt x="8626" y="0"/>
                </a:lnTo>
                <a:lnTo>
                  <a:pt x="862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 txBox="1"/>
          <p:nvPr/>
        </p:nvSpPr>
        <p:spPr>
          <a:xfrm>
            <a:off x="476280" y="1160280"/>
            <a:ext cx="367200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Diagnosing High Blocking Time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 txBox="1"/>
          <p:nvPr/>
        </p:nvSpPr>
        <p:spPr>
          <a:xfrm>
            <a:off x="476280" y="1700280"/>
            <a:ext cx="5502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Blocking Time = the off-CPU gap a task waits before being allowed back on-CPU.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 txBox="1"/>
          <p:nvPr/>
        </p:nvSpPr>
        <p:spPr>
          <a:xfrm>
            <a:off x="476280" y="1928880"/>
            <a:ext cx="3777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Blocking Time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, sort by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or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p95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 txBox="1"/>
          <p:nvPr/>
        </p:nvSpPr>
        <p:spPr>
          <a:xfrm>
            <a:off x="476280" y="2292120"/>
            <a:ext cx="12002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Decision Tree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 txBox="1"/>
          <p:nvPr/>
        </p:nvSpPr>
        <p:spPr>
          <a:xfrm>
            <a:off x="1404360" y="2715840"/>
            <a:ext cx="986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Blocking pattern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 txBox="1"/>
          <p:nvPr/>
        </p:nvSpPr>
        <p:spPr>
          <a:xfrm>
            <a:off x="4177440" y="2715840"/>
            <a:ext cx="674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Root cause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 txBox="1"/>
          <p:nvPr/>
        </p:nvSpPr>
        <p:spPr>
          <a:xfrm>
            <a:off x="6933240" y="2715840"/>
            <a:ext cx="674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Next action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 txBox="1"/>
          <p:nvPr/>
        </p:nvSpPr>
        <p:spPr>
          <a:xfrm>
            <a:off x="609480" y="3020760"/>
            <a:ext cx="673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≈ tick period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 txBox="1"/>
          <p:nvPr/>
        </p:nvSpPr>
        <p:spPr>
          <a:xfrm>
            <a:off x="3441960" y="3020760"/>
            <a:ext cx="2147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Runnable but waiting for scheduler tick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 txBox="1"/>
          <p:nvPr/>
        </p:nvSpPr>
        <p:spPr>
          <a:xfrm>
            <a:off x="5843880" y="3020760"/>
            <a:ext cx="1938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Raise priority; check tickless config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 txBox="1"/>
          <p:nvPr/>
        </p:nvSpPr>
        <p:spPr>
          <a:xfrm>
            <a:off x="609480" y="3335040"/>
            <a:ext cx="2577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Sporadic spikes correlated with one preemptor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 txBox="1"/>
          <p:nvPr/>
        </p:nvSpPr>
        <p:spPr>
          <a:xfrm>
            <a:off x="3441960" y="3335040"/>
            <a:ext cx="1612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Priority inversion or CPU hog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 txBox="1"/>
          <p:nvPr/>
        </p:nvSpPr>
        <p:spPr>
          <a:xfrm>
            <a:off x="5843880" y="3335040"/>
            <a:ext cx="1618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Preemption Chain Analysis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 txBox="1"/>
          <p:nvPr/>
        </p:nvSpPr>
        <p:spPr>
          <a:xfrm>
            <a:off x="609480" y="3649320"/>
            <a:ext cx="986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≈ mutex hold time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 txBox="1"/>
          <p:nvPr/>
        </p:nvSpPr>
        <p:spPr>
          <a:xfrm>
            <a:off x="3441960" y="3649320"/>
            <a:ext cx="2147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Lock contention; victim waits for holder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 txBox="1"/>
          <p:nvPr/>
        </p:nvSpPr>
        <p:spPr>
          <a:xfrm>
            <a:off x="5843880" y="3649320"/>
            <a:ext cx="28551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Mutex/Semaphore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reduce critical-section length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 txBox="1"/>
          <p:nvPr/>
        </p:nvSpPr>
        <p:spPr>
          <a:xfrm>
            <a:off x="609480" y="3954240"/>
            <a:ext cx="1174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Constant across time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 txBox="1"/>
          <p:nvPr/>
        </p:nvSpPr>
        <p:spPr>
          <a:xfrm>
            <a:off x="3441960" y="3954240"/>
            <a:ext cx="1556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Periodic design — expected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 txBox="1"/>
          <p:nvPr/>
        </p:nvSpPr>
        <p:spPr>
          <a:xfrm>
            <a:off x="5843880" y="3954240"/>
            <a:ext cx="1938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Verify with inter-arrival vs. deadline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 txBox="1"/>
          <p:nvPr/>
        </p:nvSpPr>
        <p:spPr>
          <a:xfrm>
            <a:off x="476280" y="4349520"/>
            <a:ext cx="14637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Drill-Down Steps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 txBox="1"/>
          <p:nvPr/>
        </p:nvSpPr>
        <p:spPr>
          <a:xfrm>
            <a:off x="611640" y="4700880"/>
            <a:ext cx="6941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1. Click a task row →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blocking-time distribution chart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(scatter clusters = repeated contention events)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 txBox="1"/>
          <p:nvPr/>
        </p:nvSpPr>
        <p:spPr>
          <a:xfrm>
            <a:off x="611640" y="4967640"/>
            <a:ext cx="44218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2. Click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link → jump to the worst off-CPU gap on the timeline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 txBox="1"/>
          <p:nvPr/>
        </p:nvSpPr>
        <p:spPr>
          <a:xfrm>
            <a:off x="611640" y="5234040"/>
            <a:ext cx="5049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3.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Preemption Chain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table → find the dominant preemptor during that gap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 txBox="1"/>
          <p:nvPr/>
        </p:nvSpPr>
        <p:spPr>
          <a:xfrm>
            <a:off x="611640" y="5500800"/>
            <a:ext cx="5658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4. Cross-reference with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Mutex/Semaphore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object pointer to confirm lock contention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475920" y="733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475920" y="904680"/>
            <a:ext cx="7810920" cy="5791680"/>
          </a:xfrm>
          <a:custGeom>
            <a:avLst/>
            <a:gdLst/>
            <a:ahLst/>
            <a:rect l="0" t="0" r="r" b="b"/>
            <a:pathLst>
              <a:path w="21697" h="16088">
                <a:moveTo>
                  <a:pt x="0" y="0"/>
                </a:moveTo>
                <a:lnTo>
                  <a:pt x="21697" y="0"/>
                </a:lnTo>
                <a:lnTo>
                  <a:pt x="21697" y="16088"/>
                </a:lnTo>
                <a:lnTo>
                  <a:pt x="0" y="1608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 txBox="1"/>
          <p:nvPr/>
        </p:nvSpPr>
        <p:spPr>
          <a:xfrm>
            <a:off x="476280" y="388800"/>
            <a:ext cx="40651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Blocking Time &amp; Preemption Chain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 txBox="1"/>
          <p:nvPr/>
        </p:nvSpPr>
        <p:spPr>
          <a:xfrm>
            <a:off x="628560" y="993600"/>
            <a:ext cx="145944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CS[8] — Blocking 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475920" y="1323720"/>
            <a:ext cx="7810920" cy="5372640"/>
          </a:xfrm>
          <a:custGeom>
            <a:avLst/>
            <a:gdLst/>
            <a:ahLst/>
            <a:rect l="0" t="0" r="r" b="b"/>
            <a:pathLst>
              <a:path w="21697" h="14924">
                <a:moveTo>
                  <a:pt x="0" y="0"/>
                </a:moveTo>
                <a:lnTo>
                  <a:pt x="21697" y="0"/>
                </a:lnTo>
                <a:lnTo>
                  <a:pt x="21697" y="14924"/>
                </a:lnTo>
                <a:lnTo>
                  <a:pt x="0" y="14924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1161720" y="147636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1161720" y="211896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1161720" y="276192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1161720" y="340488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1161720" y="404784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1161720" y="1476360"/>
            <a:ext cx="0" cy="257148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1161720" y="4047840"/>
            <a:ext cx="6724800" cy="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 txBox="1"/>
          <p:nvPr/>
        </p:nvSpPr>
        <p:spPr>
          <a:xfrm>
            <a:off x="628560" y="1180800"/>
            <a:ext cx="40723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Scatter: x = resume time, y = off-CPU gap · Histogram: distribution of blocking gaps · 345 points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 txBox="1"/>
          <p:nvPr/>
        </p:nvSpPr>
        <p:spPr>
          <a:xfrm>
            <a:off x="627120" y="14259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2.468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627120" y="206892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1.851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 txBox="1"/>
          <p:nvPr/>
        </p:nvSpPr>
        <p:spPr>
          <a:xfrm>
            <a:off x="627120" y="271188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1.234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 txBox="1"/>
          <p:nvPr/>
        </p:nvSpPr>
        <p:spPr>
          <a:xfrm>
            <a:off x="741600" y="3354840"/>
            <a:ext cx="3474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617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856440" y="3997800"/>
            <a:ext cx="23184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 txBox="1"/>
          <p:nvPr/>
        </p:nvSpPr>
        <p:spPr>
          <a:xfrm>
            <a:off x="875160" y="4188240"/>
            <a:ext cx="578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216.235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 txBox="1"/>
          <p:nvPr/>
        </p:nvSpPr>
        <p:spPr>
          <a:xfrm>
            <a:off x="4237560" y="4188240"/>
            <a:ext cx="578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309.289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7599960" y="4188240"/>
            <a:ext cx="578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402.343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 txBox="1"/>
          <p:nvPr/>
        </p:nvSpPr>
        <p:spPr>
          <a:xfrm>
            <a:off x="4267080" y="4258080"/>
            <a:ext cx="2343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161720" y="3694320"/>
            <a:ext cx="6706080" cy="10080"/>
          </a:xfrm>
          <a:custGeom>
            <a:avLst/>
            <a:gdLst/>
            <a:ahLst/>
            <a:rect l="0" t="0" r="r" b="b"/>
            <a:pathLst>
              <a:path w="18628" h="28">
                <a:moveTo>
                  <a:pt x="0" y="0"/>
                </a:moveTo>
                <a:lnTo>
                  <a:pt x="106" y="0"/>
                </a:lnTo>
                <a:lnTo>
                  <a:pt x="106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91" y="0"/>
                </a:lnTo>
                <a:lnTo>
                  <a:pt x="291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77" y="0"/>
                </a:lnTo>
                <a:lnTo>
                  <a:pt x="477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62" y="0"/>
                </a:lnTo>
                <a:lnTo>
                  <a:pt x="662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47" y="0"/>
                </a:lnTo>
                <a:lnTo>
                  <a:pt x="847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32" y="0"/>
                </a:lnTo>
                <a:lnTo>
                  <a:pt x="1032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217" y="0"/>
                </a:lnTo>
                <a:lnTo>
                  <a:pt x="1217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403" y="0"/>
                </a:lnTo>
                <a:lnTo>
                  <a:pt x="1403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88" y="0"/>
                </a:lnTo>
                <a:lnTo>
                  <a:pt x="1588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73" y="0"/>
                </a:lnTo>
                <a:lnTo>
                  <a:pt x="1773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58" y="0"/>
                </a:lnTo>
                <a:lnTo>
                  <a:pt x="1958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44" y="0"/>
                </a:lnTo>
                <a:lnTo>
                  <a:pt x="2144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29" y="0"/>
                </a:lnTo>
                <a:lnTo>
                  <a:pt x="2329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514" y="0"/>
                </a:lnTo>
                <a:lnTo>
                  <a:pt x="2514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99" y="0"/>
                </a:lnTo>
                <a:lnTo>
                  <a:pt x="2699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84" y="0"/>
                </a:lnTo>
                <a:lnTo>
                  <a:pt x="2884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70" y="0"/>
                </a:lnTo>
                <a:lnTo>
                  <a:pt x="3070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55" y="0"/>
                </a:lnTo>
                <a:lnTo>
                  <a:pt x="3255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40" y="0"/>
                </a:lnTo>
                <a:lnTo>
                  <a:pt x="3440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625" y="0"/>
                </a:lnTo>
                <a:lnTo>
                  <a:pt x="3625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810" y="0"/>
                </a:lnTo>
                <a:lnTo>
                  <a:pt x="3810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96" y="0"/>
                </a:lnTo>
                <a:lnTo>
                  <a:pt x="3996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81" y="0"/>
                </a:lnTo>
                <a:lnTo>
                  <a:pt x="4181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66" y="0"/>
                </a:lnTo>
                <a:lnTo>
                  <a:pt x="4366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51" y="0"/>
                </a:lnTo>
                <a:lnTo>
                  <a:pt x="4551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36" y="0"/>
                </a:lnTo>
                <a:lnTo>
                  <a:pt x="4736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922" y="0"/>
                </a:lnTo>
                <a:lnTo>
                  <a:pt x="4922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107" y="0"/>
                </a:lnTo>
                <a:lnTo>
                  <a:pt x="5107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92" y="0"/>
                </a:lnTo>
                <a:lnTo>
                  <a:pt x="5292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77" y="0"/>
                </a:lnTo>
                <a:lnTo>
                  <a:pt x="5477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62" y="0"/>
                </a:lnTo>
                <a:lnTo>
                  <a:pt x="5662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48" y="0"/>
                </a:lnTo>
                <a:lnTo>
                  <a:pt x="5848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33" y="0"/>
                </a:lnTo>
                <a:lnTo>
                  <a:pt x="6033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219" y="0"/>
                </a:lnTo>
                <a:lnTo>
                  <a:pt x="6219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404" y="0"/>
                </a:lnTo>
                <a:lnTo>
                  <a:pt x="6404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90" y="0"/>
                </a:lnTo>
                <a:lnTo>
                  <a:pt x="6590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75" y="0"/>
                </a:lnTo>
                <a:lnTo>
                  <a:pt x="6775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60" y="0"/>
                </a:lnTo>
                <a:lnTo>
                  <a:pt x="6960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45" y="0"/>
                </a:lnTo>
                <a:lnTo>
                  <a:pt x="7145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30" y="0"/>
                </a:lnTo>
                <a:lnTo>
                  <a:pt x="7330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516" y="0"/>
                </a:lnTo>
                <a:lnTo>
                  <a:pt x="7516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701" y="0"/>
                </a:lnTo>
                <a:lnTo>
                  <a:pt x="7701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86" y="0"/>
                </a:lnTo>
                <a:lnTo>
                  <a:pt x="7886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71" y="0"/>
                </a:lnTo>
                <a:lnTo>
                  <a:pt x="8071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56" y="0"/>
                </a:lnTo>
                <a:lnTo>
                  <a:pt x="8256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42" y="0"/>
                </a:lnTo>
                <a:lnTo>
                  <a:pt x="8442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27" y="0"/>
                </a:lnTo>
                <a:lnTo>
                  <a:pt x="8627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812" y="0"/>
                </a:lnTo>
                <a:lnTo>
                  <a:pt x="8812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97" y="0"/>
                </a:lnTo>
                <a:lnTo>
                  <a:pt x="8997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82" y="0"/>
                </a:lnTo>
                <a:lnTo>
                  <a:pt x="9182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68" y="0"/>
                </a:lnTo>
                <a:lnTo>
                  <a:pt x="9368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53" y="0"/>
                </a:lnTo>
                <a:lnTo>
                  <a:pt x="9553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38" y="0"/>
                </a:lnTo>
                <a:lnTo>
                  <a:pt x="9738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923" y="0"/>
                </a:lnTo>
                <a:lnTo>
                  <a:pt x="9923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108" y="0"/>
                </a:lnTo>
                <a:lnTo>
                  <a:pt x="10108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94" y="0"/>
                </a:lnTo>
                <a:lnTo>
                  <a:pt x="10294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79" y="0"/>
                </a:lnTo>
                <a:lnTo>
                  <a:pt x="10479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64" y="0"/>
                </a:lnTo>
                <a:lnTo>
                  <a:pt x="10664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49" y="0"/>
                </a:lnTo>
                <a:lnTo>
                  <a:pt x="10849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35" y="0"/>
                </a:lnTo>
                <a:lnTo>
                  <a:pt x="11035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220" y="0"/>
                </a:lnTo>
                <a:lnTo>
                  <a:pt x="11220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405" y="0"/>
                </a:lnTo>
                <a:lnTo>
                  <a:pt x="11405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90" y="0"/>
                </a:lnTo>
                <a:lnTo>
                  <a:pt x="11590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75" y="0"/>
                </a:lnTo>
                <a:lnTo>
                  <a:pt x="11775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61" y="0"/>
                </a:lnTo>
                <a:lnTo>
                  <a:pt x="11961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46" y="0"/>
                </a:lnTo>
                <a:lnTo>
                  <a:pt x="12146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31" y="0"/>
                </a:lnTo>
                <a:lnTo>
                  <a:pt x="12331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516" y="0"/>
                </a:lnTo>
                <a:lnTo>
                  <a:pt x="12516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701" y="0"/>
                </a:lnTo>
                <a:lnTo>
                  <a:pt x="12701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87" y="0"/>
                </a:lnTo>
                <a:lnTo>
                  <a:pt x="12887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72" y="0"/>
                </a:lnTo>
                <a:lnTo>
                  <a:pt x="13072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57" y="0"/>
                </a:lnTo>
                <a:lnTo>
                  <a:pt x="13257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42" y="0"/>
                </a:lnTo>
                <a:lnTo>
                  <a:pt x="13442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27" y="0"/>
                </a:lnTo>
                <a:lnTo>
                  <a:pt x="13627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813" y="0"/>
                </a:lnTo>
                <a:lnTo>
                  <a:pt x="13813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98" y="0"/>
                </a:lnTo>
                <a:lnTo>
                  <a:pt x="13998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83" y="0"/>
                </a:lnTo>
                <a:lnTo>
                  <a:pt x="14183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68" y="0"/>
                </a:lnTo>
                <a:lnTo>
                  <a:pt x="14368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53" y="0"/>
                </a:lnTo>
                <a:lnTo>
                  <a:pt x="14553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39" y="0"/>
                </a:lnTo>
                <a:lnTo>
                  <a:pt x="14739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924" y="0"/>
                </a:lnTo>
                <a:lnTo>
                  <a:pt x="14924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109" y="0"/>
                </a:lnTo>
                <a:lnTo>
                  <a:pt x="15109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94" y="0"/>
                </a:lnTo>
                <a:lnTo>
                  <a:pt x="15294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80" y="0"/>
                </a:lnTo>
                <a:lnTo>
                  <a:pt x="15480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65" y="0"/>
                </a:lnTo>
                <a:lnTo>
                  <a:pt x="15665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50" y="0"/>
                </a:lnTo>
                <a:lnTo>
                  <a:pt x="15850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35" y="0"/>
                </a:lnTo>
                <a:lnTo>
                  <a:pt x="16035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220" y="0"/>
                </a:lnTo>
                <a:lnTo>
                  <a:pt x="16220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406" y="0"/>
                </a:lnTo>
                <a:lnTo>
                  <a:pt x="16406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91" y="0"/>
                </a:lnTo>
                <a:lnTo>
                  <a:pt x="16591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76" y="0"/>
                </a:lnTo>
                <a:lnTo>
                  <a:pt x="16776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61" y="0"/>
                </a:lnTo>
                <a:lnTo>
                  <a:pt x="16961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46" y="0"/>
                </a:lnTo>
                <a:lnTo>
                  <a:pt x="17146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32" y="0"/>
                </a:lnTo>
                <a:lnTo>
                  <a:pt x="17332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517" y="0"/>
                </a:lnTo>
                <a:lnTo>
                  <a:pt x="17517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702" y="0"/>
                </a:lnTo>
                <a:lnTo>
                  <a:pt x="17702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87" y="0"/>
                </a:lnTo>
                <a:lnTo>
                  <a:pt x="17887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72" y="0"/>
                </a:lnTo>
                <a:lnTo>
                  <a:pt x="18072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58" y="0"/>
                </a:lnTo>
                <a:lnTo>
                  <a:pt x="18258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43" y="0"/>
                </a:lnTo>
                <a:lnTo>
                  <a:pt x="18443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28" y="0"/>
                </a:lnTo>
                <a:lnTo>
                  <a:pt x="18628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CE93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 txBox="1"/>
          <p:nvPr/>
        </p:nvSpPr>
        <p:spPr>
          <a:xfrm rot="16200000">
            <a:off x="374400" y="2787840"/>
            <a:ext cx="3981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Duration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1161720" y="3966120"/>
            <a:ext cx="6706080" cy="9720"/>
          </a:xfrm>
          <a:custGeom>
            <a:avLst/>
            <a:gdLst/>
            <a:ahLst/>
            <a:rect l="0" t="0" r="r" b="b"/>
            <a:pathLst>
              <a:path w="18628" h="27">
                <a:moveTo>
                  <a:pt x="0" y="0"/>
                </a:moveTo>
                <a:lnTo>
                  <a:pt x="106" y="0"/>
                </a:lnTo>
                <a:lnTo>
                  <a:pt x="106" y="27"/>
                </a:lnTo>
                <a:lnTo>
                  <a:pt x="0" y="27"/>
                </a:lnTo>
                <a:lnTo>
                  <a:pt x="0" y="0"/>
                </a:lnTo>
                <a:moveTo>
                  <a:pt x="186" y="0"/>
                </a:moveTo>
                <a:lnTo>
                  <a:pt x="291" y="0"/>
                </a:lnTo>
                <a:lnTo>
                  <a:pt x="291" y="27"/>
                </a:lnTo>
                <a:lnTo>
                  <a:pt x="186" y="27"/>
                </a:lnTo>
                <a:lnTo>
                  <a:pt x="186" y="0"/>
                </a:lnTo>
                <a:moveTo>
                  <a:pt x="371" y="0"/>
                </a:moveTo>
                <a:lnTo>
                  <a:pt x="477" y="0"/>
                </a:lnTo>
                <a:lnTo>
                  <a:pt x="477" y="27"/>
                </a:lnTo>
                <a:lnTo>
                  <a:pt x="371" y="27"/>
                </a:lnTo>
                <a:lnTo>
                  <a:pt x="371" y="0"/>
                </a:lnTo>
                <a:moveTo>
                  <a:pt x="556" y="0"/>
                </a:moveTo>
                <a:lnTo>
                  <a:pt x="662" y="0"/>
                </a:lnTo>
                <a:lnTo>
                  <a:pt x="662" y="27"/>
                </a:lnTo>
                <a:lnTo>
                  <a:pt x="556" y="27"/>
                </a:lnTo>
                <a:lnTo>
                  <a:pt x="556" y="0"/>
                </a:lnTo>
                <a:moveTo>
                  <a:pt x="741" y="0"/>
                </a:moveTo>
                <a:lnTo>
                  <a:pt x="847" y="0"/>
                </a:lnTo>
                <a:lnTo>
                  <a:pt x="847" y="27"/>
                </a:lnTo>
                <a:lnTo>
                  <a:pt x="741" y="27"/>
                </a:lnTo>
                <a:lnTo>
                  <a:pt x="741" y="0"/>
                </a:lnTo>
                <a:moveTo>
                  <a:pt x="926" y="0"/>
                </a:moveTo>
                <a:lnTo>
                  <a:pt x="1032" y="0"/>
                </a:lnTo>
                <a:lnTo>
                  <a:pt x="1032" y="27"/>
                </a:lnTo>
                <a:lnTo>
                  <a:pt x="926" y="27"/>
                </a:lnTo>
                <a:lnTo>
                  <a:pt x="926" y="0"/>
                </a:lnTo>
                <a:moveTo>
                  <a:pt x="1112" y="0"/>
                </a:moveTo>
                <a:lnTo>
                  <a:pt x="1217" y="0"/>
                </a:lnTo>
                <a:lnTo>
                  <a:pt x="1217" y="27"/>
                </a:lnTo>
                <a:lnTo>
                  <a:pt x="1112" y="27"/>
                </a:lnTo>
                <a:lnTo>
                  <a:pt x="1112" y="0"/>
                </a:lnTo>
                <a:moveTo>
                  <a:pt x="1297" y="0"/>
                </a:moveTo>
                <a:lnTo>
                  <a:pt x="1403" y="0"/>
                </a:lnTo>
                <a:lnTo>
                  <a:pt x="1403" y="27"/>
                </a:lnTo>
                <a:lnTo>
                  <a:pt x="1297" y="27"/>
                </a:lnTo>
                <a:lnTo>
                  <a:pt x="1297" y="0"/>
                </a:lnTo>
                <a:moveTo>
                  <a:pt x="1482" y="0"/>
                </a:moveTo>
                <a:lnTo>
                  <a:pt x="1588" y="0"/>
                </a:lnTo>
                <a:lnTo>
                  <a:pt x="1588" y="27"/>
                </a:lnTo>
                <a:lnTo>
                  <a:pt x="1482" y="27"/>
                </a:lnTo>
                <a:lnTo>
                  <a:pt x="1482" y="0"/>
                </a:lnTo>
                <a:moveTo>
                  <a:pt x="1667" y="0"/>
                </a:moveTo>
                <a:lnTo>
                  <a:pt x="1773" y="0"/>
                </a:lnTo>
                <a:lnTo>
                  <a:pt x="1773" y="27"/>
                </a:lnTo>
                <a:lnTo>
                  <a:pt x="1667" y="27"/>
                </a:lnTo>
                <a:lnTo>
                  <a:pt x="1667" y="0"/>
                </a:lnTo>
                <a:moveTo>
                  <a:pt x="1852" y="0"/>
                </a:moveTo>
                <a:lnTo>
                  <a:pt x="1958" y="0"/>
                </a:lnTo>
                <a:lnTo>
                  <a:pt x="1958" y="27"/>
                </a:lnTo>
                <a:lnTo>
                  <a:pt x="1852" y="27"/>
                </a:lnTo>
                <a:lnTo>
                  <a:pt x="1852" y="0"/>
                </a:lnTo>
                <a:moveTo>
                  <a:pt x="2038" y="0"/>
                </a:moveTo>
                <a:lnTo>
                  <a:pt x="2144" y="0"/>
                </a:lnTo>
                <a:lnTo>
                  <a:pt x="2144" y="27"/>
                </a:lnTo>
                <a:lnTo>
                  <a:pt x="2038" y="27"/>
                </a:lnTo>
                <a:lnTo>
                  <a:pt x="2038" y="0"/>
                </a:lnTo>
                <a:moveTo>
                  <a:pt x="2223" y="0"/>
                </a:moveTo>
                <a:lnTo>
                  <a:pt x="2329" y="0"/>
                </a:lnTo>
                <a:lnTo>
                  <a:pt x="2329" y="27"/>
                </a:lnTo>
                <a:lnTo>
                  <a:pt x="2223" y="27"/>
                </a:lnTo>
                <a:lnTo>
                  <a:pt x="2223" y="0"/>
                </a:lnTo>
                <a:moveTo>
                  <a:pt x="2408" y="0"/>
                </a:moveTo>
                <a:lnTo>
                  <a:pt x="2514" y="0"/>
                </a:lnTo>
                <a:lnTo>
                  <a:pt x="2514" y="27"/>
                </a:lnTo>
                <a:lnTo>
                  <a:pt x="2408" y="27"/>
                </a:lnTo>
                <a:lnTo>
                  <a:pt x="2408" y="0"/>
                </a:lnTo>
                <a:moveTo>
                  <a:pt x="2593" y="0"/>
                </a:moveTo>
                <a:lnTo>
                  <a:pt x="2699" y="0"/>
                </a:lnTo>
                <a:lnTo>
                  <a:pt x="2699" y="27"/>
                </a:lnTo>
                <a:lnTo>
                  <a:pt x="2593" y="27"/>
                </a:lnTo>
                <a:lnTo>
                  <a:pt x="2593" y="0"/>
                </a:lnTo>
                <a:moveTo>
                  <a:pt x="2779" y="0"/>
                </a:moveTo>
                <a:lnTo>
                  <a:pt x="2884" y="0"/>
                </a:lnTo>
                <a:lnTo>
                  <a:pt x="2884" y="27"/>
                </a:lnTo>
                <a:lnTo>
                  <a:pt x="2779" y="27"/>
                </a:lnTo>
                <a:lnTo>
                  <a:pt x="2779" y="0"/>
                </a:lnTo>
                <a:moveTo>
                  <a:pt x="2964" y="0"/>
                </a:moveTo>
                <a:lnTo>
                  <a:pt x="3070" y="0"/>
                </a:lnTo>
                <a:lnTo>
                  <a:pt x="3070" y="27"/>
                </a:lnTo>
                <a:lnTo>
                  <a:pt x="2964" y="27"/>
                </a:lnTo>
                <a:lnTo>
                  <a:pt x="2964" y="0"/>
                </a:lnTo>
                <a:moveTo>
                  <a:pt x="3149" y="0"/>
                </a:moveTo>
                <a:lnTo>
                  <a:pt x="3255" y="0"/>
                </a:lnTo>
                <a:lnTo>
                  <a:pt x="3255" y="27"/>
                </a:lnTo>
                <a:lnTo>
                  <a:pt x="3149" y="27"/>
                </a:lnTo>
                <a:lnTo>
                  <a:pt x="3149" y="0"/>
                </a:lnTo>
                <a:moveTo>
                  <a:pt x="3334" y="0"/>
                </a:moveTo>
                <a:lnTo>
                  <a:pt x="3440" y="0"/>
                </a:lnTo>
                <a:lnTo>
                  <a:pt x="3440" y="27"/>
                </a:lnTo>
                <a:lnTo>
                  <a:pt x="3334" y="27"/>
                </a:lnTo>
                <a:lnTo>
                  <a:pt x="3334" y="0"/>
                </a:lnTo>
                <a:moveTo>
                  <a:pt x="3519" y="0"/>
                </a:moveTo>
                <a:lnTo>
                  <a:pt x="3625" y="0"/>
                </a:lnTo>
                <a:lnTo>
                  <a:pt x="3625" y="27"/>
                </a:lnTo>
                <a:lnTo>
                  <a:pt x="3519" y="27"/>
                </a:lnTo>
                <a:lnTo>
                  <a:pt x="3519" y="0"/>
                </a:lnTo>
                <a:moveTo>
                  <a:pt x="3705" y="0"/>
                </a:moveTo>
                <a:lnTo>
                  <a:pt x="3810" y="0"/>
                </a:lnTo>
                <a:lnTo>
                  <a:pt x="3810" y="27"/>
                </a:lnTo>
                <a:lnTo>
                  <a:pt x="3705" y="27"/>
                </a:lnTo>
                <a:lnTo>
                  <a:pt x="3705" y="0"/>
                </a:lnTo>
                <a:moveTo>
                  <a:pt x="3890" y="0"/>
                </a:moveTo>
                <a:lnTo>
                  <a:pt x="3996" y="0"/>
                </a:lnTo>
                <a:lnTo>
                  <a:pt x="3996" y="27"/>
                </a:lnTo>
                <a:lnTo>
                  <a:pt x="3890" y="27"/>
                </a:lnTo>
                <a:lnTo>
                  <a:pt x="3890" y="0"/>
                </a:lnTo>
                <a:moveTo>
                  <a:pt x="4075" y="0"/>
                </a:moveTo>
                <a:lnTo>
                  <a:pt x="4181" y="0"/>
                </a:lnTo>
                <a:lnTo>
                  <a:pt x="4181" y="27"/>
                </a:lnTo>
                <a:lnTo>
                  <a:pt x="4075" y="27"/>
                </a:lnTo>
                <a:lnTo>
                  <a:pt x="4075" y="0"/>
                </a:lnTo>
                <a:moveTo>
                  <a:pt x="4260" y="0"/>
                </a:moveTo>
                <a:lnTo>
                  <a:pt x="4366" y="0"/>
                </a:lnTo>
                <a:lnTo>
                  <a:pt x="4366" y="27"/>
                </a:lnTo>
                <a:lnTo>
                  <a:pt x="4260" y="27"/>
                </a:lnTo>
                <a:lnTo>
                  <a:pt x="4260" y="0"/>
                </a:lnTo>
                <a:moveTo>
                  <a:pt x="4445" y="0"/>
                </a:moveTo>
                <a:lnTo>
                  <a:pt x="4551" y="0"/>
                </a:lnTo>
                <a:lnTo>
                  <a:pt x="4551" y="27"/>
                </a:lnTo>
                <a:lnTo>
                  <a:pt x="4445" y="27"/>
                </a:lnTo>
                <a:lnTo>
                  <a:pt x="4445" y="0"/>
                </a:lnTo>
                <a:moveTo>
                  <a:pt x="4631" y="0"/>
                </a:moveTo>
                <a:lnTo>
                  <a:pt x="4736" y="0"/>
                </a:lnTo>
                <a:lnTo>
                  <a:pt x="4736" y="27"/>
                </a:lnTo>
                <a:lnTo>
                  <a:pt x="4631" y="27"/>
                </a:lnTo>
                <a:lnTo>
                  <a:pt x="4631" y="0"/>
                </a:lnTo>
                <a:moveTo>
                  <a:pt x="4816" y="0"/>
                </a:moveTo>
                <a:lnTo>
                  <a:pt x="4922" y="0"/>
                </a:lnTo>
                <a:lnTo>
                  <a:pt x="4922" y="27"/>
                </a:lnTo>
                <a:lnTo>
                  <a:pt x="4816" y="27"/>
                </a:lnTo>
                <a:lnTo>
                  <a:pt x="4816" y="0"/>
                </a:lnTo>
                <a:moveTo>
                  <a:pt x="5001" y="0"/>
                </a:moveTo>
                <a:lnTo>
                  <a:pt x="5107" y="0"/>
                </a:lnTo>
                <a:lnTo>
                  <a:pt x="5107" y="27"/>
                </a:lnTo>
                <a:lnTo>
                  <a:pt x="5001" y="27"/>
                </a:lnTo>
                <a:lnTo>
                  <a:pt x="5001" y="0"/>
                </a:lnTo>
                <a:moveTo>
                  <a:pt x="5186" y="0"/>
                </a:moveTo>
                <a:lnTo>
                  <a:pt x="5292" y="0"/>
                </a:lnTo>
                <a:lnTo>
                  <a:pt x="5292" y="27"/>
                </a:lnTo>
                <a:lnTo>
                  <a:pt x="5186" y="27"/>
                </a:lnTo>
                <a:lnTo>
                  <a:pt x="5186" y="0"/>
                </a:lnTo>
                <a:moveTo>
                  <a:pt x="5371" y="0"/>
                </a:moveTo>
                <a:lnTo>
                  <a:pt x="5477" y="0"/>
                </a:lnTo>
                <a:lnTo>
                  <a:pt x="5477" y="27"/>
                </a:lnTo>
                <a:lnTo>
                  <a:pt x="5371" y="27"/>
                </a:lnTo>
                <a:lnTo>
                  <a:pt x="5371" y="0"/>
                </a:lnTo>
                <a:moveTo>
                  <a:pt x="5557" y="0"/>
                </a:moveTo>
                <a:lnTo>
                  <a:pt x="5662" y="0"/>
                </a:lnTo>
                <a:lnTo>
                  <a:pt x="5662" y="27"/>
                </a:lnTo>
                <a:lnTo>
                  <a:pt x="5557" y="27"/>
                </a:lnTo>
                <a:lnTo>
                  <a:pt x="5557" y="0"/>
                </a:lnTo>
                <a:moveTo>
                  <a:pt x="5742" y="0"/>
                </a:moveTo>
                <a:lnTo>
                  <a:pt x="5848" y="0"/>
                </a:lnTo>
                <a:lnTo>
                  <a:pt x="5848" y="27"/>
                </a:lnTo>
                <a:lnTo>
                  <a:pt x="5742" y="27"/>
                </a:lnTo>
                <a:lnTo>
                  <a:pt x="5742" y="0"/>
                </a:lnTo>
                <a:moveTo>
                  <a:pt x="5927" y="0"/>
                </a:moveTo>
                <a:lnTo>
                  <a:pt x="6033" y="0"/>
                </a:lnTo>
                <a:lnTo>
                  <a:pt x="6033" y="27"/>
                </a:lnTo>
                <a:lnTo>
                  <a:pt x="5927" y="27"/>
                </a:lnTo>
                <a:lnTo>
                  <a:pt x="5927" y="0"/>
                </a:lnTo>
                <a:moveTo>
                  <a:pt x="6113" y="0"/>
                </a:moveTo>
                <a:lnTo>
                  <a:pt x="6219" y="0"/>
                </a:lnTo>
                <a:lnTo>
                  <a:pt x="6219" y="27"/>
                </a:lnTo>
                <a:lnTo>
                  <a:pt x="6113" y="27"/>
                </a:lnTo>
                <a:lnTo>
                  <a:pt x="6113" y="0"/>
                </a:lnTo>
                <a:moveTo>
                  <a:pt x="6298" y="0"/>
                </a:moveTo>
                <a:lnTo>
                  <a:pt x="6404" y="0"/>
                </a:lnTo>
                <a:lnTo>
                  <a:pt x="6404" y="27"/>
                </a:lnTo>
                <a:lnTo>
                  <a:pt x="6298" y="27"/>
                </a:lnTo>
                <a:lnTo>
                  <a:pt x="6298" y="0"/>
                </a:lnTo>
                <a:moveTo>
                  <a:pt x="6484" y="0"/>
                </a:moveTo>
                <a:lnTo>
                  <a:pt x="6590" y="0"/>
                </a:lnTo>
                <a:lnTo>
                  <a:pt x="6590" y="27"/>
                </a:lnTo>
                <a:lnTo>
                  <a:pt x="6484" y="27"/>
                </a:lnTo>
                <a:lnTo>
                  <a:pt x="6484" y="0"/>
                </a:lnTo>
                <a:moveTo>
                  <a:pt x="6669" y="0"/>
                </a:moveTo>
                <a:lnTo>
                  <a:pt x="6775" y="0"/>
                </a:lnTo>
                <a:lnTo>
                  <a:pt x="6775" y="27"/>
                </a:lnTo>
                <a:lnTo>
                  <a:pt x="6669" y="27"/>
                </a:lnTo>
                <a:lnTo>
                  <a:pt x="6669" y="0"/>
                </a:lnTo>
                <a:moveTo>
                  <a:pt x="6854" y="0"/>
                </a:moveTo>
                <a:lnTo>
                  <a:pt x="6960" y="0"/>
                </a:lnTo>
                <a:lnTo>
                  <a:pt x="6960" y="27"/>
                </a:lnTo>
                <a:lnTo>
                  <a:pt x="6854" y="27"/>
                </a:lnTo>
                <a:lnTo>
                  <a:pt x="6854" y="0"/>
                </a:lnTo>
                <a:moveTo>
                  <a:pt x="7039" y="0"/>
                </a:moveTo>
                <a:lnTo>
                  <a:pt x="7145" y="0"/>
                </a:lnTo>
                <a:lnTo>
                  <a:pt x="7145" y="27"/>
                </a:lnTo>
                <a:lnTo>
                  <a:pt x="7039" y="27"/>
                </a:lnTo>
                <a:lnTo>
                  <a:pt x="7039" y="0"/>
                </a:lnTo>
                <a:moveTo>
                  <a:pt x="7225" y="0"/>
                </a:moveTo>
                <a:lnTo>
                  <a:pt x="7330" y="0"/>
                </a:lnTo>
                <a:lnTo>
                  <a:pt x="7330" y="27"/>
                </a:lnTo>
                <a:lnTo>
                  <a:pt x="7225" y="27"/>
                </a:lnTo>
                <a:lnTo>
                  <a:pt x="7225" y="0"/>
                </a:lnTo>
                <a:moveTo>
                  <a:pt x="7410" y="0"/>
                </a:moveTo>
                <a:lnTo>
                  <a:pt x="7516" y="0"/>
                </a:lnTo>
                <a:lnTo>
                  <a:pt x="7516" y="27"/>
                </a:lnTo>
                <a:lnTo>
                  <a:pt x="7410" y="27"/>
                </a:lnTo>
                <a:lnTo>
                  <a:pt x="7410" y="0"/>
                </a:lnTo>
                <a:moveTo>
                  <a:pt x="7595" y="0"/>
                </a:moveTo>
                <a:lnTo>
                  <a:pt x="7701" y="0"/>
                </a:lnTo>
                <a:lnTo>
                  <a:pt x="7701" y="27"/>
                </a:lnTo>
                <a:lnTo>
                  <a:pt x="7595" y="27"/>
                </a:lnTo>
                <a:lnTo>
                  <a:pt x="7595" y="0"/>
                </a:lnTo>
                <a:moveTo>
                  <a:pt x="7780" y="0"/>
                </a:moveTo>
                <a:lnTo>
                  <a:pt x="7886" y="0"/>
                </a:lnTo>
                <a:lnTo>
                  <a:pt x="7886" y="27"/>
                </a:lnTo>
                <a:lnTo>
                  <a:pt x="7780" y="27"/>
                </a:lnTo>
                <a:lnTo>
                  <a:pt x="7780" y="0"/>
                </a:lnTo>
                <a:moveTo>
                  <a:pt x="7965" y="0"/>
                </a:moveTo>
                <a:lnTo>
                  <a:pt x="8071" y="0"/>
                </a:lnTo>
                <a:lnTo>
                  <a:pt x="8071" y="27"/>
                </a:lnTo>
                <a:lnTo>
                  <a:pt x="7965" y="27"/>
                </a:lnTo>
                <a:lnTo>
                  <a:pt x="7965" y="0"/>
                </a:lnTo>
                <a:moveTo>
                  <a:pt x="8151" y="0"/>
                </a:moveTo>
                <a:lnTo>
                  <a:pt x="8256" y="0"/>
                </a:lnTo>
                <a:lnTo>
                  <a:pt x="8256" y="27"/>
                </a:lnTo>
                <a:lnTo>
                  <a:pt x="8151" y="27"/>
                </a:lnTo>
                <a:lnTo>
                  <a:pt x="8151" y="0"/>
                </a:lnTo>
                <a:moveTo>
                  <a:pt x="8336" y="0"/>
                </a:moveTo>
                <a:lnTo>
                  <a:pt x="8442" y="0"/>
                </a:lnTo>
                <a:lnTo>
                  <a:pt x="8442" y="27"/>
                </a:lnTo>
                <a:lnTo>
                  <a:pt x="8336" y="27"/>
                </a:lnTo>
                <a:lnTo>
                  <a:pt x="8336" y="0"/>
                </a:lnTo>
                <a:moveTo>
                  <a:pt x="8521" y="0"/>
                </a:moveTo>
                <a:lnTo>
                  <a:pt x="8627" y="0"/>
                </a:lnTo>
                <a:lnTo>
                  <a:pt x="8627" y="27"/>
                </a:lnTo>
                <a:lnTo>
                  <a:pt x="8521" y="27"/>
                </a:lnTo>
                <a:lnTo>
                  <a:pt x="8521" y="0"/>
                </a:lnTo>
                <a:moveTo>
                  <a:pt x="8706" y="0"/>
                </a:moveTo>
                <a:lnTo>
                  <a:pt x="8812" y="0"/>
                </a:lnTo>
                <a:lnTo>
                  <a:pt x="8812" y="27"/>
                </a:lnTo>
                <a:lnTo>
                  <a:pt x="8706" y="27"/>
                </a:lnTo>
                <a:lnTo>
                  <a:pt x="8706" y="0"/>
                </a:lnTo>
                <a:moveTo>
                  <a:pt x="8891" y="0"/>
                </a:moveTo>
                <a:lnTo>
                  <a:pt x="8997" y="0"/>
                </a:lnTo>
                <a:lnTo>
                  <a:pt x="8997" y="27"/>
                </a:lnTo>
                <a:lnTo>
                  <a:pt x="8891" y="27"/>
                </a:lnTo>
                <a:lnTo>
                  <a:pt x="8891" y="0"/>
                </a:lnTo>
                <a:moveTo>
                  <a:pt x="9077" y="0"/>
                </a:moveTo>
                <a:lnTo>
                  <a:pt x="9182" y="0"/>
                </a:lnTo>
                <a:lnTo>
                  <a:pt x="9182" y="27"/>
                </a:lnTo>
                <a:lnTo>
                  <a:pt x="9077" y="27"/>
                </a:lnTo>
                <a:lnTo>
                  <a:pt x="9077" y="0"/>
                </a:lnTo>
                <a:moveTo>
                  <a:pt x="9262" y="0"/>
                </a:moveTo>
                <a:lnTo>
                  <a:pt x="9368" y="0"/>
                </a:lnTo>
                <a:lnTo>
                  <a:pt x="9368" y="27"/>
                </a:lnTo>
                <a:lnTo>
                  <a:pt x="9262" y="27"/>
                </a:lnTo>
                <a:lnTo>
                  <a:pt x="9262" y="0"/>
                </a:lnTo>
                <a:moveTo>
                  <a:pt x="9447" y="0"/>
                </a:moveTo>
                <a:lnTo>
                  <a:pt x="9553" y="0"/>
                </a:lnTo>
                <a:lnTo>
                  <a:pt x="9553" y="27"/>
                </a:lnTo>
                <a:lnTo>
                  <a:pt x="9447" y="27"/>
                </a:lnTo>
                <a:lnTo>
                  <a:pt x="9447" y="0"/>
                </a:lnTo>
                <a:moveTo>
                  <a:pt x="9632" y="0"/>
                </a:moveTo>
                <a:lnTo>
                  <a:pt x="9738" y="0"/>
                </a:lnTo>
                <a:lnTo>
                  <a:pt x="9738" y="27"/>
                </a:lnTo>
                <a:lnTo>
                  <a:pt x="9632" y="27"/>
                </a:lnTo>
                <a:lnTo>
                  <a:pt x="9632" y="0"/>
                </a:lnTo>
                <a:moveTo>
                  <a:pt x="9817" y="0"/>
                </a:moveTo>
                <a:lnTo>
                  <a:pt x="9923" y="0"/>
                </a:lnTo>
                <a:lnTo>
                  <a:pt x="9923" y="27"/>
                </a:lnTo>
                <a:lnTo>
                  <a:pt x="9817" y="27"/>
                </a:lnTo>
                <a:lnTo>
                  <a:pt x="9817" y="0"/>
                </a:lnTo>
                <a:moveTo>
                  <a:pt x="10003" y="0"/>
                </a:moveTo>
                <a:lnTo>
                  <a:pt x="10108" y="0"/>
                </a:lnTo>
                <a:lnTo>
                  <a:pt x="10108" y="27"/>
                </a:lnTo>
                <a:lnTo>
                  <a:pt x="10003" y="27"/>
                </a:lnTo>
                <a:lnTo>
                  <a:pt x="10003" y="0"/>
                </a:lnTo>
                <a:moveTo>
                  <a:pt x="10188" y="0"/>
                </a:moveTo>
                <a:lnTo>
                  <a:pt x="10294" y="0"/>
                </a:lnTo>
                <a:lnTo>
                  <a:pt x="10294" y="27"/>
                </a:lnTo>
                <a:lnTo>
                  <a:pt x="10188" y="27"/>
                </a:lnTo>
                <a:lnTo>
                  <a:pt x="10188" y="0"/>
                </a:lnTo>
                <a:moveTo>
                  <a:pt x="10373" y="0"/>
                </a:moveTo>
                <a:lnTo>
                  <a:pt x="10479" y="0"/>
                </a:lnTo>
                <a:lnTo>
                  <a:pt x="10479" y="27"/>
                </a:lnTo>
                <a:lnTo>
                  <a:pt x="10373" y="27"/>
                </a:lnTo>
                <a:lnTo>
                  <a:pt x="10373" y="0"/>
                </a:lnTo>
                <a:moveTo>
                  <a:pt x="10558" y="0"/>
                </a:moveTo>
                <a:lnTo>
                  <a:pt x="10664" y="0"/>
                </a:lnTo>
                <a:lnTo>
                  <a:pt x="10664" y="27"/>
                </a:lnTo>
                <a:lnTo>
                  <a:pt x="10558" y="27"/>
                </a:lnTo>
                <a:lnTo>
                  <a:pt x="10558" y="0"/>
                </a:lnTo>
                <a:moveTo>
                  <a:pt x="10743" y="0"/>
                </a:moveTo>
                <a:lnTo>
                  <a:pt x="10849" y="0"/>
                </a:lnTo>
                <a:lnTo>
                  <a:pt x="10849" y="27"/>
                </a:lnTo>
                <a:lnTo>
                  <a:pt x="10743" y="27"/>
                </a:lnTo>
                <a:lnTo>
                  <a:pt x="10743" y="0"/>
                </a:lnTo>
                <a:moveTo>
                  <a:pt x="10929" y="0"/>
                </a:moveTo>
                <a:lnTo>
                  <a:pt x="11035" y="0"/>
                </a:lnTo>
                <a:lnTo>
                  <a:pt x="11035" y="27"/>
                </a:lnTo>
                <a:lnTo>
                  <a:pt x="10929" y="27"/>
                </a:lnTo>
                <a:lnTo>
                  <a:pt x="10929" y="0"/>
                </a:lnTo>
                <a:moveTo>
                  <a:pt x="11114" y="0"/>
                </a:moveTo>
                <a:lnTo>
                  <a:pt x="11220" y="0"/>
                </a:lnTo>
                <a:lnTo>
                  <a:pt x="11220" y="27"/>
                </a:lnTo>
                <a:lnTo>
                  <a:pt x="11114" y="27"/>
                </a:lnTo>
                <a:lnTo>
                  <a:pt x="11114" y="0"/>
                </a:lnTo>
                <a:moveTo>
                  <a:pt x="11299" y="0"/>
                </a:moveTo>
                <a:lnTo>
                  <a:pt x="11405" y="0"/>
                </a:lnTo>
                <a:lnTo>
                  <a:pt x="11405" y="27"/>
                </a:lnTo>
                <a:lnTo>
                  <a:pt x="11299" y="27"/>
                </a:lnTo>
                <a:lnTo>
                  <a:pt x="11299" y="0"/>
                </a:lnTo>
                <a:moveTo>
                  <a:pt x="11484" y="0"/>
                </a:moveTo>
                <a:lnTo>
                  <a:pt x="11590" y="0"/>
                </a:lnTo>
                <a:lnTo>
                  <a:pt x="11590" y="27"/>
                </a:lnTo>
                <a:lnTo>
                  <a:pt x="11484" y="27"/>
                </a:lnTo>
                <a:lnTo>
                  <a:pt x="11484" y="0"/>
                </a:lnTo>
                <a:moveTo>
                  <a:pt x="11670" y="0"/>
                </a:moveTo>
                <a:lnTo>
                  <a:pt x="11775" y="0"/>
                </a:lnTo>
                <a:lnTo>
                  <a:pt x="11775" y="27"/>
                </a:lnTo>
                <a:lnTo>
                  <a:pt x="11670" y="27"/>
                </a:lnTo>
                <a:lnTo>
                  <a:pt x="11670" y="0"/>
                </a:lnTo>
                <a:moveTo>
                  <a:pt x="11855" y="0"/>
                </a:moveTo>
                <a:lnTo>
                  <a:pt x="11961" y="0"/>
                </a:lnTo>
                <a:lnTo>
                  <a:pt x="11961" y="27"/>
                </a:lnTo>
                <a:lnTo>
                  <a:pt x="11855" y="27"/>
                </a:lnTo>
                <a:lnTo>
                  <a:pt x="11855" y="0"/>
                </a:lnTo>
                <a:moveTo>
                  <a:pt x="12040" y="0"/>
                </a:moveTo>
                <a:lnTo>
                  <a:pt x="12146" y="0"/>
                </a:lnTo>
                <a:lnTo>
                  <a:pt x="12146" y="27"/>
                </a:lnTo>
                <a:lnTo>
                  <a:pt x="12040" y="27"/>
                </a:lnTo>
                <a:lnTo>
                  <a:pt x="12040" y="0"/>
                </a:lnTo>
                <a:moveTo>
                  <a:pt x="12225" y="0"/>
                </a:moveTo>
                <a:lnTo>
                  <a:pt x="12331" y="0"/>
                </a:lnTo>
                <a:lnTo>
                  <a:pt x="12331" y="27"/>
                </a:lnTo>
                <a:lnTo>
                  <a:pt x="12225" y="27"/>
                </a:lnTo>
                <a:lnTo>
                  <a:pt x="12225" y="0"/>
                </a:lnTo>
                <a:moveTo>
                  <a:pt x="12410" y="0"/>
                </a:moveTo>
                <a:lnTo>
                  <a:pt x="12516" y="0"/>
                </a:lnTo>
                <a:lnTo>
                  <a:pt x="12516" y="27"/>
                </a:lnTo>
                <a:lnTo>
                  <a:pt x="12410" y="27"/>
                </a:lnTo>
                <a:lnTo>
                  <a:pt x="12410" y="0"/>
                </a:lnTo>
                <a:moveTo>
                  <a:pt x="12596" y="0"/>
                </a:moveTo>
                <a:lnTo>
                  <a:pt x="12701" y="0"/>
                </a:lnTo>
                <a:lnTo>
                  <a:pt x="12701" y="27"/>
                </a:lnTo>
                <a:lnTo>
                  <a:pt x="12596" y="27"/>
                </a:lnTo>
                <a:lnTo>
                  <a:pt x="12596" y="0"/>
                </a:lnTo>
                <a:moveTo>
                  <a:pt x="12781" y="0"/>
                </a:moveTo>
                <a:lnTo>
                  <a:pt x="12887" y="0"/>
                </a:lnTo>
                <a:lnTo>
                  <a:pt x="12887" y="27"/>
                </a:lnTo>
                <a:lnTo>
                  <a:pt x="12781" y="27"/>
                </a:lnTo>
                <a:lnTo>
                  <a:pt x="12781" y="0"/>
                </a:lnTo>
                <a:moveTo>
                  <a:pt x="12966" y="0"/>
                </a:moveTo>
                <a:lnTo>
                  <a:pt x="13072" y="0"/>
                </a:lnTo>
                <a:lnTo>
                  <a:pt x="13072" y="27"/>
                </a:lnTo>
                <a:lnTo>
                  <a:pt x="12966" y="27"/>
                </a:lnTo>
                <a:lnTo>
                  <a:pt x="12966" y="0"/>
                </a:lnTo>
                <a:moveTo>
                  <a:pt x="13151" y="0"/>
                </a:moveTo>
                <a:lnTo>
                  <a:pt x="13257" y="0"/>
                </a:lnTo>
                <a:lnTo>
                  <a:pt x="13257" y="27"/>
                </a:lnTo>
                <a:lnTo>
                  <a:pt x="13151" y="27"/>
                </a:lnTo>
                <a:lnTo>
                  <a:pt x="13151" y="0"/>
                </a:lnTo>
                <a:moveTo>
                  <a:pt x="13336" y="0"/>
                </a:moveTo>
                <a:lnTo>
                  <a:pt x="13442" y="0"/>
                </a:lnTo>
                <a:lnTo>
                  <a:pt x="13442" y="27"/>
                </a:lnTo>
                <a:lnTo>
                  <a:pt x="13336" y="27"/>
                </a:lnTo>
                <a:lnTo>
                  <a:pt x="13336" y="0"/>
                </a:lnTo>
                <a:moveTo>
                  <a:pt x="13522" y="0"/>
                </a:moveTo>
                <a:lnTo>
                  <a:pt x="13627" y="0"/>
                </a:lnTo>
                <a:lnTo>
                  <a:pt x="13627" y="27"/>
                </a:lnTo>
                <a:lnTo>
                  <a:pt x="13522" y="27"/>
                </a:lnTo>
                <a:lnTo>
                  <a:pt x="13522" y="0"/>
                </a:lnTo>
                <a:moveTo>
                  <a:pt x="13707" y="0"/>
                </a:moveTo>
                <a:lnTo>
                  <a:pt x="13813" y="0"/>
                </a:lnTo>
                <a:lnTo>
                  <a:pt x="13813" y="27"/>
                </a:lnTo>
                <a:lnTo>
                  <a:pt x="13707" y="27"/>
                </a:lnTo>
                <a:lnTo>
                  <a:pt x="13707" y="0"/>
                </a:lnTo>
                <a:moveTo>
                  <a:pt x="13892" y="0"/>
                </a:moveTo>
                <a:lnTo>
                  <a:pt x="13998" y="0"/>
                </a:lnTo>
                <a:lnTo>
                  <a:pt x="13998" y="27"/>
                </a:lnTo>
                <a:lnTo>
                  <a:pt x="13892" y="27"/>
                </a:lnTo>
                <a:lnTo>
                  <a:pt x="13892" y="0"/>
                </a:lnTo>
                <a:moveTo>
                  <a:pt x="14077" y="0"/>
                </a:moveTo>
                <a:lnTo>
                  <a:pt x="14183" y="0"/>
                </a:lnTo>
                <a:lnTo>
                  <a:pt x="14183" y="27"/>
                </a:lnTo>
                <a:lnTo>
                  <a:pt x="14077" y="27"/>
                </a:lnTo>
                <a:lnTo>
                  <a:pt x="14077" y="0"/>
                </a:lnTo>
                <a:moveTo>
                  <a:pt x="14262" y="0"/>
                </a:moveTo>
                <a:lnTo>
                  <a:pt x="14368" y="0"/>
                </a:lnTo>
                <a:lnTo>
                  <a:pt x="14368" y="27"/>
                </a:lnTo>
                <a:lnTo>
                  <a:pt x="14262" y="27"/>
                </a:lnTo>
                <a:lnTo>
                  <a:pt x="14262" y="0"/>
                </a:lnTo>
                <a:moveTo>
                  <a:pt x="14448" y="0"/>
                </a:moveTo>
                <a:lnTo>
                  <a:pt x="14553" y="0"/>
                </a:lnTo>
                <a:lnTo>
                  <a:pt x="14553" y="27"/>
                </a:lnTo>
                <a:lnTo>
                  <a:pt x="14448" y="27"/>
                </a:lnTo>
                <a:lnTo>
                  <a:pt x="14448" y="0"/>
                </a:lnTo>
                <a:moveTo>
                  <a:pt x="14633" y="0"/>
                </a:moveTo>
                <a:lnTo>
                  <a:pt x="14739" y="0"/>
                </a:lnTo>
                <a:lnTo>
                  <a:pt x="14739" y="27"/>
                </a:lnTo>
                <a:lnTo>
                  <a:pt x="14633" y="27"/>
                </a:lnTo>
                <a:lnTo>
                  <a:pt x="14633" y="0"/>
                </a:lnTo>
                <a:moveTo>
                  <a:pt x="14818" y="0"/>
                </a:moveTo>
                <a:lnTo>
                  <a:pt x="14924" y="0"/>
                </a:lnTo>
                <a:lnTo>
                  <a:pt x="14924" y="27"/>
                </a:lnTo>
                <a:lnTo>
                  <a:pt x="14818" y="27"/>
                </a:lnTo>
                <a:lnTo>
                  <a:pt x="14818" y="0"/>
                </a:lnTo>
                <a:moveTo>
                  <a:pt x="15003" y="0"/>
                </a:moveTo>
                <a:lnTo>
                  <a:pt x="15109" y="0"/>
                </a:lnTo>
                <a:lnTo>
                  <a:pt x="15109" y="27"/>
                </a:lnTo>
                <a:lnTo>
                  <a:pt x="15003" y="27"/>
                </a:lnTo>
                <a:lnTo>
                  <a:pt x="15003" y="0"/>
                </a:lnTo>
                <a:moveTo>
                  <a:pt x="15188" y="0"/>
                </a:moveTo>
                <a:lnTo>
                  <a:pt x="15294" y="0"/>
                </a:lnTo>
                <a:lnTo>
                  <a:pt x="15294" y="27"/>
                </a:lnTo>
                <a:lnTo>
                  <a:pt x="15188" y="27"/>
                </a:lnTo>
                <a:lnTo>
                  <a:pt x="15188" y="0"/>
                </a:lnTo>
                <a:moveTo>
                  <a:pt x="15374" y="0"/>
                </a:moveTo>
                <a:lnTo>
                  <a:pt x="15480" y="0"/>
                </a:lnTo>
                <a:lnTo>
                  <a:pt x="15480" y="27"/>
                </a:lnTo>
                <a:lnTo>
                  <a:pt x="15374" y="27"/>
                </a:lnTo>
                <a:lnTo>
                  <a:pt x="15374" y="0"/>
                </a:lnTo>
                <a:moveTo>
                  <a:pt x="15559" y="0"/>
                </a:moveTo>
                <a:lnTo>
                  <a:pt x="15665" y="0"/>
                </a:lnTo>
                <a:lnTo>
                  <a:pt x="15665" y="27"/>
                </a:lnTo>
                <a:lnTo>
                  <a:pt x="15559" y="27"/>
                </a:lnTo>
                <a:lnTo>
                  <a:pt x="15559" y="0"/>
                </a:lnTo>
                <a:moveTo>
                  <a:pt x="15744" y="0"/>
                </a:moveTo>
                <a:lnTo>
                  <a:pt x="15850" y="0"/>
                </a:lnTo>
                <a:lnTo>
                  <a:pt x="15850" y="27"/>
                </a:lnTo>
                <a:lnTo>
                  <a:pt x="15744" y="27"/>
                </a:lnTo>
                <a:lnTo>
                  <a:pt x="15744" y="0"/>
                </a:lnTo>
                <a:moveTo>
                  <a:pt x="15929" y="0"/>
                </a:moveTo>
                <a:lnTo>
                  <a:pt x="16035" y="0"/>
                </a:lnTo>
                <a:lnTo>
                  <a:pt x="16035" y="27"/>
                </a:lnTo>
                <a:lnTo>
                  <a:pt x="15929" y="27"/>
                </a:lnTo>
                <a:lnTo>
                  <a:pt x="15929" y="0"/>
                </a:lnTo>
                <a:moveTo>
                  <a:pt x="16115" y="0"/>
                </a:moveTo>
                <a:lnTo>
                  <a:pt x="16220" y="0"/>
                </a:lnTo>
                <a:lnTo>
                  <a:pt x="16220" y="27"/>
                </a:lnTo>
                <a:lnTo>
                  <a:pt x="16115" y="27"/>
                </a:lnTo>
                <a:lnTo>
                  <a:pt x="16115" y="0"/>
                </a:lnTo>
                <a:moveTo>
                  <a:pt x="16300" y="0"/>
                </a:moveTo>
                <a:lnTo>
                  <a:pt x="16406" y="0"/>
                </a:lnTo>
                <a:lnTo>
                  <a:pt x="16406" y="27"/>
                </a:lnTo>
                <a:lnTo>
                  <a:pt x="16300" y="27"/>
                </a:lnTo>
                <a:lnTo>
                  <a:pt x="16300" y="0"/>
                </a:lnTo>
                <a:moveTo>
                  <a:pt x="16485" y="0"/>
                </a:moveTo>
                <a:lnTo>
                  <a:pt x="16591" y="0"/>
                </a:lnTo>
                <a:lnTo>
                  <a:pt x="16591" y="27"/>
                </a:lnTo>
                <a:lnTo>
                  <a:pt x="16485" y="27"/>
                </a:lnTo>
                <a:lnTo>
                  <a:pt x="16485" y="0"/>
                </a:lnTo>
                <a:moveTo>
                  <a:pt x="16670" y="0"/>
                </a:moveTo>
                <a:lnTo>
                  <a:pt x="16776" y="0"/>
                </a:lnTo>
                <a:lnTo>
                  <a:pt x="16776" y="27"/>
                </a:lnTo>
                <a:lnTo>
                  <a:pt x="16670" y="27"/>
                </a:lnTo>
                <a:lnTo>
                  <a:pt x="16670" y="0"/>
                </a:lnTo>
                <a:moveTo>
                  <a:pt x="16855" y="0"/>
                </a:moveTo>
                <a:lnTo>
                  <a:pt x="16961" y="0"/>
                </a:lnTo>
                <a:lnTo>
                  <a:pt x="16961" y="27"/>
                </a:lnTo>
                <a:lnTo>
                  <a:pt x="16855" y="27"/>
                </a:lnTo>
                <a:lnTo>
                  <a:pt x="16855" y="0"/>
                </a:lnTo>
                <a:moveTo>
                  <a:pt x="17041" y="0"/>
                </a:moveTo>
                <a:lnTo>
                  <a:pt x="17146" y="0"/>
                </a:lnTo>
                <a:lnTo>
                  <a:pt x="17146" y="27"/>
                </a:lnTo>
                <a:lnTo>
                  <a:pt x="17041" y="27"/>
                </a:lnTo>
                <a:lnTo>
                  <a:pt x="17041" y="0"/>
                </a:lnTo>
                <a:moveTo>
                  <a:pt x="17226" y="0"/>
                </a:moveTo>
                <a:lnTo>
                  <a:pt x="17332" y="0"/>
                </a:lnTo>
                <a:lnTo>
                  <a:pt x="17332" y="27"/>
                </a:lnTo>
                <a:lnTo>
                  <a:pt x="17226" y="27"/>
                </a:lnTo>
                <a:lnTo>
                  <a:pt x="17226" y="0"/>
                </a:lnTo>
                <a:moveTo>
                  <a:pt x="17411" y="0"/>
                </a:moveTo>
                <a:lnTo>
                  <a:pt x="17517" y="0"/>
                </a:lnTo>
                <a:lnTo>
                  <a:pt x="17517" y="27"/>
                </a:lnTo>
                <a:lnTo>
                  <a:pt x="17411" y="27"/>
                </a:lnTo>
                <a:lnTo>
                  <a:pt x="17411" y="0"/>
                </a:lnTo>
                <a:moveTo>
                  <a:pt x="17596" y="0"/>
                </a:moveTo>
                <a:lnTo>
                  <a:pt x="17702" y="0"/>
                </a:lnTo>
                <a:lnTo>
                  <a:pt x="17702" y="27"/>
                </a:lnTo>
                <a:lnTo>
                  <a:pt x="17596" y="27"/>
                </a:lnTo>
                <a:lnTo>
                  <a:pt x="17596" y="0"/>
                </a:lnTo>
                <a:moveTo>
                  <a:pt x="17781" y="0"/>
                </a:moveTo>
                <a:lnTo>
                  <a:pt x="17887" y="0"/>
                </a:lnTo>
                <a:lnTo>
                  <a:pt x="17887" y="27"/>
                </a:lnTo>
                <a:lnTo>
                  <a:pt x="17781" y="27"/>
                </a:lnTo>
                <a:lnTo>
                  <a:pt x="17781" y="0"/>
                </a:lnTo>
                <a:moveTo>
                  <a:pt x="17967" y="0"/>
                </a:moveTo>
                <a:lnTo>
                  <a:pt x="18072" y="0"/>
                </a:lnTo>
                <a:lnTo>
                  <a:pt x="18072" y="27"/>
                </a:lnTo>
                <a:lnTo>
                  <a:pt x="17967" y="27"/>
                </a:lnTo>
                <a:lnTo>
                  <a:pt x="17967" y="0"/>
                </a:lnTo>
                <a:moveTo>
                  <a:pt x="18152" y="0"/>
                </a:moveTo>
                <a:lnTo>
                  <a:pt x="18258" y="0"/>
                </a:lnTo>
                <a:lnTo>
                  <a:pt x="18258" y="27"/>
                </a:lnTo>
                <a:lnTo>
                  <a:pt x="18152" y="27"/>
                </a:lnTo>
                <a:lnTo>
                  <a:pt x="18152" y="0"/>
                </a:lnTo>
                <a:moveTo>
                  <a:pt x="18337" y="0"/>
                </a:moveTo>
                <a:lnTo>
                  <a:pt x="18443" y="0"/>
                </a:lnTo>
                <a:lnTo>
                  <a:pt x="18443" y="27"/>
                </a:lnTo>
                <a:lnTo>
                  <a:pt x="18337" y="27"/>
                </a:lnTo>
                <a:lnTo>
                  <a:pt x="18337" y="0"/>
                </a:lnTo>
                <a:moveTo>
                  <a:pt x="18522" y="0"/>
                </a:moveTo>
                <a:lnTo>
                  <a:pt x="18628" y="0"/>
                </a:lnTo>
                <a:lnTo>
                  <a:pt x="18628" y="27"/>
                </a:lnTo>
                <a:lnTo>
                  <a:pt x="18522" y="27"/>
                </a:lnTo>
                <a:lnTo>
                  <a:pt x="18522" y="0"/>
                </a:lnTo>
                <a:close/>
              </a:path>
            </a:pathLst>
          </a:custGeom>
          <a:solidFill>
            <a:srgbClr val="4CAF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 txBox="1"/>
          <p:nvPr/>
        </p:nvSpPr>
        <p:spPr>
          <a:xfrm>
            <a:off x="7943760" y="365796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CE93D8"/>
                </a:solidFill>
                <a:effectLst/>
                <a:uFillTx/>
                <a:latin typeface="DejaVuSansMono"/>
                <a:ea typeface="DejaVuSansMono"/>
              </a:rPr>
              <a:t>avg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1161720" y="2008080"/>
            <a:ext cx="6706080" cy="9720"/>
          </a:xfrm>
          <a:custGeom>
            <a:avLst/>
            <a:gdLst/>
            <a:ahLst/>
            <a:rect l="0" t="0" r="r" b="b"/>
            <a:pathLst>
              <a:path w="18628" h="27">
                <a:moveTo>
                  <a:pt x="0" y="0"/>
                </a:moveTo>
                <a:lnTo>
                  <a:pt x="106" y="0"/>
                </a:lnTo>
                <a:lnTo>
                  <a:pt x="106" y="27"/>
                </a:lnTo>
                <a:lnTo>
                  <a:pt x="0" y="27"/>
                </a:lnTo>
                <a:lnTo>
                  <a:pt x="0" y="0"/>
                </a:lnTo>
                <a:moveTo>
                  <a:pt x="186" y="0"/>
                </a:moveTo>
                <a:lnTo>
                  <a:pt x="291" y="0"/>
                </a:lnTo>
                <a:lnTo>
                  <a:pt x="291" y="27"/>
                </a:lnTo>
                <a:lnTo>
                  <a:pt x="186" y="27"/>
                </a:lnTo>
                <a:lnTo>
                  <a:pt x="186" y="0"/>
                </a:lnTo>
                <a:moveTo>
                  <a:pt x="371" y="0"/>
                </a:moveTo>
                <a:lnTo>
                  <a:pt x="477" y="0"/>
                </a:lnTo>
                <a:lnTo>
                  <a:pt x="477" y="27"/>
                </a:lnTo>
                <a:lnTo>
                  <a:pt x="371" y="27"/>
                </a:lnTo>
                <a:lnTo>
                  <a:pt x="371" y="0"/>
                </a:lnTo>
                <a:moveTo>
                  <a:pt x="556" y="0"/>
                </a:moveTo>
                <a:lnTo>
                  <a:pt x="662" y="0"/>
                </a:lnTo>
                <a:lnTo>
                  <a:pt x="662" y="27"/>
                </a:lnTo>
                <a:lnTo>
                  <a:pt x="556" y="27"/>
                </a:lnTo>
                <a:lnTo>
                  <a:pt x="556" y="0"/>
                </a:lnTo>
                <a:moveTo>
                  <a:pt x="741" y="0"/>
                </a:moveTo>
                <a:lnTo>
                  <a:pt x="847" y="0"/>
                </a:lnTo>
                <a:lnTo>
                  <a:pt x="847" y="27"/>
                </a:lnTo>
                <a:lnTo>
                  <a:pt x="741" y="27"/>
                </a:lnTo>
                <a:lnTo>
                  <a:pt x="741" y="0"/>
                </a:lnTo>
                <a:moveTo>
                  <a:pt x="926" y="0"/>
                </a:moveTo>
                <a:lnTo>
                  <a:pt x="1032" y="0"/>
                </a:lnTo>
                <a:lnTo>
                  <a:pt x="1032" y="27"/>
                </a:lnTo>
                <a:lnTo>
                  <a:pt x="926" y="27"/>
                </a:lnTo>
                <a:lnTo>
                  <a:pt x="926" y="0"/>
                </a:lnTo>
                <a:moveTo>
                  <a:pt x="1112" y="0"/>
                </a:moveTo>
                <a:lnTo>
                  <a:pt x="1217" y="0"/>
                </a:lnTo>
                <a:lnTo>
                  <a:pt x="1217" y="27"/>
                </a:lnTo>
                <a:lnTo>
                  <a:pt x="1112" y="27"/>
                </a:lnTo>
                <a:lnTo>
                  <a:pt x="1112" y="0"/>
                </a:lnTo>
                <a:moveTo>
                  <a:pt x="1297" y="0"/>
                </a:moveTo>
                <a:lnTo>
                  <a:pt x="1403" y="0"/>
                </a:lnTo>
                <a:lnTo>
                  <a:pt x="1403" y="27"/>
                </a:lnTo>
                <a:lnTo>
                  <a:pt x="1297" y="27"/>
                </a:lnTo>
                <a:lnTo>
                  <a:pt x="1297" y="0"/>
                </a:lnTo>
                <a:moveTo>
                  <a:pt x="1482" y="0"/>
                </a:moveTo>
                <a:lnTo>
                  <a:pt x="1588" y="0"/>
                </a:lnTo>
                <a:lnTo>
                  <a:pt x="1588" y="27"/>
                </a:lnTo>
                <a:lnTo>
                  <a:pt x="1482" y="27"/>
                </a:lnTo>
                <a:lnTo>
                  <a:pt x="1482" y="0"/>
                </a:lnTo>
                <a:moveTo>
                  <a:pt x="1667" y="0"/>
                </a:moveTo>
                <a:lnTo>
                  <a:pt x="1773" y="0"/>
                </a:lnTo>
                <a:lnTo>
                  <a:pt x="1773" y="27"/>
                </a:lnTo>
                <a:lnTo>
                  <a:pt x="1667" y="27"/>
                </a:lnTo>
                <a:lnTo>
                  <a:pt x="1667" y="0"/>
                </a:lnTo>
                <a:moveTo>
                  <a:pt x="1852" y="0"/>
                </a:moveTo>
                <a:lnTo>
                  <a:pt x="1958" y="0"/>
                </a:lnTo>
                <a:lnTo>
                  <a:pt x="1958" y="27"/>
                </a:lnTo>
                <a:lnTo>
                  <a:pt x="1852" y="27"/>
                </a:lnTo>
                <a:lnTo>
                  <a:pt x="1852" y="0"/>
                </a:lnTo>
                <a:moveTo>
                  <a:pt x="2038" y="0"/>
                </a:moveTo>
                <a:lnTo>
                  <a:pt x="2144" y="0"/>
                </a:lnTo>
                <a:lnTo>
                  <a:pt x="2144" y="27"/>
                </a:lnTo>
                <a:lnTo>
                  <a:pt x="2038" y="27"/>
                </a:lnTo>
                <a:lnTo>
                  <a:pt x="2038" y="0"/>
                </a:lnTo>
                <a:moveTo>
                  <a:pt x="2223" y="0"/>
                </a:moveTo>
                <a:lnTo>
                  <a:pt x="2329" y="0"/>
                </a:lnTo>
                <a:lnTo>
                  <a:pt x="2329" y="27"/>
                </a:lnTo>
                <a:lnTo>
                  <a:pt x="2223" y="27"/>
                </a:lnTo>
                <a:lnTo>
                  <a:pt x="2223" y="0"/>
                </a:lnTo>
                <a:moveTo>
                  <a:pt x="2408" y="0"/>
                </a:moveTo>
                <a:lnTo>
                  <a:pt x="2514" y="0"/>
                </a:lnTo>
                <a:lnTo>
                  <a:pt x="2514" y="27"/>
                </a:lnTo>
                <a:lnTo>
                  <a:pt x="2408" y="27"/>
                </a:lnTo>
                <a:lnTo>
                  <a:pt x="2408" y="0"/>
                </a:lnTo>
                <a:moveTo>
                  <a:pt x="2593" y="0"/>
                </a:moveTo>
                <a:lnTo>
                  <a:pt x="2699" y="0"/>
                </a:lnTo>
                <a:lnTo>
                  <a:pt x="2699" y="27"/>
                </a:lnTo>
                <a:lnTo>
                  <a:pt x="2593" y="27"/>
                </a:lnTo>
                <a:lnTo>
                  <a:pt x="2593" y="0"/>
                </a:lnTo>
                <a:moveTo>
                  <a:pt x="2779" y="0"/>
                </a:moveTo>
                <a:lnTo>
                  <a:pt x="2884" y="0"/>
                </a:lnTo>
                <a:lnTo>
                  <a:pt x="2884" y="27"/>
                </a:lnTo>
                <a:lnTo>
                  <a:pt x="2779" y="27"/>
                </a:lnTo>
                <a:lnTo>
                  <a:pt x="2779" y="0"/>
                </a:lnTo>
                <a:moveTo>
                  <a:pt x="2964" y="0"/>
                </a:moveTo>
                <a:lnTo>
                  <a:pt x="3070" y="0"/>
                </a:lnTo>
                <a:lnTo>
                  <a:pt x="3070" y="27"/>
                </a:lnTo>
                <a:lnTo>
                  <a:pt x="2964" y="27"/>
                </a:lnTo>
                <a:lnTo>
                  <a:pt x="2964" y="0"/>
                </a:lnTo>
                <a:moveTo>
                  <a:pt x="3149" y="0"/>
                </a:moveTo>
                <a:lnTo>
                  <a:pt x="3255" y="0"/>
                </a:lnTo>
                <a:lnTo>
                  <a:pt x="3255" y="27"/>
                </a:lnTo>
                <a:lnTo>
                  <a:pt x="3149" y="27"/>
                </a:lnTo>
                <a:lnTo>
                  <a:pt x="3149" y="0"/>
                </a:lnTo>
                <a:moveTo>
                  <a:pt x="3334" y="0"/>
                </a:moveTo>
                <a:lnTo>
                  <a:pt x="3440" y="0"/>
                </a:lnTo>
                <a:lnTo>
                  <a:pt x="3440" y="27"/>
                </a:lnTo>
                <a:lnTo>
                  <a:pt x="3334" y="27"/>
                </a:lnTo>
                <a:lnTo>
                  <a:pt x="3334" y="0"/>
                </a:lnTo>
                <a:moveTo>
                  <a:pt x="3519" y="0"/>
                </a:moveTo>
                <a:lnTo>
                  <a:pt x="3625" y="0"/>
                </a:lnTo>
                <a:lnTo>
                  <a:pt x="3625" y="27"/>
                </a:lnTo>
                <a:lnTo>
                  <a:pt x="3519" y="27"/>
                </a:lnTo>
                <a:lnTo>
                  <a:pt x="3519" y="0"/>
                </a:lnTo>
                <a:moveTo>
                  <a:pt x="3705" y="0"/>
                </a:moveTo>
                <a:lnTo>
                  <a:pt x="3810" y="0"/>
                </a:lnTo>
                <a:lnTo>
                  <a:pt x="3810" y="27"/>
                </a:lnTo>
                <a:lnTo>
                  <a:pt x="3705" y="27"/>
                </a:lnTo>
                <a:lnTo>
                  <a:pt x="3705" y="0"/>
                </a:lnTo>
                <a:moveTo>
                  <a:pt x="3890" y="0"/>
                </a:moveTo>
                <a:lnTo>
                  <a:pt x="3996" y="0"/>
                </a:lnTo>
                <a:lnTo>
                  <a:pt x="3996" y="27"/>
                </a:lnTo>
                <a:lnTo>
                  <a:pt x="3890" y="27"/>
                </a:lnTo>
                <a:lnTo>
                  <a:pt x="3890" y="0"/>
                </a:lnTo>
                <a:moveTo>
                  <a:pt x="4075" y="0"/>
                </a:moveTo>
                <a:lnTo>
                  <a:pt x="4181" y="0"/>
                </a:lnTo>
                <a:lnTo>
                  <a:pt x="4181" y="27"/>
                </a:lnTo>
                <a:lnTo>
                  <a:pt x="4075" y="27"/>
                </a:lnTo>
                <a:lnTo>
                  <a:pt x="4075" y="0"/>
                </a:lnTo>
                <a:moveTo>
                  <a:pt x="4260" y="0"/>
                </a:moveTo>
                <a:lnTo>
                  <a:pt x="4366" y="0"/>
                </a:lnTo>
                <a:lnTo>
                  <a:pt x="4366" y="27"/>
                </a:lnTo>
                <a:lnTo>
                  <a:pt x="4260" y="27"/>
                </a:lnTo>
                <a:lnTo>
                  <a:pt x="4260" y="0"/>
                </a:lnTo>
                <a:moveTo>
                  <a:pt x="4445" y="0"/>
                </a:moveTo>
                <a:lnTo>
                  <a:pt x="4551" y="0"/>
                </a:lnTo>
                <a:lnTo>
                  <a:pt x="4551" y="27"/>
                </a:lnTo>
                <a:lnTo>
                  <a:pt x="4445" y="27"/>
                </a:lnTo>
                <a:lnTo>
                  <a:pt x="4445" y="0"/>
                </a:lnTo>
                <a:moveTo>
                  <a:pt x="4631" y="0"/>
                </a:moveTo>
                <a:lnTo>
                  <a:pt x="4736" y="0"/>
                </a:lnTo>
                <a:lnTo>
                  <a:pt x="4736" y="27"/>
                </a:lnTo>
                <a:lnTo>
                  <a:pt x="4631" y="27"/>
                </a:lnTo>
                <a:lnTo>
                  <a:pt x="4631" y="0"/>
                </a:lnTo>
                <a:moveTo>
                  <a:pt x="4816" y="0"/>
                </a:moveTo>
                <a:lnTo>
                  <a:pt x="4922" y="0"/>
                </a:lnTo>
                <a:lnTo>
                  <a:pt x="4922" y="27"/>
                </a:lnTo>
                <a:lnTo>
                  <a:pt x="4816" y="27"/>
                </a:lnTo>
                <a:lnTo>
                  <a:pt x="4816" y="0"/>
                </a:lnTo>
                <a:moveTo>
                  <a:pt x="5001" y="0"/>
                </a:moveTo>
                <a:lnTo>
                  <a:pt x="5107" y="0"/>
                </a:lnTo>
                <a:lnTo>
                  <a:pt x="5107" y="27"/>
                </a:lnTo>
                <a:lnTo>
                  <a:pt x="5001" y="27"/>
                </a:lnTo>
                <a:lnTo>
                  <a:pt x="5001" y="0"/>
                </a:lnTo>
                <a:moveTo>
                  <a:pt x="5186" y="0"/>
                </a:moveTo>
                <a:lnTo>
                  <a:pt x="5292" y="0"/>
                </a:lnTo>
                <a:lnTo>
                  <a:pt x="5292" y="27"/>
                </a:lnTo>
                <a:lnTo>
                  <a:pt x="5186" y="27"/>
                </a:lnTo>
                <a:lnTo>
                  <a:pt x="5186" y="0"/>
                </a:lnTo>
                <a:moveTo>
                  <a:pt x="5371" y="0"/>
                </a:moveTo>
                <a:lnTo>
                  <a:pt x="5477" y="0"/>
                </a:lnTo>
                <a:lnTo>
                  <a:pt x="5477" y="27"/>
                </a:lnTo>
                <a:lnTo>
                  <a:pt x="5371" y="27"/>
                </a:lnTo>
                <a:lnTo>
                  <a:pt x="5371" y="0"/>
                </a:lnTo>
                <a:moveTo>
                  <a:pt x="5557" y="0"/>
                </a:moveTo>
                <a:lnTo>
                  <a:pt x="5662" y="0"/>
                </a:lnTo>
                <a:lnTo>
                  <a:pt x="5662" y="27"/>
                </a:lnTo>
                <a:lnTo>
                  <a:pt x="5557" y="27"/>
                </a:lnTo>
                <a:lnTo>
                  <a:pt x="5557" y="0"/>
                </a:lnTo>
                <a:moveTo>
                  <a:pt x="5742" y="0"/>
                </a:moveTo>
                <a:lnTo>
                  <a:pt x="5848" y="0"/>
                </a:lnTo>
                <a:lnTo>
                  <a:pt x="5848" y="27"/>
                </a:lnTo>
                <a:lnTo>
                  <a:pt x="5742" y="27"/>
                </a:lnTo>
                <a:lnTo>
                  <a:pt x="5742" y="0"/>
                </a:lnTo>
                <a:moveTo>
                  <a:pt x="5927" y="0"/>
                </a:moveTo>
                <a:lnTo>
                  <a:pt x="6033" y="0"/>
                </a:lnTo>
                <a:lnTo>
                  <a:pt x="6033" y="27"/>
                </a:lnTo>
                <a:lnTo>
                  <a:pt x="5927" y="27"/>
                </a:lnTo>
                <a:lnTo>
                  <a:pt x="5927" y="0"/>
                </a:lnTo>
                <a:moveTo>
                  <a:pt x="6113" y="0"/>
                </a:moveTo>
                <a:lnTo>
                  <a:pt x="6219" y="0"/>
                </a:lnTo>
                <a:lnTo>
                  <a:pt x="6219" y="27"/>
                </a:lnTo>
                <a:lnTo>
                  <a:pt x="6113" y="27"/>
                </a:lnTo>
                <a:lnTo>
                  <a:pt x="6113" y="0"/>
                </a:lnTo>
                <a:moveTo>
                  <a:pt x="6298" y="0"/>
                </a:moveTo>
                <a:lnTo>
                  <a:pt x="6404" y="0"/>
                </a:lnTo>
                <a:lnTo>
                  <a:pt x="6404" y="27"/>
                </a:lnTo>
                <a:lnTo>
                  <a:pt x="6298" y="27"/>
                </a:lnTo>
                <a:lnTo>
                  <a:pt x="6298" y="0"/>
                </a:lnTo>
                <a:moveTo>
                  <a:pt x="6484" y="0"/>
                </a:moveTo>
                <a:lnTo>
                  <a:pt x="6590" y="0"/>
                </a:lnTo>
                <a:lnTo>
                  <a:pt x="6590" y="27"/>
                </a:lnTo>
                <a:lnTo>
                  <a:pt x="6484" y="27"/>
                </a:lnTo>
                <a:lnTo>
                  <a:pt x="6484" y="0"/>
                </a:lnTo>
                <a:moveTo>
                  <a:pt x="6669" y="0"/>
                </a:moveTo>
                <a:lnTo>
                  <a:pt x="6775" y="0"/>
                </a:lnTo>
                <a:lnTo>
                  <a:pt x="6775" y="27"/>
                </a:lnTo>
                <a:lnTo>
                  <a:pt x="6669" y="27"/>
                </a:lnTo>
                <a:lnTo>
                  <a:pt x="6669" y="0"/>
                </a:lnTo>
                <a:moveTo>
                  <a:pt x="6854" y="0"/>
                </a:moveTo>
                <a:lnTo>
                  <a:pt x="6960" y="0"/>
                </a:lnTo>
                <a:lnTo>
                  <a:pt x="6960" y="27"/>
                </a:lnTo>
                <a:lnTo>
                  <a:pt x="6854" y="27"/>
                </a:lnTo>
                <a:lnTo>
                  <a:pt x="6854" y="0"/>
                </a:lnTo>
                <a:moveTo>
                  <a:pt x="7039" y="0"/>
                </a:moveTo>
                <a:lnTo>
                  <a:pt x="7145" y="0"/>
                </a:lnTo>
                <a:lnTo>
                  <a:pt x="7145" y="27"/>
                </a:lnTo>
                <a:lnTo>
                  <a:pt x="7039" y="27"/>
                </a:lnTo>
                <a:lnTo>
                  <a:pt x="7039" y="0"/>
                </a:lnTo>
                <a:moveTo>
                  <a:pt x="7225" y="0"/>
                </a:moveTo>
                <a:lnTo>
                  <a:pt x="7330" y="0"/>
                </a:lnTo>
                <a:lnTo>
                  <a:pt x="7330" y="27"/>
                </a:lnTo>
                <a:lnTo>
                  <a:pt x="7225" y="27"/>
                </a:lnTo>
                <a:lnTo>
                  <a:pt x="7225" y="0"/>
                </a:lnTo>
                <a:moveTo>
                  <a:pt x="7410" y="0"/>
                </a:moveTo>
                <a:lnTo>
                  <a:pt x="7516" y="0"/>
                </a:lnTo>
                <a:lnTo>
                  <a:pt x="7516" y="27"/>
                </a:lnTo>
                <a:lnTo>
                  <a:pt x="7410" y="27"/>
                </a:lnTo>
                <a:lnTo>
                  <a:pt x="7410" y="0"/>
                </a:lnTo>
                <a:moveTo>
                  <a:pt x="7595" y="0"/>
                </a:moveTo>
                <a:lnTo>
                  <a:pt x="7701" y="0"/>
                </a:lnTo>
                <a:lnTo>
                  <a:pt x="7701" y="27"/>
                </a:lnTo>
                <a:lnTo>
                  <a:pt x="7595" y="27"/>
                </a:lnTo>
                <a:lnTo>
                  <a:pt x="7595" y="0"/>
                </a:lnTo>
                <a:moveTo>
                  <a:pt x="7780" y="0"/>
                </a:moveTo>
                <a:lnTo>
                  <a:pt x="7886" y="0"/>
                </a:lnTo>
                <a:lnTo>
                  <a:pt x="7886" y="27"/>
                </a:lnTo>
                <a:lnTo>
                  <a:pt x="7780" y="27"/>
                </a:lnTo>
                <a:lnTo>
                  <a:pt x="7780" y="0"/>
                </a:lnTo>
                <a:moveTo>
                  <a:pt x="7965" y="0"/>
                </a:moveTo>
                <a:lnTo>
                  <a:pt x="8071" y="0"/>
                </a:lnTo>
                <a:lnTo>
                  <a:pt x="8071" y="27"/>
                </a:lnTo>
                <a:lnTo>
                  <a:pt x="7965" y="27"/>
                </a:lnTo>
                <a:lnTo>
                  <a:pt x="7965" y="0"/>
                </a:lnTo>
                <a:moveTo>
                  <a:pt x="8151" y="0"/>
                </a:moveTo>
                <a:lnTo>
                  <a:pt x="8256" y="0"/>
                </a:lnTo>
                <a:lnTo>
                  <a:pt x="8256" y="27"/>
                </a:lnTo>
                <a:lnTo>
                  <a:pt x="8151" y="27"/>
                </a:lnTo>
                <a:lnTo>
                  <a:pt x="8151" y="0"/>
                </a:lnTo>
                <a:moveTo>
                  <a:pt x="8336" y="0"/>
                </a:moveTo>
                <a:lnTo>
                  <a:pt x="8442" y="0"/>
                </a:lnTo>
                <a:lnTo>
                  <a:pt x="8442" y="27"/>
                </a:lnTo>
                <a:lnTo>
                  <a:pt x="8336" y="27"/>
                </a:lnTo>
                <a:lnTo>
                  <a:pt x="8336" y="0"/>
                </a:lnTo>
                <a:moveTo>
                  <a:pt x="8521" y="0"/>
                </a:moveTo>
                <a:lnTo>
                  <a:pt x="8627" y="0"/>
                </a:lnTo>
                <a:lnTo>
                  <a:pt x="8627" y="27"/>
                </a:lnTo>
                <a:lnTo>
                  <a:pt x="8521" y="27"/>
                </a:lnTo>
                <a:lnTo>
                  <a:pt x="8521" y="0"/>
                </a:lnTo>
                <a:moveTo>
                  <a:pt x="8706" y="0"/>
                </a:moveTo>
                <a:lnTo>
                  <a:pt x="8812" y="0"/>
                </a:lnTo>
                <a:lnTo>
                  <a:pt x="8812" y="27"/>
                </a:lnTo>
                <a:lnTo>
                  <a:pt x="8706" y="27"/>
                </a:lnTo>
                <a:lnTo>
                  <a:pt x="8706" y="0"/>
                </a:lnTo>
                <a:moveTo>
                  <a:pt x="8891" y="0"/>
                </a:moveTo>
                <a:lnTo>
                  <a:pt x="8997" y="0"/>
                </a:lnTo>
                <a:lnTo>
                  <a:pt x="8997" y="27"/>
                </a:lnTo>
                <a:lnTo>
                  <a:pt x="8891" y="27"/>
                </a:lnTo>
                <a:lnTo>
                  <a:pt x="8891" y="0"/>
                </a:lnTo>
                <a:moveTo>
                  <a:pt x="9077" y="0"/>
                </a:moveTo>
                <a:lnTo>
                  <a:pt x="9182" y="0"/>
                </a:lnTo>
                <a:lnTo>
                  <a:pt x="9182" y="27"/>
                </a:lnTo>
                <a:lnTo>
                  <a:pt x="9077" y="27"/>
                </a:lnTo>
                <a:lnTo>
                  <a:pt x="9077" y="0"/>
                </a:lnTo>
                <a:moveTo>
                  <a:pt x="9262" y="0"/>
                </a:moveTo>
                <a:lnTo>
                  <a:pt x="9368" y="0"/>
                </a:lnTo>
                <a:lnTo>
                  <a:pt x="9368" y="27"/>
                </a:lnTo>
                <a:lnTo>
                  <a:pt x="9262" y="27"/>
                </a:lnTo>
                <a:lnTo>
                  <a:pt x="9262" y="0"/>
                </a:lnTo>
                <a:moveTo>
                  <a:pt x="9447" y="0"/>
                </a:moveTo>
                <a:lnTo>
                  <a:pt x="9553" y="0"/>
                </a:lnTo>
                <a:lnTo>
                  <a:pt x="9553" y="27"/>
                </a:lnTo>
                <a:lnTo>
                  <a:pt x="9447" y="27"/>
                </a:lnTo>
                <a:lnTo>
                  <a:pt x="9447" y="0"/>
                </a:lnTo>
                <a:moveTo>
                  <a:pt x="9632" y="0"/>
                </a:moveTo>
                <a:lnTo>
                  <a:pt x="9738" y="0"/>
                </a:lnTo>
                <a:lnTo>
                  <a:pt x="9738" y="27"/>
                </a:lnTo>
                <a:lnTo>
                  <a:pt x="9632" y="27"/>
                </a:lnTo>
                <a:lnTo>
                  <a:pt x="9632" y="0"/>
                </a:lnTo>
                <a:moveTo>
                  <a:pt x="9817" y="0"/>
                </a:moveTo>
                <a:lnTo>
                  <a:pt x="9923" y="0"/>
                </a:lnTo>
                <a:lnTo>
                  <a:pt x="9923" y="27"/>
                </a:lnTo>
                <a:lnTo>
                  <a:pt x="9817" y="27"/>
                </a:lnTo>
                <a:lnTo>
                  <a:pt x="9817" y="0"/>
                </a:lnTo>
                <a:moveTo>
                  <a:pt x="10003" y="0"/>
                </a:moveTo>
                <a:lnTo>
                  <a:pt x="10108" y="0"/>
                </a:lnTo>
                <a:lnTo>
                  <a:pt x="10108" y="27"/>
                </a:lnTo>
                <a:lnTo>
                  <a:pt x="10003" y="27"/>
                </a:lnTo>
                <a:lnTo>
                  <a:pt x="10003" y="0"/>
                </a:lnTo>
                <a:moveTo>
                  <a:pt x="10188" y="0"/>
                </a:moveTo>
                <a:lnTo>
                  <a:pt x="10294" y="0"/>
                </a:lnTo>
                <a:lnTo>
                  <a:pt x="10294" y="27"/>
                </a:lnTo>
                <a:lnTo>
                  <a:pt x="10188" y="27"/>
                </a:lnTo>
                <a:lnTo>
                  <a:pt x="10188" y="0"/>
                </a:lnTo>
                <a:moveTo>
                  <a:pt x="10373" y="0"/>
                </a:moveTo>
                <a:lnTo>
                  <a:pt x="10479" y="0"/>
                </a:lnTo>
                <a:lnTo>
                  <a:pt x="10479" y="27"/>
                </a:lnTo>
                <a:lnTo>
                  <a:pt x="10373" y="27"/>
                </a:lnTo>
                <a:lnTo>
                  <a:pt x="10373" y="0"/>
                </a:lnTo>
                <a:moveTo>
                  <a:pt x="10558" y="0"/>
                </a:moveTo>
                <a:lnTo>
                  <a:pt x="10664" y="0"/>
                </a:lnTo>
                <a:lnTo>
                  <a:pt x="10664" y="27"/>
                </a:lnTo>
                <a:lnTo>
                  <a:pt x="10558" y="27"/>
                </a:lnTo>
                <a:lnTo>
                  <a:pt x="10558" y="0"/>
                </a:lnTo>
                <a:moveTo>
                  <a:pt x="10743" y="0"/>
                </a:moveTo>
                <a:lnTo>
                  <a:pt x="10849" y="0"/>
                </a:lnTo>
                <a:lnTo>
                  <a:pt x="10849" y="27"/>
                </a:lnTo>
                <a:lnTo>
                  <a:pt x="10743" y="27"/>
                </a:lnTo>
                <a:lnTo>
                  <a:pt x="10743" y="0"/>
                </a:lnTo>
                <a:moveTo>
                  <a:pt x="10929" y="0"/>
                </a:moveTo>
                <a:lnTo>
                  <a:pt x="11035" y="0"/>
                </a:lnTo>
                <a:lnTo>
                  <a:pt x="11035" y="27"/>
                </a:lnTo>
                <a:lnTo>
                  <a:pt x="10929" y="27"/>
                </a:lnTo>
                <a:lnTo>
                  <a:pt x="10929" y="0"/>
                </a:lnTo>
                <a:moveTo>
                  <a:pt x="11114" y="0"/>
                </a:moveTo>
                <a:lnTo>
                  <a:pt x="11220" y="0"/>
                </a:lnTo>
                <a:lnTo>
                  <a:pt x="11220" y="27"/>
                </a:lnTo>
                <a:lnTo>
                  <a:pt x="11114" y="27"/>
                </a:lnTo>
                <a:lnTo>
                  <a:pt x="11114" y="0"/>
                </a:lnTo>
                <a:moveTo>
                  <a:pt x="11299" y="0"/>
                </a:moveTo>
                <a:lnTo>
                  <a:pt x="11405" y="0"/>
                </a:lnTo>
                <a:lnTo>
                  <a:pt x="11405" y="27"/>
                </a:lnTo>
                <a:lnTo>
                  <a:pt x="11299" y="27"/>
                </a:lnTo>
                <a:lnTo>
                  <a:pt x="11299" y="0"/>
                </a:lnTo>
                <a:moveTo>
                  <a:pt x="11484" y="0"/>
                </a:moveTo>
                <a:lnTo>
                  <a:pt x="11590" y="0"/>
                </a:lnTo>
                <a:lnTo>
                  <a:pt x="11590" y="27"/>
                </a:lnTo>
                <a:lnTo>
                  <a:pt x="11484" y="27"/>
                </a:lnTo>
                <a:lnTo>
                  <a:pt x="11484" y="0"/>
                </a:lnTo>
                <a:moveTo>
                  <a:pt x="11670" y="0"/>
                </a:moveTo>
                <a:lnTo>
                  <a:pt x="11775" y="0"/>
                </a:lnTo>
                <a:lnTo>
                  <a:pt x="11775" y="27"/>
                </a:lnTo>
                <a:lnTo>
                  <a:pt x="11670" y="27"/>
                </a:lnTo>
                <a:lnTo>
                  <a:pt x="11670" y="0"/>
                </a:lnTo>
                <a:moveTo>
                  <a:pt x="11855" y="0"/>
                </a:moveTo>
                <a:lnTo>
                  <a:pt x="11961" y="0"/>
                </a:lnTo>
                <a:lnTo>
                  <a:pt x="11961" y="27"/>
                </a:lnTo>
                <a:lnTo>
                  <a:pt x="11855" y="27"/>
                </a:lnTo>
                <a:lnTo>
                  <a:pt x="11855" y="0"/>
                </a:lnTo>
                <a:moveTo>
                  <a:pt x="12040" y="0"/>
                </a:moveTo>
                <a:lnTo>
                  <a:pt x="12146" y="0"/>
                </a:lnTo>
                <a:lnTo>
                  <a:pt x="12146" y="27"/>
                </a:lnTo>
                <a:lnTo>
                  <a:pt x="12040" y="27"/>
                </a:lnTo>
                <a:lnTo>
                  <a:pt x="12040" y="0"/>
                </a:lnTo>
                <a:moveTo>
                  <a:pt x="12225" y="0"/>
                </a:moveTo>
                <a:lnTo>
                  <a:pt x="12331" y="0"/>
                </a:lnTo>
                <a:lnTo>
                  <a:pt x="12331" y="27"/>
                </a:lnTo>
                <a:lnTo>
                  <a:pt x="12225" y="27"/>
                </a:lnTo>
                <a:lnTo>
                  <a:pt x="12225" y="0"/>
                </a:lnTo>
                <a:moveTo>
                  <a:pt x="12410" y="0"/>
                </a:moveTo>
                <a:lnTo>
                  <a:pt x="12516" y="0"/>
                </a:lnTo>
                <a:lnTo>
                  <a:pt x="12516" y="27"/>
                </a:lnTo>
                <a:lnTo>
                  <a:pt x="12410" y="27"/>
                </a:lnTo>
                <a:lnTo>
                  <a:pt x="12410" y="0"/>
                </a:lnTo>
                <a:moveTo>
                  <a:pt x="12596" y="0"/>
                </a:moveTo>
                <a:lnTo>
                  <a:pt x="12701" y="0"/>
                </a:lnTo>
                <a:lnTo>
                  <a:pt x="12701" y="27"/>
                </a:lnTo>
                <a:lnTo>
                  <a:pt x="12596" y="27"/>
                </a:lnTo>
                <a:lnTo>
                  <a:pt x="12596" y="0"/>
                </a:lnTo>
                <a:moveTo>
                  <a:pt x="12781" y="0"/>
                </a:moveTo>
                <a:lnTo>
                  <a:pt x="12887" y="0"/>
                </a:lnTo>
                <a:lnTo>
                  <a:pt x="12887" y="27"/>
                </a:lnTo>
                <a:lnTo>
                  <a:pt x="12781" y="27"/>
                </a:lnTo>
                <a:lnTo>
                  <a:pt x="12781" y="0"/>
                </a:lnTo>
                <a:moveTo>
                  <a:pt x="12966" y="0"/>
                </a:moveTo>
                <a:lnTo>
                  <a:pt x="13072" y="0"/>
                </a:lnTo>
                <a:lnTo>
                  <a:pt x="13072" y="27"/>
                </a:lnTo>
                <a:lnTo>
                  <a:pt x="12966" y="27"/>
                </a:lnTo>
                <a:lnTo>
                  <a:pt x="12966" y="0"/>
                </a:lnTo>
                <a:moveTo>
                  <a:pt x="13151" y="0"/>
                </a:moveTo>
                <a:lnTo>
                  <a:pt x="13257" y="0"/>
                </a:lnTo>
                <a:lnTo>
                  <a:pt x="13257" y="27"/>
                </a:lnTo>
                <a:lnTo>
                  <a:pt x="13151" y="27"/>
                </a:lnTo>
                <a:lnTo>
                  <a:pt x="13151" y="0"/>
                </a:lnTo>
                <a:moveTo>
                  <a:pt x="13336" y="0"/>
                </a:moveTo>
                <a:lnTo>
                  <a:pt x="13442" y="0"/>
                </a:lnTo>
                <a:lnTo>
                  <a:pt x="13442" y="27"/>
                </a:lnTo>
                <a:lnTo>
                  <a:pt x="13336" y="27"/>
                </a:lnTo>
                <a:lnTo>
                  <a:pt x="13336" y="0"/>
                </a:lnTo>
                <a:moveTo>
                  <a:pt x="13522" y="0"/>
                </a:moveTo>
                <a:lnTo>
                  <a:pt x="13627" y="0"/>
                </a:lnTo>
                <a:lnTo>
                  <a:pt x="13627" y="27"/>
                </a:lnTo>
                <a:lnTo>
                  <a:pt x="13522" y="27"/>
                </a:lnTo>
                <a:lnTo>
                  <a:pt x="13522" y="0"/>
                </a:lnTo>
                <a:moveTo>
                  <a:pt x="13707" y="0"/>
                </a:moveTo>
                <a:lnTo>
                  <a:pt x="13813" y="0"/>
                </a:lnTo>
                <a:lnTo>
                  <a:pt x="13813" y="27"/>
                </a:lnTo>
                <a:lnTo>
                  <a:pt x="13707" y="27"/>
                </a:lnTo>
                <a:lnTo>
                  <a:pt x="13707" y="0"/>
                </a:lnTo>
                <a:moveTo>
                  <a:pt x="13892" y="0"/>
                </a:moveTo>
                <a:lnTo>
                  <a:pt x="13998" y="0"/>
                </a:lnTo>
                <a:lnTo>
                  <a:pt x="13998" y="27"/>
                </a:lnTo>
                <a:lnTo>
                  <a:pt x="13892" y="27"/>
                </a:lnTo>
                <a:lnTo>
                  <a:pt x="13892" y="0"/>
                </a:lnTo>
                <a:moveTo>
                  <a:pt x="14077" y="0"/>
                </a:moveTo>
                <a:lnTo>
                  <a:pt x="14183" y="0"/>
                </a:lnTo>
                <a:lnTo>
                  <a:pt x="14183" y="27"/>
                </a:lnTo>
                <a:lnTo>
                  <a:pt x="14077" y="27"/>
                </a:lnTo>
                <a:lnTo>
                  <a:pt x="14077" y="0"/>
                </a:lnTo>
                <a:moveTo>
                  <a:pt x="14262" y="0"/>
                </a:moveTo>
                <a:lnTo>
                  <a:pt x="14368" y="0"/>
                </a:lnTo>
                <a:lnTo>
                  <a:pt x="14368" y="27"/>
                </a:lnTo>
                <a:lnTo>
                  <a:pt x="14262" y="27"/>
                </a:lnTo>
                <a:lnTo>
                  <a:pt x="14262" y="0"/>
                </a:lnTo>
                <a:moveTo>
                  <a:pt x="14448" y="0"/>
                </a:moveTo>
                <a:lnTo>
                  <a:pt x="14553" y="0"/>
                </a:lnTo>
                <a:lnTo>
                  <a:pt x="14553" y="27"/>
                </a:lnTo>
                <a:lnTo>
                  <a:pt x="14448" y="27"/>
                </a:lnTo>
                <a:lnTo>
                  <a:pt x="14448" y="0"/>
                </a:lnTo>
                <a:moveTo>
                  <a:pt x="14633" y="0"/>
                </a:moveTo>
                <a:lnTo>
                  <a:pt x="14739" y="0"/>
                </a:lnTo>
                <a:lnTo>
                  <a:pt x="14739" y="27"/>
                </a:lnTo>
                <a:lnTo>
                  <a:pt x="14633" y="27"/>
                </a:lnTo>
                <a:lnTo>
                  <a:pt x="14633" y="0"/>
                </a:lnTo>
                <a:moveTo>
                  <a:pt x="14818" y="0"/>
                </a:moveTo>
                <a:lnTo>
                  <a:pt x="14924" y="0"/>
                </a:lnTo>
                <a:lnTo>
                  <a:pt x="14924" y="27"/>
                </a:lnTo>
                <a:lnTo>
                  <a:pt x="14818" y="27"/>
                </a:lnTo>
                <a:lnTo>
                  <a:pt x="14818" y="0"/>
                </a:lnTo>
                <a:moveTo>
                  <a:pt x="15003" y="0"/>
                </a:moveTo>
                <a:lnTo>
                  <a:pt x="15109" y="0"/>
                </a:lnTo>
                <a:lnTo>
                  <a:pt x="15109" y="27"/>
                </a:lnTo>
                <a:lnTo>
                  <a:pt x="15003" y="27"/>
                </a:lnTo>
                <a:lnTo>
                  <a:pt x="15003" y="0"/>
                </a:lnTo>
                <a:moveTo>
                  <a:pt x="15188" y="0"/>
                </a:moveTo>
                <a:lnTo>
                  <a:pt x="15294" y="0"/>
                </a:lnTo>
                <a:lnTo>
                  <a:pt x="15294" y="27"/>
                </a:lnTo>
                <a:lnTo>
                  <a:pt x="15188" y="27"/>
                </a:lnTo>
                <a:lnTo>
                  <a:pt x="15188" y="0"/>
                </a:lnTo>
                <a:moveTo>
                  <a:pt x="15374" y="0"/>
                </a:moveTo>
                <a:lnTo>
                  <a:pt x="15480" y="0"/>
                </a:lnTo>
                <a:lnTo>
                  <a:pt x="15480" y="27"/>
                </a:lnTo>
                <a:lnTo>
                  <a:pt x="15374" y="27"/>
                </a:lnTo>
                <a:lnTo>
                  <a:pt x="15374" y="0"/>
                </a:lnTo>
                <a:moveTo>
                  <a:pt x="15559" y="0"/>
                </a:moveTo>
                <a:lnTo>
                  <a:pt x="15665" y="0"/>
                </a:lnTo>
                <a:lnTo>
                  <a:pt x="15665" y="27"/>
                </a:lnTo>
                <a:lnTo>
                  <a:pt x="15559" y="27"/>
                </a:lnTo>
                <a:lnTo>
                  <a:pt x="15559" y="0"/>
                </a:lnTo>
                <a:moveTo>
                  <a:pt x="15744" y="0"/>
                </a:moveTo>
                <a:lnTo>
                  <a:pt x="15850" y="0"/>
                </a:lnTo>
                <a:lnTo>
                  <a:pt x="15850" y="27"/>
                </a:lnTo>
                <a:lnTo>
                  <a:pt x="15744" y="27"/>
                </a:lnTo>
                <a:lnTo>
                  <a:pt x="15744" y="0"/>
                </a:lnTo>
                <a:moveTo>
                  <a:pt x="15929" y="0"/>
                </a:moveTo>
                <a:lnTo>
                  <a:pt x="16035" y="0"/>
                </a:lnTo>
                <a:lnTo>
                  <a:pt x="16035" y="27"/>
                </a:lnTo>
                <a:lnTo>
                  <a:pt x="15929" y="27"/>
                </a:lnTo>
                <a:lnTo>
                  <a:pt x="15929" y="0"/>
                </a:lnTo>
                <a:moveTo>
                  <a:pt x="16115" y="0"/>
                </a:moveTo>
                <a:lnTo>
                  <a:pt x="16220" y="0"/>
                </a:lnTo>
                <a:lnTo>
                  <a:pt x="16220" y="27"/>
                </a:lnTo>
                <a:lnTo>
                  <a:pt x="16115" y="27"/>
                </a:lnTo>
                <a:lnTo>
                  <a:pt x="16115" y="0"/>
                </a:lnTo>
                <a:moveTo>
                  <a:pt x="16300" y="0"/>
                </a:moveTo>
                <a:lnTo>
                  <a:pt x="16406" y="0"/>
                </a:lnTo>
                <a:lnTo>
                  <a:pt x="16406" y="27"/>
                </a:lnTo>
                <a:lnTo>
                  <a:pt x="16300" y="27"/>
                </a:lnTo>
                <a:lnTo>
                  <a:pt x="16300" y="0"/>
                </a:lnTo>
                <a:moveTo>
                  <a:pt x="16485" y="0"/>
                </a:moveTo>
                <a:lnTo>
                  <a:pt x="16591" y="0"/>
                </a:lnTo>
                <a:lnTo>
                  <a:pt x="16591" y="27"/>
                </a:lnTo>
                <a:lnTo>
                  <a:pt x="16485" y="27"/>
                </a:lnTo>
                <a:lnTo>
                  <a:pt x="16485" y="0"/>
                </a:lnTo>
                <a:moveTo>
                  <a:pt x="16670" y="0"/>
                </a:moveTo>
                <a:lnTo>
                  <a:pt x="16776" y="0"/>
                </a:lnTo>
                <a:lnTo>
                  <a:pt x="16776" y="27"/>
                </a:lnTo>
                <a:lnTo>
                  <a:pt x="16670" y="27"/>
                </a:lnTo>
                <a:lnTo>
                  <a:pt x="16670" y="0"/>
                </a:lnTo>
                <a:moveTo>
                  <a:pt x="16855" y="0"/>
                </a:moveTo>
                <a:lnTo>
                  <a:pt x="16961" y="0"/>
                </a:lnTo>
                <a:lnTo>
                  <a:pt x="16961" y="27"/>
                </a:lnTo>
                <a:lnTo>
                  <a:pt x="16855" y="27"/>
                </a:lnTo>
                <a:lnTo>
                  <a:pt x="16855" y="0"/>
                </a:lnTo>
                <a:moveTo>
                  <a:pt x="17041" y="0"/>
                </a:moveTo>
                <a:lnTo>
                  <a:pt x="17146" y="0"/>
                </a:lnTo>
                <a:lnTo>
                  <a:pt x="17146" y="27"/>
                </a:lnTo>
                <a:lnTo>
                  <a:pt x="17041" y="27"/>
                </a:lnTo>
                <a:lnTo>
                  <a:pt x="17041" y="0"/>
                </a:lnTo>
                <a:moveTo>
                  <a:pt x="17226" y="0"/>
                </a:moveTo>
                <a:lnTo>
                  <a:pt x="17332" y="0"/>
                </a:lnTo>
                <a:lnTo>
                  <a:pt x="17332" y="27"/>
                </a:lnTo>
                <a:lnTo>
                  <a:pt x="17226" y="27"/>
                </a:lnTo>
                <a:lnTo>
                  <a:pt x="17226" y="0"/>
                </a:lnTo>
                <a:moveTo>
                  <a:pt x="17411" y="0"/>
                </a:moveTo>
                <a:lnTo>
                  <a:pt x="17517" y="0"/>
                </a:lnTo>
                <a:lnTo>
                  <a:pt x="17517" y="27"/>
                </a:lnTo>
                <a:lnTo>
                  <a:pt x="17411" y="27"/>
                </a:lnTo>
                <a:lnTo>
                  <a:pt x="17411" y="0"/>
                </a:lnTo>
                <a:moveTo>
                  <a:pt x="17596" y="0"/>
                </a:moveTo>
                <a:lnTo>
                  <a:pt x="17702" y="0"/>
                </a:lnTo>
                <a:lnTo>
                  <a:pt x="17702" y="27"/>
                </a:lnTo>
                <a:lnTo>
                  <a:pt x="17596" y="27"/>
                </a:lnTo>
                <a:lnTo>
                  <a:pt x="17596" y="0"/>
                </a:lnTo>
                <a:moveTo>
                  <a:pt x="17781" y="0"/>
                </a:moveTo>
                <a:lnTo>
                  <a:pt x="17887" y="0"/>
                </a:lnTo>
                <a:lnTo>
                  <a:pt x="17887" y="27"/>
                </a:lnTo>
                <a:lnTo>
                  <a:pt x="17781" y="27"/>
                </a:lnTo>
                <a:lnTo>
                  <a:pt x="17781" y="0"/>
                </a:lnTo>
                <a:moveTo>
                  <a:pt x="17967" y="0"/>
                </a:moveTo>
                <a:lnTo>
                  <a:pt x="18072" y="0"/>
                </a:lnTo>
                <a:lnTo>
                  <a:pt x="18072" y="27"/>
                </a:lnTo>
                <a:lnTo>
                  <a:pt x="17967" y="27"/>
                </a:lnTo>
                <a:lnTo>
                  <a:pt x="17967" y="0"/>
                </a:lnTo>
                <a:moveTo>
                  <a:pt x="18152" y="0"/>
                </a:moveTo>
                <a:lnTo>
                  <a:pt x="18258" y="0"/>
                </a:lnTo>
                <a:lnTo>
                  <a:pt x="18258" y="27"/>
                </a:lnTo>
                <a:lnTo>
                  <a:pt x="18152" y="27"/>
                </a:lnTo>
                <a:lnTo>
                  <a:pt x="18152" y="0"/>
                </a:lnTo>
                <a:moveTo>
                  <a:pt x="18337" y="0"/>
                </a:moveTo>
                <a:lnTo>
                  <a:pt x="18443" y="0"/>
                </a:lnTo>
                <a:lnTo>
                  <a:pt x="18443" y="27"/>
                </a:lnTo>
                <a:lnTo>
                  <a:pt x="18337" y="27"/>
                </a:lnTo>
                <a:lnTo>
                  <a:pt x="18337" y="0"/>
                </a:lnTo>
                <a:moveTo>
                  <a:pt x="18522" y="0"/>
                </a:moveTo>
                <a:lnTo>
                  <a:pt x="18628" y="0"/>
                </a:lnTo>
                <a:lnTo>
                  <a:pt x="18628" y="27"/>
                </a:lnTo>
                <a:lnTo>
                  <a:pt x="18522" y="27"/>
                </a:lnTo>
                <a:lnTo>
                  <a:pt x="18522" y="0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 txBox="1"/>
          <p:nvPr/>
        </p:nvSpPr>
        <p:spPr>
          <a:xfrm>
            <a:off x="7943760" y="39294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4CAF50"/>
                </a:solidFill>
                <a:effectLst/>
                <a:uFillTx/>
                <a:latin typeface="DejaVuSansMono"/>
                <a:ea typeface="DejaVuSansMono"/>
              </a:rPr>
              <a:t>p50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1133280" y="3451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1137600" y="3938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114516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6"/>
                  <a:pt x="39" y="11"/>
                  <a:pt x="49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11649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7" y="32"/>
                  <a:pt x="25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11667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11725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1256400" y="2161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1270080" y="38142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12718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5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127440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7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4" y="25"/>
                </a:cubicBezTo>
                <a:cubicBezTo>
                  <a:pt x="31" y="16"/>
                  <a:pt x="40" y="11"/>
                  <a:pt x="50" y="7"/>
                </a:cubicBezTo>
                <a:cubicBezTo>
                  <a:pt x="60" y="3"/>
                  <a:pt x="70" y="0"/>
                  <a:pt x="80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0" y="11"/>
                  <a:pt x="129" y="16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12801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128160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2" y="111"/>
                </a:cubicBezTo>
                <a:cubicBezTo>
                  <a:pt x="148" y="121"/>
                  <a:pt x="143" y="129"/>
                  <a:pt x="135" y="137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3" y="32"/>
                  <a:pt x="148" y="41"/>
                  <a:pt x="152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128268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49" y="121"/>
                  <a:pt x="143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1" y="121"/>
                  <a:pt x="7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29" y="16"/>
                  <a:pt x="136" y="25"/>
                </a:cubicBezTo>
                <a:cubicBezTo>
                  <a:pt x="143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298520" y="38433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1304280" y="3924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1310400" y="39643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19"/>
                  <a:pt x="144" y="129"/>
                  <a:pt x="136" y="136"/>
                </a:cubicBezTo>
                <a:cubicBezTo>
                  <a:pt x="129" y="143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132516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1328040" y="3971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40" y="149"/>
                  <a:pt x="32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1332720" y="3901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5"/>
                </a:cubicBezTo>
                <a:cubicBezTo>
                  <a:pt x="17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7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444680" y="14914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39"/>
                  <a:pt x="15" y="30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1517760" y="22269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616400" y="15728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3" y="109"/>
                </a:cubicBezTo>
                <a:cubicBezTo>
                  <a:pt x="149" y="119"/>
                  <a:pt x="144" y="128"/>
                  <a:pt x="136" y="136"/>
                </a:cubicBezTo>
                <a:cubicBezTo>
                  <a:pt x="129" y="143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7" y="128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7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699560" y="1955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777680" y="2156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1"/>
                  <a:pt x="50" y="7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869480" y="1749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89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881360" y="3767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886040" y="3900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39" y="150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890360" y="39452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6"/>
                  <a:pt x="39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1908720" y="3920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3" y="129"/>
                  <a:pt x="136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914840" y="3979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9184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997280" y="23968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2087280" y="17560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2096280" y="3949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7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209916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2102760" y="3981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2115360" y="3898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3"/>
                  <a:pt x="121" y="149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2129040" y="3981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4" y="136"/>
                </a:cubicBezTo>
                <a:cubicBezTo>
                  <a:pt x="17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7" y="30"/>
                  <a:pt x="24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21330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7" y="101"/>
                  <a:pt x="153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7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2236320" y="1715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2246040" y="3876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3" y="101"/>
                  <a:pt x="0" y="91"/>
                  <a:pt x="0" y="81"/>
                </a:cubicBezTo>
                <a:cubicBezTo>
                  <a:pt x="0" y="70"/>
                  <a:pt x="3" y="60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2250720" y="3950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3" y="129"/>
                  <a:pt x="136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8" y="17"/>
                  <a:pt x="136" y="24"/>
                </a:cubicBezTo>
                <a:cubicBezTo>
                  <a:pt x="143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22611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2292480" y="38840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0"/>
                  <a:pt x="24" y="23"/>
                </a:cubicBezTo>
                <a:cubicBezTo>
                  <a:pt x="32" y="15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2295360" y="3970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2301480" y="3862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6"/>
                </a:cubicBezTo>
                <a:cubicBezTo>
                  <a:pt x="17" y="129"/>
                  <a:pt x="11" y="120"/>
                  <a:pt x="7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7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2383560" y="2183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2399760" y="3741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2408760" y="3981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24123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4" y="25"/>
                </a:cubicBezTo>
                <a:cubicBezTo>
                  <a:pt x="32" y="17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2434680" y="3882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2444040" y="3768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24512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2527200" y="2526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7" y="32"/>
                  <a:pt x="24" y="24"/>
                </a:cubicBezTo>
                <a:cubicBezTo>
                  <a:pt x="32" y="17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2630160" y="1447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7"/>
                  <a:pt x="39" y="11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3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2639160" y="3938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7" y="31"/>
                  <a:pt x="25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2647800" y="3880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2651760" y="3925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2675520" y="3954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268164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2687760" y="3965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1" y="144"/>
                  <a:pt x="24" y="137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2767320" y="2162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2783160" y="3628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2789280" y="3895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2"/>
                  <a:pt x="49" y="8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2" y="2"/>
                  <a:pt x="111" y="8"/>
                </a:cubicBezTo>
                <a:cubicBezTo>
                  <a:pt x="121" y="12"/>
                  <a:pt x="130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27946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28116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5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2815560" y="39538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6" y="100"/>
                  <a:pt x="152" y="109"/>
                </a:cubicBezTo>
                <a:cubicBezTo>
                  <a:pt x="148" y="119"/>
                  <a:pt x="143" y="128"/>
                  <a:pt x="135" y="135"/>
                </a:cubicBezTo>
                <a:cubicBezTo>
                  <a:pt x="128" y="143"/>
                  <a:pt x="119" y="148"/>
                  <a:pt x="109" y="152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8" y="157"/>
                  <a:pt x="49" y="152"/>
                </a:cubicBezTo>
                <a:cubicBezTo>
                  <a:pt x="39" y="148"/>
                  <a:pt x="30" y="143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3" y="30"/>
                  <a:pt x="148" y="39"/>
                  <a:pt x="152" y="49"/>
                </a:cubicBezTo>
                <a:cubicBezTo>
                  <a:pt x="156" y="58"/>
                  <a:pt x="159" y="68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2820600" y="3978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2847240" y="3944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2855880" y="3960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285732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6"/>
                  <a:pt x="39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0" y="11"/>
                  <a:pt x="129" y="16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2865600" y="3930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5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2871000" y="3933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5" y="136"/>
                </a:cubicBezTo>
                <a:cubicBezTo>
                  <a:pt x="17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49"/>
                </a:cubicBezTo>
                <a:cubicBezTo>
                  <a:pt x="11" y="39"/>
                  <a:pt x="17" y="30"/>
                  <a:pt x="25" y="23"/>
                </a:cubicBezTo>
                <a:cubicBezTo>
                  <a:pt x="32" y="15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28818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2967120" y="22791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3049200" y="2016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8" y="16"/>
                  <a:pt x="136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3114720" y="2493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3133440" y="3924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3142440" y="3949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1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3151080" y="39726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3164040" y="3954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5" y="136"/>
                </a:cubicBezTo>
                <a:cubicBezTo>
                  <a:pt x="128" y="143"/>
                  <a:pt x="119" y="149"/>
                  <a:pt x="110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1"/>
                  <a:pt x="128" y="16"/>
                  <a:pt x="135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3169080" y="3894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7"/>
                </a:cubicBezTo>
                <a:cubicBezTo>
                  <a:pt x="120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31726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3191040" y="38631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3199320" y="3877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3203280" y="3978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32256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322668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30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1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30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32281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3247560" y="3775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32558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7"/>
                  <a:pt x="39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3263760" y="3853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4" y="136"/>
                </a:cubicBezTo>
                <a:cubicBezTo>
                  <a:pt x="16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2" y="15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3276720" y="3894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5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7"/>
                </a:cubicBezTo>
                <a:cubicBezTo>
                  <a:pt x="119" y="11"/>
                  <a:pt x="128" y="16"/>
                  <a:pt x="135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32842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328644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3294360" y="38840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3396960" y="1947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5"/>
                  <a:pt x="137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3405240" y="38736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89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3413880" y="3780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1"/>
                  <a:pt x="49" y="7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7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341676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3427920" y="3916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34369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5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344016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30"/>
                  <a:pt x="11" y="121"/>
                  <a:pt x="7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7" y="32"/>
                  <a:pt x="24" y="25"/>
                </a:cubicBezTo>
                <a:cubicBezTo>
                  <a:pt x="32" y="16"/>
                  <a:pt x="40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3517200" y="2514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3584880" y="23428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3611160" y="3650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3" y="101"/>
                  <a:pt x="0" y="91"/>
                  <a:pt x="0" y="81"/>
                </a:cubicBezTo>
                <a:cubicBezTo>
                  <a:pt x="0" y="70"/>
                  <a:pt x="3" y="60"/>
                  <a:pt x="7" y="49"/>
                </a:cubicBezTo>
                <a:cubicBezTo>
                  <a:pt x="11" y="40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3615480" y="3911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3" y="129"/>
                  <a:pt x="135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3624480" y="3977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3636000" y="39380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3645000" y="3841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49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49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3651120" y="38642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3752280" y="2118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1"/>
                  <a:pt x="23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3833640" y="1958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7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4" y="25"/>
                </a:cubicBezTo>
                <a:cubicBezTo>
                  <a:pt x="31" y="17"/>
                  <a:pt x="40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0" y="11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3911760" y="2030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7" y="100"/>
                  <a:pt x="153" y="110"/>
                </a:cubicBezTo>
                <a:cubicBezTo>
                  <a:pt x="149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3993480" y="21081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4" y="49"/>
                </a:cubicBezTo>
                <a:cubicBezTo>
                  <a:pt x="158" y="59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4004640" y="3845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3"/>
                  <a:pt x="24" y="135"/>
                </a:cubicBezTo>
                <a:cubicBezTo>
                  <a:pt x="17" y="128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7" y="30"/>
                  <a:pt x="24" y="23"/>
                </a:cubicBezTo>
                <a:cubicBezTo>
                  <a:pt x="32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4011120" y="3979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40147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5"/>
                </a:cubicBezTo>
                <a:cubicBezTo>
                  <a:pt x="143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4026960" y="3856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4033080" y="3949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0" y="17"/>
                  <a:pt x="39" y="11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403488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4056120" y="3753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49"/>
                  <a:pt x="31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4061160" y="3916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7" y="31"/>
                  <a:pt x="24" y="24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406440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408960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1" y="121"/>
                  <a:pt x="7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2" y="3"/>
                  <a:pt x="111" y="7"/>
                </a:cubicBezTo>
                <a:cubicBezTo>
                  <a:pt x="121" y="11"/>
                  <a:pt x="130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409176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40932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4109400" y="3879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4116600" y="3938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4124520" y="3919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4137120" y="3876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41475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41497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4156920" y="39423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4235760" y="21279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4251960" y="366732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0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09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1"/>
                  <a:pt x="49" y="7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4254840" y="3960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42559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4266720" y="3971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4270680" y="3981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4272480" y="4003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6"/>
                  <a:pt x="39" y="11"/>
                  <a:pt x="49" y="7"/>
                </a:cubicBezTo>
                <a:cubicBezTo>
                  <a:pt x="58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4305240" y="3889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6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4310640" y="3941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43160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3" y="101"/>
                  <a:pt x="0" y="91"/>
                  <a:pt x="0" y="81"/>
                </a:cubicBezTo>
                <a:cubicBezTo>
                  <a:pt x="0" y="70"/>
                  <a:pt x="3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2" y="2"/>
                  <a:pt x="111" y="6"/>
                </a:cubicBezTo>
                <a:cubicBezTo>
                  <a:pt x="121" y="10"/>
                  <a:pt x="130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4332960" y="3861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4338720" y="39434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9" y="159"/>
                  <a:pt x="59" y="157"/>
                  <a:pt x="50" y="153"/>
                </a:cubicBezTo>
                <a:cubicBezTo>
                  <a:pt x="40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5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4348080" y="3952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4"/>
                  <a:pt x="24" y="136"/>
                </a:cubicBezTo>
                <a:cubicBezTo>
                  <a:pt x="17" y="129"/>
                  <a:pt x="11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0" y="11"/>
                  <a:pt x="50" y="7"/>
                </a:cubicBezTo>
                <a:cubicBezTo>
                  <a:pt x="60" y="3"/>
                  <a:pt x="70" y="0"/>
                  <a:pt x="80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0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4435200" y="1984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4515120" y="1942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5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4524840" y="3876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4"/>
                </a:cubicBezTo>
                <a:cubicBezTo>
                  <a:pt x="143" y="31"/>
                  <a:pt x="149" y="40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453060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8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45342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4542120" y="3956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3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4544280" y="3978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4548600" y="39423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79" y="159"/>
                </a:cubicBez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3" y="50"/>
                </a:cubicBezTo>
                <a:cubicBezTo>
                  <a:pt x="157" y="59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4619520" y="2487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9"/>
                  <a:pt x="137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4629600" y="3921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4633920" y="3966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9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7" y="31"/>
                  <a:pt x="24" y="24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463752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49" y="121"/>
                  <a:pt x="143" y="130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0" y="11"/>
                  <a:pt x="128" y="16"/>
                  <a:pt x="136" y="25"/>
                </a:cubicBezTo>
                <a:cubicBezTo>
                  <a:pt x="143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4651560" y="39038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49"/>
                  <a:pt x="109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4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4659480" y="38098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4662000" y="3981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4766760" y="14997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4773600" y="3945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4782240" y="3956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3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50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4791960" y="3891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4804920" y="39726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2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5" y="136"/>
                </a:cubicBezTo>
                <a:cubicBezTo>
                  <a:pt x="17" y="129"/>
                  <a:pt x="12" y="120"/>
                  <a:pt x="8" y="110"/>
                </a:cubicBezTo>
                <a:cubicBezTo>
                  <a:pt x="3" y="100"/>
                  <a:pt x="0" y="90"/>
                  <a:pt x="0" y="79"/>
                </a:cubicBezTo>
                <a:cubicBezTo>
                  <a:pt x="0" y="69"/>
                  <a:pt x="3" y="58"/>
                  <a:pt x="8" y="49"/>
                </a:cubicBezTo>
                <a:cubicBezTo>
                  <a:pt x="12" y="39"/>
                  <a:pt x="17" y="30"/>
                  <a:pt x="25" y="23"/>
                </a:cubicBezTo>
                <a:cubicBezTo>
                  <a:pt x="32" y="15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48092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5"/>
                </a:cubicBezTo>
                <a:cubicBezTo>
                  <a:pt x="143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481248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19" y="11"/>
                  <a:pt x="128" y="16"/>
                  <a:pt x="135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4908600" y="2077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49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49"/>
                  <a:pt x="30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4929480" y="37879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8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4941720" y="36838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4947480" y="3948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49600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4964400" y="3978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4969080" y="3966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5" y="24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5055480" y="2168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5152320" y="1516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3" y="128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5160600" y="3912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5166720" y="38840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89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5178240" y="39150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1"/>
                  <a:pt x="143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30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7"/>
                </a:cubicBezTo>
                <a:cubicBezTo>
                  <a:pt x="58" y="2"/>
                  <a:pt x="68" y="0"/>
                  <a:pt x="80" y="0"/>
                </a:cubicBezTo>
                <a:cubicBezTo>
                  <a:pt x="90" y="0"/>
                  <a:pt x="101" y="2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5187960" y="4003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2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6"/>
                  <a:pt x="39" y="11"/>
                  <a:pt x="50" y="7"/>
                </a:cubicBezTo>
                <a:cubicBezTo>
                  <a:pt x="59" y="3"/>
                  <a:pt x="70" y="0"/>
                  <a:pt x="80" y="0"/>
                </a:cubicBezTo>
                <a:cubicBezTo>
                  <a:pt x="91" y="0"/>
                  <a:pt x="101" y="3"/>
                  <a:pt x="110" y="7"/>
                </a:cubicBezTo>
                <a:cubicBezTo>
                  <a:pt x="120" y="11"/>
                  <a:pt x="129" y="16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5191200" y="3965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5193720" y="39643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19"/>
                  <a:pt x="144" y="129"/>
                  <a:pt x="136" y="136"/>
                </a:cubicBezTo>
                <a:cubicBezTo>
                  <a:pt x="129" y="143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3"/>
                  <a:pt x="23" y="136"/>
                </a:cubicBezTo>
                <a:cubicBezTo>
                  <a:pt x="16" y="129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2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5270040" y="23616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8" y="143"/>
                  <a:pt x="119" y="148"/>
                  <a:pt x="109" y="152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8" y="157"/>
                  <a:pt x="49" y="152"/>
                </a:cubicBezTo>
                <a:cubicBezTo>
                  <a:pt x="39" y="148"/>
                  <a:pt x="30" y="143"/>
                  <a:pt x="23" y="135"/>
                </a:cubicBezTo>
                <a:cubicBezTo>
                  <a:pt x="15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8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5340600" y="2319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2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5346000" y="3945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5354640" y="37954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0"/>
                  <a:pt x="153" y="109"/>
                </a:cubicBezTo>
                <a:cubicBezTo>
                  <a:pt x="149" y="119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5362920" y="3841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49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49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5376960" y="38840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5"/>
                  <a:pt x="136" y="23"/>
                </a:cubicBezTo>
                <a:cubicBezTo>
                  <a:pt x="143" y="30"/>
                  <a:pt x="149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5384880" y="3929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5389200" y="3920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5487840" y="1774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9"/>
                  <a:pt x="11" y="121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39"/>
                  <a:pt x="17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5582880" y="1679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3"/>
                  <a:pt x="120" y="148"/>
                  <a:pt x="111" y="152"/>
                </a:cubicBezTo>
                <a:cubicBezTo>
                  <a:pt x="101" y="157"/>
                  <a:pt x="91" y="160"/>
                  <a:pt x="80" y="160"/>
                </a:cubicBezTo>
                <a:cubicBezTo>
                  <a:pt x="70" y="160"/>
                  <a:pt x="60" y="157"/>
                  <a:pt x="49" y="152"/>
                </a:cubicBezTo>
                <a:cubicBezTo>
                  <a:pt x="39" y="148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5589360" y="3970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5598720" y="3847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7" y="31"/>
                  <a:pt x="24" y="24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5609880" y="388404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5" y="136"/>
                </a:cubicBezTo>
                <a:cubicBezTo>
                  <a:pt x="128" y="144"/>
                  <a:pt x="119" y="149"/>
                  <a:pt x="109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8" y="15"/>
                  <a:pt x="135" y="23"/>
                </a:cubicBezTo>
                <a:cubicBezTo>
                  <a:pt x="144" y="30"/>
                  <a:pt x="149" y="40"/>
                  <a:pt x="153" y="50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5623560" y="3952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7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1" y="3"/>
                  <a:pt x="111" y="7"/>
                </a:cubicBezTo>
                <a:cubicBezTo>
                  <a:pt x="121" y="11"/>
                  <a:pt x="130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5628600" y="39578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3" y="128"/>
                  <a:pt x="136" y="136"/>
                </a:cubicBezTo>
                <a:cubicBezTo>
                  <a:pt x="129" y="143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3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5630760" y="3971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5736240" y="1673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5746680" y="37983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5763600" y="3979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-1" y="91"/>
                  <a:pt x="0" y="79"/>
                </a:cubicBezTo>
                <a:cubicBezTo>
                  <a:pt x="-1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5767920" y="3949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6"/>
                </a:cubicBezTo>
                <a:cubicBezTo>
                  <a:pt x="17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7" y="32"/>
                  <a:pt x="24" y="24"/>
                </a:cubicBezTo>
                <a:cubicBezTo>
                  <a:pt x="32" y="17"/>
                  <a:pt x="40" y="11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57783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5"/>
                </a:cubicBezTo>
                <a:cubicBezTo>
                  <a:pt x="143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5793480" y="3816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5798160" y="3979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5816880" y="3916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5823720" y="39632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7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4"/>
                  <a:pt x="24" y="136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2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5829480" y="3880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3" y="101"/>
                  <a:pt x="0" y="91"/>
                  <a:pt x="0" y="80"/>
                </a:cubicBezTo>
                <a:cubicBezTo>
                  <a:pt x="0" y="70"/>
                  <a:pt x="3" y="60"/>
                  <a:pt x="7" y="50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5837040" y="3971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5848200" y="39204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5858280" y="39434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5889600" y="38368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1"/>
                  <a:pt x="128" y="17"/>
                  <a:pt x="135" y="25"/>
                </a:cubicBezTo>
                <a:cubicBezTo>
                  <a:pt x="143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5896440" y="38350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7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590040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5927400" y="37828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39" y="149"/>
                  <a:pt x="31" y="143"/>
                  <a:pt x="23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593064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6"/>
                  <a:pt x="41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59335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6017760" y="2090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6028200" y="37756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6031800" y="3979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60343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604188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1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6"/>
                  <a:pt x="40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30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60465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2" y="17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6054480" y="3859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7" y="129"/>
                  <a:pt x="11" y="121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7" y="31"/>
                  <a:pt x="24" y="23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6090120" y="38350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6096600" y="3944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6100560" y="3944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6110280" y="3945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4" y="137"/>
                </a:cubicBezTo>
                <a:cubicBezTo>
                  <a:pt x="17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4" y="25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6118560" y="3868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6126120" y="3954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6157440" y="3832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41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6165360" y="3893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5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5" y="24"/>
                </a:cubicBezTo>
                <a:cubicBezTo>
                  <a:pt x="32" y="16"/>
                  <a:pt x="41" y="11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6172560" y="3948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4"/>
                </a:cubicBezTo>
                <a:cubicBezTo>
                  <a:pt x="143" y="32"/>
                  <a:pt x="149" y="40"/>
                  <a:pt x="153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61927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619416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6199920" y="3911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6269760" y="2506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6278760" y="3876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5" y="31"/>
                  <a:pt x="24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628740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6293880" y="3970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6305760" y="3968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6313320" y="39027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5"/>
                </a:cubicBezTo>
                <a:cubicBezTo>
                  <a:pt x="15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6319080" y="3866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6408360" y="2183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6417720" y="38754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7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10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6431760" y="3651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643752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6"/>
                  <a:pt x="39" y="11"/>
                  <a:pt x="49" y="7"/>
                </a:cubicBezTo>
                <a:cubicBezTo>
                  <a:pt x="60" y="3"/>
                  <a:pt x="70" y="0"/>
                  <a:pt x="80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0" y="11"/>
                  <a:pt x="129" y="16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6457680" y="39463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2" y="111"/>
                </a:cubicBezTo>
                <a:cubicBezTo>
                  <a:pt x="148" y="121"/>
                  <a:pt x="143" y="129"/>
                  <a:pt x="135" y="137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8" y="16"/>
                  <a:pt x="135" y="25"/>
                </a:cubicBezTo>
                <a:cubicBezTo>
                  <a:pt x="143" y="32"/>
                  <a:pt x="148" y="41"/>
                  <a:pt x="152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6465600" y="3892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4"/>
                  <a:pt x="120" y="149"/>
                  <a:pt x="110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646884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6560280" y="1981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6631560" y="21625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9" y="39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6714720" y="1999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6722280" y="3891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4" y="24"/>
                </a:cubicBezTo>
                <a:cubicBezTo>
                  <a:pt x="31" y="17"/>
                  <a:pt x="40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6728400" y="39528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1" y="11"/>
                  <a:pt x="50" y="7"/>
                </a:cubicBezTo>
                <a:cubicBezTo>
                  <a:pt x="60" y="3"/>
                  <a:pt x="70" y="0"/>
                  <a:pt x="81" y="0"/>
                </a:cubicBezTo>
                <a:cubicBezTo>
                  <a:pt x="91" y="0"/>
                  <a:pt x="101" y="3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6735240" y="3895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7" y="32"/>
                  <a:pt x="25" y="25"/>
                </a:cubicBezTo>
                <a:cubicBezTo>
                  <a:pt x="32" y="17"/>
                  <a:pt x="41" y="12"/>
                  <a:pt x="50" y="8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8"/>
                </a:cubicBezTo>
                <a:cubicBezTo>
                  <a:pt x="121" y="12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6747120" y="39661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9"/>
                  <a:pt x="135" y="137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19" y="10"/>
                  <a:pt x="128" y="16"/>
                  <a:pt x="135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6750000" y="39546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8" y="143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8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6762240" y="3779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7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6845760" y="2047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6" y="31"/>
                  <a:pt x="25" y="24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30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6916320" y="2241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20" y="149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6931800" y="3695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6939360" y="3862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6947640" y="39038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49" y="153"/>
                </a:cubicBezTo>
                <a:cubicBezTo>
                  <a:pt x="39" y="149"/>
                  <a:pt x="31" y="144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6959880" y="39150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2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2" y="16"/>
                  <a:pt x="40" y="11"/>
                  <a:pt x="50" y="7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7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6971040" y="3979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3" y="129"/>
                  <a:pt x="136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6980760" y="3971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6988320" y="3919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6991920" y="3934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7" y="101"/>
                  <a:pt x="153" y="111"/>
                </a:cubicBezTo>
                <a:cubicBezTo>
                  <a:pt x="149" y="121"/>
                  <a:pt x="144" y="130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1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7084800" y="1744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3" y="128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7094880" y="39412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3" y="31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7099560" y="398196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80"/>
                </a:moveTo>
                <a:cubicBezTo>
                  <a:pt x="159" y="91"/>
                  <a:pt x="157" y="101"/>
                  <a:pt x="153" y="110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89" y="159"/>
                  <a:pt x="79" y="159"/>
                </a:cubicBezTo>
                <a:cubicBezTo>
                  <a:pt x="68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710064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7110360" y="3961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7118640" y="3825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7124040" y="38880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5" y="32"/>
                  <a:pt x="23" y="24"/>
                </a:cubicBezTo>
                <a:cubicBezTo>
                  <a:pt x="30" y="16"/>
                  <a:pt x="39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7182360" y="2954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7196400" y="3786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3" y="110"/>
                </a:cubicBezTo>
                <a:cubicBezTo>
                  <a:pt x="149" y="120"/>
                  <a:pt x="143" y="128"/>
                  <a:pt x="136" y="136"/>
                </a:cubicBezTo>
                <a:cubicBezTo>
                  <a:pt x="128" y="143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8" y="16"/>
                  <a:pt x="136" y="24"/>
                </a:cubicBezTo>
                <a:cubicBezTo>
                  <a:pt x="143" y="31"/>
                  <a:pt x="149" y="40"/>
                  <a:pt x="153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72000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3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720360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7215840" y="3846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7221960" y="38923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7228440" y="3979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1" y="120"/>
                  <a:pt x="7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7250040" y="39567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3"/>
                  <a:pt x="24" y="136"/>
                </a:cubicBezTo>
                <a:cubicBezTo>
                  <a:pt x="17" y="128"/>
                  <a:pt x="11" y="120"/>
                  <a:pt x="7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7" y="49"/>
                </a:cubicBezTo>
                <a:cubicBezTo>
                  <a:pt x="11" y="40"/>
                  <a:pt x="17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72532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7"/>
                  <a:pt x="136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72554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3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7266600" y="3896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3"/>
                  <a:pt x="121" y="149"/>
                  <a:pt x="110" y="153"/>
                </a:cubicBezTo>
                <a:cubicBezTo>
                  <a:pt x="100" y="157"/>
                  <a:pt x="90" y="160"/>
                  <a:pt x="80" y="160"/>
                </a:cubicBezTo>
                <a:cubicBezTo>
                  <a:pt x="69" y="160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7272360" y="394956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0" y="17"/>
                  <a:pt x="39" y="11"/>
                  <a:pt x="49" y="6"/>
                </a:cubicBezTo>
                <a:cubicBezTo>
                  <a:pt x="58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1"/>
                  <a:pt x="129" y="17"/>
                  <a:pt x="136" y="24"/>
                </a:cubicBezTo>
                <a:cubicBezTo>
                  <a:pt x="144" y="32"/>
                  <a:pt x="149" y="40"/>
                  <a:pt x="153" y="50"/>
                </a:cubicBezTo>
                <a:cubicBezTo>
                  <a:pt x="157" y="60"/>
                  <a:pt x="159" y="70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7275240" y="3970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1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7299360" y="38412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19"/>
                  <a:pt x="144" y="128"/>
                  <a:pt x="136" y="135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49"/>
                  <a:pt x="31" y="143"/>
                  <a:pt x="23" y="135"/>
                </a:cubicBezTo>
                <a:cubicBezTo>
                  <a:pt x="15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7314120" y="3682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3" y="129"/>
                  <a:pt x="136" y="136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7321680" y="38851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0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5"/>
                  <a:pt x="137" y="23"/>
                </a:cubicBezTo>
                <a:cubicBezTo>
                  <a:pt x="144" y="30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7344000" y="3902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90"/>
                  <a:pt x="158" y="100"/>
                  <a:pt x="154" y="109"/>
                </a:cubicBezTo>
                <a:cubicBezTo>
                  <a:pt x="150" y="119"/>
                  <a:pt x="144" y="128"/>
                  <a:pt x="136" y="135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39" y="149"/>
                  <a:pt x="31" y="144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7349760" y="39319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7355520" y="3955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49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49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7376400" y="38192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737928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7"/>
                  <a:pt x="136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7382160" y="4003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2"/>
                  <a:pt x="154" y="111"/>
                </a:cubicBezTo>
                <a:cubicBezTo>
                  <a:pt x="150" y="121"/>
                  <a:pt x="144" y="130"/>
                  <a:pt x="137" y="137"/>
                </a:cubicBezTo>
                <a:cubicBezTo>
                  <a:pt x="129" y="144"/>
                  <a:pt x="121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30"/>
                  <a:pt x="10" y="121"/>
                  <a:pt x="6" y="111"/>
                </a:cubicBezTo>
                <a:cubicBezTo>
                  <a:pt x="2" y="102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21" y="11"/>
                  <a:pt x="129" y="16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7398720" y="385380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90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69" y="159"/>
                  <a:pt x="58" y="157"/>
                  <a:pt x="49" y="153"/>
                </a:cubicBezTo>
                <a:cubicBezTo>
                  <a:pt x="39" y="149"/>
                  <a:pt x="30" y="144"/>
                  <a:pt x="23" y="136"/>
                </a:cubicBezTo>
                <a:cubicBezTo>
                  <a:pt x="15" y="129"/>
                  <a:pt x="10" y="120"/>
                  <a:pt x="6" y="109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5"/>
                  <a:pt x="39" y="10"/>
                  <a:pt x="49" y="6"/>
                </a:cubicBezTo>
                <a:cubicBezTo>
                  <a:pt x="58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7412400" y="38350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0" y="149"/>
                  <a:pt x="32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2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7420680" y="38808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6"/>
                </a:cubicBezTo>
                <a:cubicBezTo>
                  <a:pt x="17" y="129"/>
                  <a:pt x="11" y="120"/>
                  <a:pt x="7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39"/>
                  <a:pt x="17" y="31"/>
                  <a:pt x="25" y="23"/>
                </a:cubicBezTo>
                <a:cubicBezTo>
                  <a:pt x="32" y="16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7424280" y="39682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2" y="110"/>
                </a:cubicBezTo>
                <a:cubicBezTo>
                  <a:pt x="148" y="121"/>
                  <a:pt x="143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5" y="23"/>
                </a:cubicBezTo>
                <a:cubicBezTo>
                  <a:pt x="143" y="31"/>
                  <a:pt x="148" y="39"/>
                  <a:pt x="152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7456680" y="3806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7459920" y="39819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7470720" y="3854880"/>
            <a:ext cx="57240" cy="57240"/>
          </a:xfrm>
          <a:custGeom>
            <a:avLst/>
            <a:gdLst/>
            <a:ahLst/>
            <a:rect l="0" t="0" r="r" b="b"/>
            <a:pathLst>
              <a:path w="159" h="159">
                <a:moveTo>
                  <a:pt x="159" y="79"/>
                </a:moveTo>
                <a:cubicBezTo>
                  <a:pt x="159" y="89"/>
                  <a:pt x="157" y="100"/>
                  <a:pt x="153" y="109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59" y="157"/>
                  <a:pt x="50" y="153"/>
                </a:cubicBezTo>
                <a:cubicBezTo>
                  <a:pt x="40" y="149"/>
                  <a:pt x="31" y="144"/>
                  <a:pt x="23" y="136"/>
                </a:cubicBezTo>
                <a:cubicBezTo>
                  <a:pt x="15" y="129"/>
                  <a:pt x="10" y="120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1" y="15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49" y="39"/>
                  <a:pt x="153" y="49"/>
                </a:cubicBezTo>
                <a:cubicBezTo>
                  <a:pt x="157" y="58"/>
                  <a:pt x="159" y="68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748368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3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3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748728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8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7491240" y="3978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7540560" y="3213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3" y="110"/>
                </a:cubicBezTo>
                <a:cubicBezTo>
                  <a:pt x="149" y="120"/>
                  <a:pt x="143" y="129"/>
                  <a:pt x="135" y="136"/>
                </a:cubicBezTo>
                <a:cubicBezTo>
                  <a:pt x="128" y="143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1"/>
                  <a:pt x="49" y="7"/>
                </a:cubicBezTo>
                <a:cubicBezTo>
                  <a:pt x="59" y="3"/>
                  <a:pt x="69" y="0"/>
                  <a:pt x="79" y="0"/>
                </a:cubicBezTo>
                <a:cubicBezTo>
                  <a:pt x="90" y="0"/>
                  <a:pt x="100" y="3"/>
                  <a:pt x="110" y="7"/>
                </a:cubicBezTo>
                <a:cubicBezTo>
                  <a:pt x="119" y="11"/>
                  <a:pt x="128" y="16"/>
                  <a:pt x="135" y="24"/>
                </a:cubicBezTo>
                <a:cubicBezTo>
                  <a:pt x="143" y="31"/>
                  <a:pt x="149" y="40"/>
                  <a:pt x="153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7556040" y="3681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7572960" y="39445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3"/>
                  <a:pt x="120" y="149"/>
                  <a:pt x="111" y="153"/>
                </a:cubicBezTo>
                <a:cubicBezTo>
                  <a:pt x="101" y="157"/>
                  <a:pt x="91" y="159"/>
                  <a:pt x="80" y="159"/>
                </a:cubicBezTo>
                <a:cubicBezTo>
                  <a:pt x="70" y="159"/>
                  <a:pt x="60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9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7581600" y="3978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50" y="154"/>
                </a:cubicBezTo>
                <a:cubicBezTo>
                  <a:pt x="40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40" y="10"/>
                  <a:pt x="50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7585560" y="39704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1" y="144"/>
                  <a:pt x="24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7607520" y="3965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7610400" y="39643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19"/>
                  <a:pt x="144" y="129"/>
                  <a:pt x="137" y="136"/>
                </a:cubicBezTo>
                <a:cubicBezTo>
                  <a:pt x="129" y="143"/>
                  <a:pt x="121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9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7620840" y="3866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7649640" y="36025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7" y="129"/>
                  <a:pt x="11" y="121"/>
                  <a:pt x="7" y="111"/>
                </a:cubicBezTo>
                <a:cubicBezTo>
                  <a:pt x="3" y="101"/>
                  <a:pt x="0" y="91"/>
                  <a:pt x="0" y="80"/>
                </a:cubicBezTo>
                <a:cubicBezTo>
                  <a:pt x="0" y="70"/>
                  <a:pt x="3" y="60"/>
                  <a:pt x="7" y="50"/>
                </a:cubicBezTo>
                <a:cubicBezTo>
                  <a:pt x="11" y="40"/>
                  <a:pt x="17" y="32"/>
                  <a:pt x="24" y="23"/>
                </a:cubicBezTo>
                <a:cubicBezTo>
                  <a:pt x="31" y="16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2"/>
                  <a:pt x="149" y="40"/>
                  <a:pt x="154" y="50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7659000" y="3834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7664040" y="39578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4" y="128"/>
                  <a:pt x="137" y="136"/>
                </a:cubicBezTo>
                <a:cubicBezTo>
                  <a:pt x="129" y="143"/>
                  <a:pt x="121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3"/>
                  <a:pt x="23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7668360" y="39556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0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6"/>
                </a:cubicBezTo>
                <a:cubicBezTo>
                  <a:pt x="129" y="143"/>
                  <a:pt x="120" y="149"/>
                  <a:pt x="110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49"/>
                  <a:pt x="30" y="143"/>
                  <a:pt x="23" y="136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10" y="6"/>
                </a:cubicBezTo>
                <a:cubicBezTo>
                  <a:pt x="120" y="10"/>
                  <a:pt x="129" y="16"/>
                  <a:pt x="136" y="24"/>
                </a:cubicBezTo>
                <a:cubicBezTo>
                  <a:pt x="144" y="31"/>
                  <a:pt x="149" y="40"/>
                  <a:pt x="153" y="49"/>
                </a:cubicBezTo>
                <a:cubicBezTo>
                  <a:pt x="157" y="59"/>
                  <a:pt x="159" y="69"/>
                  <a:pt x="159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7696080" y="3978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0" y="160"/>
                  <a:pt x="80" y="160"/>
                </a:cubicBezTo>
                <a:cubicBezTo>
                  <a:pt x="69" y="160"/>
                  <a:pt x="59" y="158"/>
                  <a:pt x="50" y="154"/>
                </a:cubicBezTo>
                <a:cubicBezTo>
                  <a:pt x="40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40" y="10"/>
                  <a:pt x="50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7716960" y="36734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8" y="143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3"/>
                  <a:pt x="24" y="135"/>
                </a:cubicBezTo>
                <a:cubicBezTo>
                  <a:pt x="16" y="128"/>
                  <a:pt x="10" y="119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7720560" y="39538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19"/>
                  <a:pt x="144" y="128"/>
                  <a:pt x="137" y="135"/>
                </a:cubicBezTo>
                <a:cubicBezTo>
                  <a:pt x="129" y="143"/>
                  <a:pt x="120" y="148"/>
                  <a:pt x="110" y="152"/>
                </a:cubicBezTo>
                <a:cubicBezTo>
                  <a:pt x="100" y="157"/>
                  <a:pt x="90" y="159"/>
                  <a:pt x="79" y="159"/>
                </a:cubicBezTo>
                <a:cubicBezTo>
                  <a:pt x="69" y="159"/>
                  <a:pt x="59" y="157"/>
                  <a:pt x="49" y="152"/>
                </a:cubicBezTo>
                <a:cubicBezTo>
                  <a:pt x="39" y="148"/>
                  <a:pt x="31" y="143"/>
                  <a:pt x="23" y="135"/>
                </a:cubicBezTo>
                <a:cubicBezTo>
                  <a:pt x="16" y="128"/>
                  <a:pt x="10" y="119"/>
                  <a:pt x="6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773712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773928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77414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77504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0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40" y="10"/>
                  <a:pt x="50" y="6"/>
                </a:cubicBezTo>
                <a:cubicBezTo>
                  <a:pt x="60" y="2"/>
                  <a:pt x="70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77540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4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4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775764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1" y="160"/>
                </a:cubicBez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5" y="25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77745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30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7795080" y="37400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7799400" y="397980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0"/>
                  <a:pt x="144" y="129"/>
                  <a:pt x="136" y="136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8" y="158"/>
                  <a:pt x="49" y="154"/>
                </a:cubicBezTo>
                <a:cubicBezTo>
                  <a:pt x="39" y="150"/>
                  <a:pt x="30" y="144"/>
                  <a:pt x="23" y="136"/>
                </a:cubicBezTo>
                <a:cubicBezTo>
                  <a:pt x="15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7815240" y="379548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79"/>
                </a:moveTo>
                <a:cubicBezTo>
                  <a:pt x="160" y="89"/>
                  <a:pt x="158" y="100"/>
                  <a:pt x="154" y="109"/>
                </a:cubicBezTo>
                <a:cubicBezTo>
                  <a:pt x="150" y="119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2" y="157"/>
                  <a:pt x="91" y="159"/>
                  <a:pt x="81" y="159"/>
                </a:cubicBezTo>
                <a:cubicBezTo>
                  <a:pt x="70" y="159"/>
                  <a:pt x="60" y="157"/>
                  <a:pt x="50" y="153"/>
                </a:cubicBezTo>
                <a:cubicBezTo>
                  <a:pt x="41" y="149"/>
                  <a:pt x="32" y="144"/>
                  <a:pt x="25" y="136"/>
                </a:cubicBezTo>
                <a:cubicBezTo>
                  <a:pt x="17" y="129"/>
                  <a:pt x="11" y="119"/>
                  <a:pt x="7" y="109"/>
                </a:cubicBezTo>
                <a:cubicBezTo>
                  <a:pt x="2" y="100"/>
                  <a:pt x="0" y="89"/>
                  <a:pt x="0" y="79"/>
                </a:cubicBezTo>
                <a:cubicBezTo>
                  <a:pt x="0" y="68"/>
                  <a:pt x="2" y="58"/>
                  <a:pt x="7" y="49"/>
                </a:cubicBezTo>
                <a:cubicBezTo>
                  <a:pt x="11" y="39"/>
                  <a:pt x="17" y="30"/>
                  <a:pt x="25" y="23"/>
                </a:cubicBezTo>
                <a:cubicBezTo>
                  <a:pt x="32" y="15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7823520" y="4005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7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3" y="32"/>
                  <a:pt x="149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782496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3" y="129"/>
                  <a:pt x="135" y="137"/>
                </a:cubicBezTo>
                <a:cubicBezTo>
                  <a:pt x="128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3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7826400" y="4005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5" y="137"/>
                </a:cubicBezTo>
                <a:cubicBezTo>
                  <a:pt x="128" y="144"/>
                  <a:pt x="119" y="150"/>
                  <a:pt x="110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7"/>
                  <a:pt x="135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7834680" y="4005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19" y="150"/>
                  <a:pt x="109" y="154"/>
                </a:cubicBezTo>
                <a:cubicBezTo>
                  <a:pt x="100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0" y="2"/>
                  <a:pt x="109" y="6"/>
                </a:cubicBezTo>
                <a:cubicBezTo>
                  <a:pt x="119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7837920" y="400572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09" y="154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90" y="0"/>
                  <a:pt x="100" y="2"/>
                  <a:pt x="109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7839360" y="400464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1" y="41"/>
                  <a:pt x="16" y="32"/>
                  <a:pt x="24" y="25"/>
                </a:cubicBezTo>
                <a:cubicBezTo>
                  <a:pt x="31" y="17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7843680" y="400464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81"/>
                </a:moveTo>
                <a:cubicBezTo>
                  <a:pt x="159" y="91"/>
                  <a:pt x="157" y="101"/>
                  <a:pt x="153" y="111"/>
                </a:cubicBezTo>
                <a:cubicBezTo>
                  <a:pt x="149" y="121"/>
                  <a:pt x="144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89" y="160"/>
                  <a:pt x="79" y="160"/>
                </a:cubicBezTo>
                <a:cubicBezTo>
                  <a:pt x="68" y="160"/>
                  <a:pt x="58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5" y="32"/>
                  <a:pt x="23" y="25"/>
                </a:cubicBezTo>
                <a:cubicBezTo>
                  <a:pt x="30" y="17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cubicBezTo>
                  <a:pt x="89" y="0"/>
                  <a:pt x="101" y="2"/>
                  <a:pt x="110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49" y="41"/>
                  <a:pt x="153" y="50"/>
                </a:cubicBezTo>
                <a:cubicBezTo>
                  <a:pt x="157" y="60"/>
                  <a:pt x="159" y="70"/>
                  <a:pt x="159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7844760" y="4005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7"/>
                  <a:pt x="137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7846560" y="4005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1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1"/>
                  <a:pt x="16" y="32"/>
                  <a:pt x="23" y="25"/>
                </a:cubicBezTo>
                <a:cubicBezTo>
                  <a:pt x="31" y="17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1" y="0"/>
                  <a:pt x="101" y="2"/>
                  <a:pt x="111" y="6"/>
                </a:cubicBezTo>
                <a:cubicBezTo>
                  <a:pt x="120" y="10"/>
                  <a:pt x="129" y="17"/>
                  <a:pt x="136" y="25"/>
                </a:cubicBezTo>
                <a:cubicBezTo>
                  <a:pt x="144" y="32"/>
                  <a:pt x="150" y="41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7858080" y="3849480"/>
            <a:ext cx="57240" cy="57600"/>
          </a:xfrm>
          <a:custGeom>
            <a:avLst/>
            <a:gdLst/>
            <a:ahLst/>
            <a:rect l="0" t="0" r="r" b="b"/>
            <a:pathLst>
              <a:path w="159" h="160">
                <a:moveTo>
                  <a:pt x="159" y="79"/>
                </a:moveTo>
                <a:cubicBezTo>
                  <a:pt x="159" y="90"/>
                  <a:pt x="157" y="100"/>
                  <a:pt x="153" y="110"/>
                </a:cubicBezTo>
                <a:cubicBezTo>
                  <a:pt x="149" y="120"/>
                  <a:pt x="144" y="128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1" y="158"/>
                  <a:pt x="91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0" y="144"/>
                  <a:pt x="23" y="137"/>
                </a:cubicBezTo>
                <a:cubicBezTo>
                  <a:pt x="15" y="128"/>
                  <a:pt x="10" y="120"/>
                  <a:pt x="6" y="110"/>
                </a:cubicBezTo>
                <a:cubicBezTo>
                  <a:pt x="2" y="100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1" y="0"/>
                  <a:pt x="101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49" y="39"/>
                  <a:pt x="153" y="49"/>
                </a:cubicBezTo>
                <a:cubicBezTo>
                  <a:pt x="157" y="59"/>
                  <a:pt x="159" y="69"/>
                  <a:pt x="159" y="79"/>
                </a:cubicBezTo>
                <a:close/>
              </a:path>
            </a:pathLst>
          </a:custGeom>
          <a:solidFill>
            <a:srgbClr val="C09057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475920" y="4448160"/>
            <a:ext cx="7810920" cy="2248200"/>
          </a:xfrm>
          <a:custGeom>
            <a:avLst/>
            <a:gdLst/>
            <a:ahLst/>
            <a:rect l="0" t="0" r="r" b="b"/>
            <a:pathLst>
              <a:path w="21697" h="6245">
                <a:moveTo>
                  <a:pt x="0" y="0"/>
                </a:moveTo>
                <a:lnTo>
                  <a:pt x="21697" y="0"/>
                </a:lnTo>
                <a:lnTo>
                  <a:pt x="21697" y="6245"/>
                </a:lnTo>
                <a:lnTo>
                  <a:pt x="0" y="6245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1161720" y="4709880"/>
            <a:ext cx="6696720" cy="10080"/>
          </a:xfrm>
          <a:custGeom>
            <a:avLst/>
            <a:gdLst/>
            <a:ahLst/>
            <a:rect l="0" t="0" r="r" b="b"/>
            <a:pathLst>
              <a:path w="1860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7943760" y="197136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FF9800"/>
                </a:solidFill>
                <a:effectLst/>
                <a:uFillTx/>
                <a:latin typeface="DejaVuSansMono"/>
                <a:ea typeface="DejaVuSansMono"/>
              </a:rPr>
              <a:t>p95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1161720" y="5117400"/>
            <a:ext cx="6696720" cy="10080"/>
          </a:xfrm>
          <a:custGeom>
            <a:avLst/>
            <a:gdLst/>
            <a:ahLst/>
            <a:rect l="0" t="0" r="r" b="b"/>
            <a:pathLst>
              <a:path w="1860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 txBox="1"/>
          <p:nvPr/>
        </p:nvSpPr>
        <p:spPr>
          <a:xfrm>
            <a:off x="971280" y="4664520"/>
            <a:ext cx="1162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61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1161720" y="5524920"/>
            <a:ext cx="6696720" cy="10080"/>
          </a:xfrm>
          <a:custGeom>
            <a:avLst/>
            <a:gdLst/>
            <a:ahLst/>
            <a:rect l="0" t="0" r="r" b="b"/>
            <a:pathLst>
              <a:path w="1860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 txBox="1"/>
          <p:nvPr/>
        </p:nvSpPr>
        <p:spPr>
          <a:xfrm>
            <a:off x="971280" y="5072040"/>
            <a:ext cx="1162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46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1161720" y="5959800"/>
            <a:ext cx="6696720" cy="9720"/>
          </a:xfrm>
          <a:custGeom>
            <a:avLst/>
            <a:gdLst/>
            <a:ahLst/>
            <a:rect l="0" t="0" r="r" b="b"/>
            <a:pathLst>
              <a:path w="1860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7"/>
                </a:lnTo>
                <a:lnTo>
                  <a:pt x="186" y="27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7"/>
                </a:lnTo>
                <a:lnTo>
                  <a:pt x="371" y="27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7"/>
                </a:lnTo>
                <a:lnTo>
                  <a:pt x="556" y="27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7"/>
                </a:lnTo>
                <a:lnTo>
                  <a:pt x="741" y="27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7"/>
                </a:lnTo>
                <a:lnTo>
                  <a:pt x="926" y="27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7"/>
                </a:lnTo>
                <a:lnTo>
                  <a:pt x="1112" y="27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7"/>
                </a:lnTo>
                <a:lnTo>
                  <a:pt x="1297" y="27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7"/>
                </a:lnTo>
                <a:lnTo>
                  <a:pt x="1482" y="27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7"/>
                </a:lnTo>
                <a:lnTo>
                  <a:pt x="1667" y="27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7"/>
                </a:lnTo>
                <a:lnTo>
                  <a:pt x="1852" y="27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7"/>
                </a:lnTo>
                <a:lnTo>
                  <a:pt x="2038" y="27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7"/>
                </a:lnTo>
                <a:lnTo>
                  <a:pt x="2223" y="27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7"/>
                </a:lnTo>
                <a:lnTo>
                  <a:pt x="2408" y="27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7"/>
                </a:lnTo>
                <a:lnTo>
                  <a:pt x="2593" y="27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7"/>
                </a:lnTo>
                <a:lnTo>
                  <a:pt x="2779" y="27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7"/>
                </a:lnTo>
                <a:lnTo>
                  <a:pt x="2964" y="27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7"/>
                </a:lnTo>
                <a:lnTo>
                  <a:pt x="3149" y="27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7"/>
                </a:lnTo>
                <a:lnTo>
                  <a:pt x="3334" y="27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7"/>
                </a:lnTo>
                <a:lnTo>
                  <a:pt x="3519" y="27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7"/>
                </a:lnTo>
                <a:lnTo>
                  <a:pt x="3705" y="27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7"/>
                </a:lnTo>
                <a:lnTo>
                  <a:pt x="3890" y="27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7"/>
                </a:lnTo>
                <a:lnTo>
                  <a:pt x="4075" y="27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7"/>
                </a:lnTo>
                <a:lnTo>
                  <a:pt x="4260" y="27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7"/>
                </a:lnTo>
                <a:lnTo>
                  <a:pt x="4445" y="27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7"/>
                </a:lnTo>
                <a:lnTo>
                  <a:pt x="4631" y="27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7"/>
                </a:lnTo>
                <a:lnTo>
                  <a:pt x="4816" y="27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7"/>
                </a:lnTo>
                <a:lnTo>
                  <a:pt x="5001" y="27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7"/>
                </a:lnTo>
                <a:lnTo>
                  <a:pt x="5186" y="27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7"/>
                </a:lnTo>
                <a:lnTo>
                  <a:pt x="5371" y="27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7"/>
                </a:lnTo>
                <a:lnTo>
                  <a:pt x="5557" y="27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7"/>
                </a:lnTo>
                <a:lnTo>
                  <a:pt x="5742" y="27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7"/>
                </a:lnTo>
                <a:lnTo>
                  <a:pt x="5927" y="27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7"/>
                </a:lnTo>
                <a:lnTo>
                  <a:pt x="6113" y="27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7"/>
                </a:lnTo>
                <a:lnTo>
                  <a:pt x="6298" y="27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7"/>
                </a:lnTo>
                <a:lnTo>
                  <a:pt x="6484" y="27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7"/>
                </a:lnTo>
                <a:lnTo>
                  <a:pt x="6669" y="27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7"/>
                </a:lnTo>
                <a:lnTo>
                  <a:pt x="6854" y="27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7"/>
                </a:lnTo>
                <a:lnTo>
                  <a:pt x="7039" y="27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7"/>
                </a:lnTo>
                <a:lnTo>
                  <a:pt x="7225" y="27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7"/>
                </a:lnTo>
                <a:lnTo>
                  <a:pt x="7410" y="27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7"/>
                </a:lnTo>
                <a:lnTo>
                  <a:pt x="7595" y="27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7"/>
                </a:lnTo>
                <a:lnTo>
                  <a:pt x="7780" y="27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7"/>
                </a:lnTo>
                <a:lnTo>
                  <a:pt x="7965" y="27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7"/>
                </a:lnTo>
                <a:lnTo>
                  <a:pt x="8151" y="27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7"/>
                </a:lnTo>
                <a:lnTo>
                  <a:pt x="8336" y="27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7"/>
                </a:lnTo>
                <a:lnTo>
                  <a:pt x="8521" y="27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7"/>
                </a:lnTo>
                <a:lnTo>
                  <a:pt x="8706" y="27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7"/>
                </a:lnTo>
                <a:lnTo>
                  <a:pt x="8891" y="27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7"/>
                </a:lnTo>
                <a:lnTo>
                  <a:pt x="9077" y="27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7"/>
                </a:lnTo>
                <a:lnTo>
                  <a:pt x="9262" y="27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7"/>
                </a:lnTo>
                <a:lnTo>
                  <a:pt x="9447" y="27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7"/>
                </a:lnTo>
                <a:lnTo>
                  <a:pt x="9632" y="27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7"/>
                </a:lnTo>
                <a:lnTo>
                  <a:pt x="9817" y="27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7"/>
                </a:lnTo>
                <a:lnTo>
                  <a:pt x="10003" y="27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7"/>
                </a:lnTo>
                <a:lnTo>
                  <a:pt x="10188" y="27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7"/>
                </a:lnTo>
                <a:lnTo>
                  <a:pt x="10373" y="27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7"/>
                </a:lnTo>
                <a:lnTo>
                  <a:pt x="10558" y="27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7"/>
                </a:lnTo>
                <a:lnTo>
                  <a:pt x="10743" y="27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7"/>
                </a:lnTo>
                <a:lnTo>
                  <a:pt x="10929" y="27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7"/>
                </a:lnTo>
                <a:lnTo>
                  <a:pt x="11114" y="27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7"/>
                </a:lnTo>
                <a:lnTo>
                  <a:pt x="11299" y="27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7"/>
                </a:lnTo>
                <a:lnTo>
                  <a:pt x="11484" y="27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7"/>
                </a:lnTo>
                <a:lnTo>
                  <a:pt x="11670" y="27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7"/>
                </a:lnTo>
                <a:lnTo>
                  <a:pt x="11855" y="27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7"/>
                </a:lnTo>
                <a:lnTo>
                  <a:pt x="12040" y="27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7"/>
                </a:lnTo>
                <a:lnTo>
                  <a:pt x="12225" y="27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7"/>
                </a:lnTo>
                <a:lnTo>
                  <a:pt x="12410" y="27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7"/>
                </a:lnTo>
                <a:lnTo>
                  <a:pt x="12596" y="27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7"/>
                </a:lnTo>
                <a:lnTo>
                  <a:pt x="12781" y="27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7"/>
                </a:lnTo>
                <a:lnTo>
                  <a:pt x="12966" y="27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7"/>
                </a:lnTo>
                <a:lnTo>
                  <a:pt x="13151" y="27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7"/>
                </a:lnTo>
                <a:lnTo>
                  <a:pt x="13336" y="27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7"/>
                </a:lnTo>
                <a:lnTo>
                  <a:pt x="13522" y="27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7"/>
                </a:lnTo>
                <a:lnTo>
                  <a:pt x="13707" y="27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7"/>
                </a:lnTo>
                <a:lnTo>
                  <a:pt x="13892" y="27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7"/>
                </a:lnTo>
                <a:lnTo>
                  <a:pt x="14077" y="27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7"/>
                </a:lnTo>
                <a:lnTo>
                  <a:pt x="14262" y="27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7"/>
                </a:lnTo>
                <a:lnTo>
                  <a:pt x="14448" y="27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7"/>
                </a:lnTo>
                <a:lnTo>
                  <a:pt x="14633" y="27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7"/>
                </a:lnTo>
                <a:lnTo>
                  <a:pt x="14818" y="27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7"/>
                </a:lnTo>
                <a:lnTo>
                  <a:pt x="15003" y="27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7"/>
                </a:lnTo>
                <a:lnTo>
                  <a:pt x="15188" y="27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7"/>
                </a:lnTo>
                <a:lnTo>
                  <a:pt x="15374" y="27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7"/>
                </a:lnTo>
                <a:lnTo>
                  <a:pt x="15559" y="27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7"/>
                </a:lnTo>
                <a:lnTo>
                  <a:pt x="15744" y="27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7"/>
                </a:lnTo>
                <a:lnTo>
                  <a:pt x="15929" y="27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7"/>
                </a:lnTo>
                <a:lnTo>
                  <a:pt x="16115" y="27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7"/>
                </a:lnTo>
                <a:lnTo>
                  <a:pt x="16300" y="27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7"/>
                </a:lnTo>
                <a:lnTo>
                  <a:pt x="16485" y="27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7"/>
                </a:lnTo>
                <a:lnTo>
                  <a:pt x="16670" y="27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7"/>
                </a:lnTo>
                <a:lnTo>
                  <a:pt x="16855" y="27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7"/>
                </a:lnTo>
                <a:lnTo>
                  <a:pt x="17041" y="27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7"/>
                </a:lnTo>
                <a:lnTo>
                  <a:pt x="17226" y="27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7"/>
                </a:lnTo>
                <a:lnTo>
                  <a:pt x="17411" y="27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7"/>
                </a:lnTo>
                <a:lnTo>
                  <a:pt x="17596" y="27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7"/>
                </a:lnTo>
                <a:lnTo>
                  <a:pt x="17781" y="27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7"/>
                </a:lnTo>
                <a:lnTo>
                  <a:pt x="17967" y="27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7"/>
                </a:lnTo>
                <a:lnTo>
                  <a:pt x="18152" y="27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7"/>
                </a:lnTo>
                <a:lnTo>
                  <a:pt x="18337" y="27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7"/>
                </a:lnTo>
                <a:lnTo>
                  <a:pt x="18522" y="27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971280" y="5479560"/>
            <a:ext cx="1162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1161720" y="6367320"/>
            <a:ext cx="6696720" cy="9720"/>
          </a:xfrm>
          <a:custGeom>
            <a:avLst/>
            <a:gdLst/>
            <a:ahLst/>
            <a:rect l="0" t="0" r="r" b="b"/>
            <a:pathLst>
              <a:path w="1860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7"/>
                </a:lnTo>
                <a:lnTo>
                  <a:pt x="186" y="27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7"/>
                </a:lnTo>
                <a:lnTo>
                  <a:pt x="371" y="27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7"/>
                </a:lnTo>
                <a:lnTo>
                  <a:pt x="556" y="27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7"/>
                </a:lnTo>
                <a:lnTo>
                  <a:pt x="741" y="27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7"/>
                </a:lnTo>
                <a:lnTo>
                  <a:pt x="926" y="27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7"/>
                </a:lnTo>
                <a:lnTo>
                  <a:pt x="1112" y="27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7"/>
                </a:lnTo>
                <a:lnTo>
                  <a:pt x="1297" y="27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7"/>
                </a:lnTo>
                <a:lnTo>
                  <a:pt x="1482" y="27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7"/>
                </a:lnTo>
                <a:lnTo>
                  <a:pt x="1667" y="27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7"/>
                </a:lnTo>
                <a:lnTo>
                  <a:pt x="1852" y="27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7"/>
                </a:lnTo>
                <a:lnTo>
                  <a:pt x="2038" y="27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7"/>
                </a:lnTo>
                <a:lnTo>
                  <a:pt x="2223" y="27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7"/>
                </a:lnTo>
                <a:lnTo>
                  <a:pt x="2408" y="27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7"/>
                </a:lnTo>
                <a:lnTo>
                  <a:pt x="2593" y="27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7"/>
                </a:lnTo>
                <a:lnTo>
                  <a:pt x="2779" y="27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7"/>
                </a:lnTo>
                <a:lnTo>
                  <a:pt x="2964" y="27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7"/>
                </a:lnTo>
                <a:lnTo>
                  <a:pt x="3149" y="27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7"/>
                </a:lnTo>
                <a:lnTo>
                  <a:pt x="3334" y="27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7"/>
                </a:lnTo>
                <a:lnTo>
                  <a:pt x="3519" y="27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7"/>
                </a:lnTo>
                <a:lnTo>
                  <a:pt x="3705" y="27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7"/>
                </a:lnTo>
                <a:lnTo>
                  <a:pt x="3890" y="27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7"/>
                </a:lnTo>
                <a:lnTo>
                  <a:pt x="4075" y="27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7"/>
                </a:lnTo>
                <a:lnTo>
                  <a:pt x="4260" y="27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7"/>
                </a:lnTo>
                <a:lnTo>
                  <a:pt x="4445" y="27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7"/>
                </a:lnTo>
                <a:lnTo>
                  <a:pt x="4631" y="27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7"/>
                </a:lnTo>
                <a:lnTo>
                  <a:pt x="4816" y="27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7"/>
                </a:lnTo>
                <a:lnTo>
                  <a:pt x="5001" y="27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7"/>
                </a:lnTo>
                <a:lnTo>
                  <a:pt x="5186" y="27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7"/>
                </a:lnTo>
                <a:lnTo>
                  <a:pt x="5371" y="27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7"/>
                </a:lnTo>
                <a:lnTo>
                  <a:pt x="5557" y="27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7"/>
                </a:lnTo>
                <a:lnTo>
                  <a:pt x="5742" y="27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7"/>
                </a:lnTo>
                <a:lnTo>
                  <a:pt x="5927" y="27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7"/>
                </a:lnTo>
                <a:lnTo>
                  <a:pt x="6113" y="27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7"/>
                </a:lnTo>
                <a:lnTo>
                  <a:pt x="6298" y="27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7"/>
                </a:lnTo>
                <a:lnTo>
                  <a:pt x="6484" y="27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7"/>
                </a:lnTo>
                <a:lnTo>
                  <a:pt x="6669" y="27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7"/>
                </a:lnTo>
                <a:lnTo>
                  <a:pt x="6854" y="27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7"/>
                </a:lnTo>
                <a:lnTo>
                  <a:pt x="7039" y="27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7"/>
                </a:lnTo>
                <a:lnTo>
                  <a:pt x="7225" y="27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7"/>
                </a:lnTo>
                <a:lnTo>
                  <a:pt x="7410" y="27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7"/>
                </a:lnTo>
                <a:lnTo>
                  <a:pt x="7595" y="27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7"/>
                </a:lnTo>
                <a:lnTo>
                  <a:pt x="7780" y="27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7"/>
                </a:lnTo>
                <a:lnTo>
                  <a:pt x="7965" y="27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7"/>
                </a:lnTo>
                <a:lnTo>
                  <a:pt x="8151" y="27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7"/>
                </a:lnTo>
                <a:lnTo>
                  <a:pt x="8336" y="27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7"/>
                </a:lnTo>
                <a:lnTo>
                  <a:pt x="8521" y="27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7"/>
                </a:lnTo>
                <a:lnTo>
                  <a:pt x="8706" y="27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7"/>
                </a:lnTo>
                <a:lnTo>
                  <a:pt x="8891" y="27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7"/>
                </a:lnTo>
                <a:lnTo>
                  <a:pt x="9077" y="27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7"/>
                </a:lnTo>
                <a:lnTo>
                  <a:pt x="9262" y="27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7"/>
                </a:lnTo>
                <a:lnTo>
                  <a:pt x="9447" y="27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7"/>
                </a:lnTo>
                <a:lnTo>
                  <a:pt x="9632" y="27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7"/>
                </a:lnTo>
                <a:lnTo>
                  <a:pt x="9817" y="27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7"/>
                </a:lnTo>
                <a:lnTo>
                  <a:pt x="10003" y="27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7"/>
                </a:lnTo>
                <a:lnTo>
                  <a:pt x="10188" y="27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7"/>
                </a:lnTo>
                <a:lnTo>
                  <a:pt x="10373" y="27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7"/>
                </a:lnTo>
                <a:lnTo>
                  <a:pt x="10558" y="27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7"/>
                </a:lnTo>
                <a:lnTo>
                  <a:pt x="10743" y="27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7"/>
                </a:lnTo>
                <a:lnTo>
                  <a:pt x="10929" y="27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7"/>
                </a:lnTo>
                <a:lnTo>
                  <a:pt x="11114" y="27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7"/>
                </a:lnTo>
                <a:lnTo>
                  <a:pt x="11299" y="27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7"/>
                </a:lnTo>
                <a:lnTo>
                  <a:pt x="11484" y="27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7"/>
                </a:lnTo>
                <a:lnTo>
                  <a:pt x="11670" y="27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7"/>
                </a:lnTo>
                <a:lnTo>
                  <a:pt x="11855" y="27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7"/>
                </a:lnTo>
                <a:lnTo>
                  <a:pt x="12040" y="27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7"/>
                </a:lnTo>
                <a:lnTo>
                  <a:pt x="12225" y="27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7"/>
                </a:lnTo>
                <a:lnTo>
                  <a:pt x="12410" y="27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7"/>
                </a:lnTo>
                <a:lnTo>
                  <a:pt x="12596" y="27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7"/>
                </a:lnTo>
                <a:lnTo>
                  <a:pt x="12781" y="27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7"/>
                </a:lnTo>
                <a:lnTo>
                  <a:pt x="12966" y="27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7"/>
                </a:lnTo>
                <a:lnTo>
                  <a:pt x="13151" y="27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7"/>
                </a:lnTo>
                <a:lnTo>
                  <a:pt x="13336" y="27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7"/>
                </a:lnTo>
                <a:lnTo>
                  <a:pt x="13522" y="27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7"/>
                </a:lnTo>
                <a:lnTo>
                  <a:pt x="13707" y="27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7"/>
                </a:lnTo>
                <a:lnTo>
                  <a:pt x="13892" y="27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7"/>
                </a:lnTo>
                <a:lnTo>
                  <a:pt x="14077" y="27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7"/>
                </a:lnTo>
                <a:lnTo>
                  <a:pt x="14262" y="27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7"/>
                </a:lnTo>
                <a:lnTo>
                  <a:pt x="14448" y="27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7"/>
                </a:lnTo>
                <a:lnTo>
                  <a:pt x="14633" y="27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7"/>
                </a:lnTo>
                <a:lnTo>
                  <a:pt x="14818" y="27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7"/>
                </a:lnTo>
                <a:lnTo>
                  <a:pt x="15003" y="27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7"/>
                </a:lnTo>
                <a:lnTo>
                  <a:pt x="15188" y="27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7"/>
                </a:lnTo>
                <a:lnTo>
                  <a:pt x="15374" y="27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7"/>
                </a:lnTo>
                <a:lnTo>
                  <a:pt x="15559" y="27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7"/>
                </a:lnTo>
                <a:lnTo>
                  <a:pt x="15744" y="27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7"/>
                </a:lnTo>
                <a:lnTo>
                  <a:pt x="15929" y="27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7"/>
                </a:lnTo>
                <a:lnTo>
                  <a:pt x="16115" y="27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7"/>
                </a:lnTo>
                <a:lnTo>
                  <a:pt x="16300" y="27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7"/>
                </a:lnTo>
                <a:lnTo>
                  <a:pt x="16485" y="27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7"/>
                </a:lnTo>
                <a:lnTo>
                  <a:pt x="16670" y="27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7"/>
                </a:lnTo>
                <a:lnTo>
                  <a:pt x="16855" y="27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7"/>
                </a:lnTo>
                <a:lnTo>
                  <a:pt x="17041" y="27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7"/>
                </a:lnTo>
                <a:lnTo>
                  <a:pt x="17226" y="27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7"/>
                </a:lnTo>
                <a:lnTo>
                  <a:pt x="17411" y="27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7"/>
                </a:lnTo>
                <a:lnTo>
                  <a:pt x="17596" y="27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7"/>
                </a:lnTo>
                <a:lnTo>
                  <a:pt x="17781" y="27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7"/>
                </a:lnTo>
                <a:lnTo>
                  <a:pt x="17967" y="27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7"/>
                </a:lnTo>
                <a:lnTo>
                  <a:pt x="18152" y="27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7"/>
                </a:lnTo>
                <a:lnTo>
                  <a:pt x="18337" y="27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7"/>
                </a:lnTo>
                <a:lnTo>
                  <a:pt x="18522" y="27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971280" y="5914440"/>
            <a:ext cx="1162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1161720" y="4714560"/>
            <a:ext cx="0" cy="165744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1161720" y="6372000"/>
            <a:ext cx="6705720" cy="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7862760" y="4714560"/>
            <a:ext cx="9720" cy="1638720"/>
          </a:xfrm>
          <a:custGeom>
            <a:avLst/>
            <a:gdLst/>
            <a:ahLst/>
            <a:rect l="0" t="0" r="r" b="b"/>
            <a:pathLst>
              <a:path w="27" h="4552">
                <a:moveTo>
                  <a:pt x="27" y="0"/>
                </a:moveTo>
                <a:lnTo>
                  <a:pt x="27" y="106"/>
                </a:lnTo>
                <a:lnTo>
                  <a:pt x="0" y="106"/>
                </a:lnTo>
                <a:lnTo>
                  <a:pt x="0" y="0"/>
                </a:lnTo>
                <a:lnTo>
                  <a:pt x="27" y="0"/>
                </a:lnTo>
                <a:moveTo>
                  <a:pt x="27" y="186"/>
                </a:moveTo>
                <a:lnTo>
                  <a:pt x="27" y="291"/>
                </a:lnTo>
                <a:lnTo>
                  <a:pt x="0" y="291"/>
                </a:lnTo>
                <a:lnTo>
                  <a:pt x="0" y="186"/>
                </a:lnTo>
                <a:lnTo>
                  <a:pt x="27" y="186"/>
                </a:lnTo>
                <a:moveTo>
                  <a:pt x="27" y="371"/>
                </a:moveTo>
                <a:lnTo>
                  <a:pt x="27" y="477"/>
                </a:lnTo>
                <a:lnTo>
                  <a:pt x="0" y="477"/>
                </a:lnTo>
                <a:lnTo>
                  <a:pt x="0" y="371"/>
                </a:lnTo>
                <a:lnTo>
                  <a:pt x="27" y="371"/>
                </a:lnTo>
                <a:moveTo>
                  <a:pt x="27" y="556"/>
                </a:moveTo>
                <a:lnTo>
                  <a:pt x="27" y="662"/>
                </a:lnTo>
                <a:lnTo>
                  <a:pt x="0" y="662"/>
                </a:lnTo>
                <a:lnTo>
                  <a:pt x="0" y="556"/>
                </a:lnTo>
                <a:lnTo>
                  <a:pt x="27" y="556"/>
                </a:lnTo>
                <a:moveTo>
                  <a:pt x="27" y="741"/>
                </a:moveTo>
                <a:lnTo>
                  <a:pt x="27" y="847"/>
                </a:lnTo>
                <a:lnTo>
                  <a:pt x="0" y="847"/>
                </a:lnTo>
                <a:lnTo>
                  <a:pt x="0" y="741"/>
                </a:lnTo>
                <a:lnTo>
                  <a:pt x="27" y="741"/>
                </a:lnTo>
                <a:moveTo>
                  <a:pt x="27" y="926"/>
                </a:moveTo>
                <a:lnTo>
                  <a:pt x="27" y="1032"/>
                </a:lnTo>
                <a:lnTo>
                  <a:pt x="0" y="1032"/>
                </a:lnTo>
                <a:lnTo>
                  <a:pt x="0" y="926"/>
                </a:lnTo>
                <a:lnTo>
                  <a:pt x="27" y="926"/>
                </a:lnTo>
                <a:moveTo>
                  <a:pt x="27" y="1112"/>
                </a:moveTo>
                <a:lnTo>
                  <a:pt x="27" y="1217"/>
                </a:lnTo>
                <a:lnTo>
                  <a:pt x="0" y="1217"/>
                </a:lnTo>
                <a:lnTo>
                  <a:pt x="0" y="1112"/>
                </a:lnTo>
                <a:lnTo>
                  <a:pt x="27" y="1112"/>
                </a:lnTo>
                <a:moveTo>
                  <a:pt x="27" y="1297"/>
                </a:moveTo>
                <a:lnTo>
                  <a:pt x="27" y="1403"/>
                </a:lnTo>
                <a:lnTo>
                  <a:pt x="0" y="1403"/>
                </a:lnTo>
                <a:lnTo>
                  <a:pt x="0" y="1297"/>
                </a:lnTo>
                <a:lnTo>
                  <a:pt x="27" y="1297"/>
                </a:lnTo>
                <a:moveTo>
                  <a:pt x="27" y="1482"/>
                </a:moveTo>
                <a:lnTo>
                  <a:pt x="27" y="1588"/>
                </a:lnTo>
                <a:lnTo>
                  <a:pt x="0" y="1588"/>
                </a:lnTo>
                <a:lnTo>
                  <a:pt x="0" y="1482"/>
                </a:lnTo>
                <a:lnTo>
                  <a:pt x="27" y="1482"/>
                </a:lnTo>
                <a:moveTo>
                  <a:pt x="27" y="1667"/>
                </a:moveTo>
                <a:lnTo>
                  <a:pt x="27" y="1773"/>
                </a:lnTo>
                <a:lnTo>
                  <a:pt x="0" y="1773"/>
                </a:lnTo>
                <a:lnTo>
                  <a:pt x="0" y="1667"/>
                </a:lnTo>
                <a:lnTo>
                  <a:pt x="27" y="1667"/>
                </a:lnTo>
                <a:moveTo>
                  <a:pt x="27" y="1852"/>
                </a:moveTo>
                <a:lnTo>
                  <a:pt x="27" y="1958"/>
                </a:lnTo>
                <a:lnTo>
                  <a:pt x="0" y="1958"/>
                </a:lnTo>
                <a:lnTo>
                  <a:pt x="0" y="1852"/>
                </a:lnTo>
                <a:lnTo>
                  <a:pt x="27" y="1852"/>
                </a:lnTo>
                <a:moveTo>
                  <a:pt x="27" y="2038"/>
                </a:moveTo>
                <a:lnTo>
                  <a:pt x="27" y="2143"/>
                </a:lnTo>
                <a:lnTo>
                  <a:pt x="0" y="2143"/>
                </a:lnTo>
                <a:lnTo>
                  <a:pt x="0" y="2038"/>
                </a:lnTo>
                <a:lnTo>
                  <a:pt x="27" y="2038"/>
                </a:lnTo>
                <a:moveTo>
                  <a:pt x="27" y="2223"/>
                </a:moveTo>
                <a:lnTo>
                  <a:pt x="27" y="2329"/>
                </a:lnTo>
                <a:lnTo>
                  <a:pt x="0" y="2329"/>
                </a:lnTo>
                <a:lnTo>
                  <a:pt x="0" y="2223"/>
                </a:lnTo>
                <a:lnTo>
                  <a:pt x="27" y="2223"/>
                </a:lnTo>
                <a:moveTo>
                  <a:pt x="27" y="2408"/>
                </a:moveTo>
                <a:lnTo>
                  <a:pt x="27" y="2514"/>
                </a:lnTo>
                <a:lnTo>
                  <a:pt x="0" y="2514"/>
                </a:lnTo>
                <a:lnTo>
                  <a:pt x="0" y="2408"/>
                </a:lnTo>
                <a:lnTo>
                  <a:pt x="27" y="2408"/>
                </a:lnTo>
                <a:moveTo>
                  <a:pt x="27" y="2593"/>
                </a:moveTo>
                <a:lnTo>
                  <a:pt x="27" y="2699"/>
                </a:lnTo>
                <a:lnTo>
                  <a:pt x="0" y="2699"/>
                </a:lnTo>
                <a:lnTo>
                  <a:pt x="0" y="2593"/>
                </a:lnTo>
                <a:lnTo>
                  <a:pt x="27" y="2593"/>
                </a:lnTo>
                <a:moveTo>
                  <a:pt x="27" y="2778"/>
                </a:moveTo>
                <a:lnTo>
                  <a:pt x="27" y="2885"/>
                </a:lnTo>
                <a:lnTo>
                  <a:pt x="0" y="2885"/>
                </a:lnTo>
                <a:lnTo>
                  <a:pt x="0" y="2778"/>
                </a:lnTo>
                <a:lnTo>
                  <a:pt x="27" y="2778"/>
                </a:lnTo>
                <a:moveTo>
                  <a:pt x="27" y="2965"/>
                </a:moveTo>
                <a:lnTo>
                  <a:pt x="27" y="3071"/>
                </a:lnTo>
                <a:lnTo>
                  <a:pt x="0" y="3071"/>
                </a:lnTo>
                <a:lnTo>
                  <a:pt x="0" y="2965"/>
                </a:lnTo>
                <a:lnTo>
                  <a:pt x="27" y="2965"/>
                </a:lnTo>
                <a:moveTo>
                  <a:pt x="27" y="3150"/>
                </a:moveTo>
                <a:lnTo>
                  <a:pt x="27" y="3256"/>
                </a:lnTo>
                <a:lnTo>
                  <a:pt x="0" y="3256"/>
                </a:lnTo>
                <a:lnTo>
                  <a:pt x="0" y="3150"/>
                </a:lnTo>
                <a:lnTo>
                  <a:pt x="27" y="3150"/>
                </a:lnTo>
                <a:moveTo>
                  <a:pt x="27" y="3335"/>
                </a:moveTo>
                <a:lnTo>
                  <a:pt x="27" y="3441"/>
                </a:lnTo>
                <a:lnTo>
                  <a:pt x="0" y="3441"/>
                </a:lnTo>
                <a:lnTo>
                  <a:pt x="0" y="3335"/>
                </a:lnTo>
                <a:lnTo>
                  <a:pt x="27" y="3335"/>
                </a:lnTo>
                <a:moveTo>
                  <a:pt x="27" y="3520"/>
                </a:moveTo>
                <a:lnTo>
                  <a:pt x="27" y="3626"/>
                </a:lnTo>
                <a:lnTo>
                  <a:pt x="0" y="3626"/>
                </a:lnTo>
                <a:lnTo>
                  <a:pt x="0" y="3520"/>
                </a:lnTo>
                <a:lnTo>
                  <a:pt x="27" y="3520"/>
                </a:lnTo>
                <a:moveTo>
                  <a:pt x="27" y="3706"/>
                </a:moveTo>
                <a:lnTo>
                  <a:pt x="27" y="3811"/>
                </a:lnTo>
                <a:lnTo>
                  <a:pt x="0" y="3811"/>
                </a:lnTo>
                <a:lnTo>
                  <a:pt x="0" y="3706"/>
                </a:lnTo>
                <a:lnTo>
                  <a:pt x="27" y="3706"/>
                </a:lnTo>
                <a:moveTo>
                  <a:pt x="27" y="3891"/>
                </a:moveTo>
                <a:lnTo>
                  <a:pt x="27" y="3997"/>
                </a:lnTo>
                <a:lnTo>
                  <a:pt x="0" y="3997"/>
                </a:lnTo>
                <a:lnTo>
                  <a:pt x="0" y="3891"/>
                </a:lnTo>
                <a:lnTo>
                  <a:pt x="27" y="3891"/>
                </a:lnTo>
                <a:moveTo>
                  <a:pt x="27" y="4076"/>
                </a:moveTo>
                <a:lnTo>
                  <a:pt x="27" y="4182"/>
                </a:lnTo>
                <a:lnTo>
                  <a:pt x="0" y="4182"/>
                </a:lnTo>
                <a:lnTo>
                  <a:pt x="0" y="4076"/>
                </a:lnTo>
                <a:lnTo>
                  <a:pt x="27" y="4076"/>
                </a:lnTo>
                <a:moveTo>
                  <a:pt x="27" y="4261"/>
                </a:moveTo>
                <a:lnTo>
                  <a:pt x="27" y="4367"/>
                </a:lnTo>
                <a:lnTo>
                  <a:pt x="0" y="4367"/>
                </a:lnTo>
                <a:lnTo>
                  <a:pt x="0" y="4261"/>
                </a:lnTo>
                <a:lnTo>
                  <a:pt x="27" y="4261"/>
                </a:lnTo>
                <a:moveTo>
                  <a:pt x="27" y="4446"/>
                </a:moveTo>
                <a:lnTo>
                  <a:pt x="27" y="4552"/>
                </a:lnTo>
                <a:lnTo>
                  <a:pt x="0" y="4552"/>
                </a:lnTo>
                <a:lnTo>
                  <a:pt x="0" y="4446"/>
                </a:lnTo>
                <a:lnTo>
                  <a:pt x="27" y="4446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1028520" y="6321960"/>
            <a:ext cx="9504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 txBox="1"/>
          <p:nvPr/>
        </p:nvSpPr>
        <p:spPr>
          <a:xfrm>
            <a:off x="7924680" y="6321960"/>
            <a:ext cx="1162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0%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7924680" y="5493240"/>
            <a:ext cx="17424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50%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7924680" y="4664520"/>
            <a:ext cx="23184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100%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1569240" y="6550560"/>
            <a:ext cx="2898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2740320" y="6550560"/>
            <a:ext cx="2898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3597840" y="6550560"/>
            <a:ext cx="3474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100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4483440" y="6550560"/>
            <a:ext cx="3474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200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5654880" y="6550560"/>
            <a:ext cx="3474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500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 txBox="1"/>
          <p:nvPr/>
        </p:nvSpPr>
        <p:spPr>
          <a:xfrm>
            <a:off x="6483240" y="65505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1.000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 txBox="1"/>
          <p:nvPr/>
        </p:nvSpPr>
        <p:spPr>
          <a:xfrm>
            <a:off x="7369200" y="65505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2.000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 txBox="1"/>
          <p:nvPr/>
        </p:nvSpPr>
        <p:spPr>
          <a:xfrm>
            <a:off x="1162080" y="4495320"/>
            <a:ext cx="220140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log-scaled duration axis · full range 13 µs–2.468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4183560" y="6620400"/>
            <a:ext cx="3981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Duration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5308920" y="4714560"/>
            <a:ext cx="10080" cy="1638720"/>
          </a:xfrm>
          <a:custGeom>
            <a:avLst/>
            <a:gdLst/>
            <a:ahLst/>
            <a:rect l="0" t="0" r="r" b="b"/>
            <a:pathLst>
              <a:path w="28" h="4552">
                <a:moveTo>
                  <a:pt x="28" y="0"/>
                </a:moveTo>
                <a:lnTo>
                  <a:pt x="28" y="106"/>
                </a:lnTo>
                <a:lnTo>
                  <a:pt x="0" y="106"/>
                </a:lnTo>
                <a:lnTo>
                  <a:pt x="0" y="0"/>
                </a:lnTo>
                <a:lnTo>
                  <a:pt x="28" y="0"/>
                </a:lnTo>
                <a:moveTo>
                  <a:pt x="28" y="186"/>
                </a:moveTo>
                <a:lnTo>
                  <a:pt x="28" y="291"/>
                </a:lnTo>
                <a:lnTo>
                  <a:pt x="0" y="291"/>
                </a:lnTo>
                <a:lnTo>
                  <a:pt x="0" y="186"/>
                </a:lnTo>
                <a:lnTo>
                  <a:pt x="28" y="186"/>
                </a:lnTo>
                <a:moveTo>
                  <a:pt x="28" y="371"/>
                </a:moveTo>
                <a:lnTo>
                  <a:pt x="28" y="477"/>
                </a:lnTo>
                <a:lnTo>
                  <a:pt x="0" y="477"/>
                </a:lnTo>
                <a:lnTo>
                  <a:pt x="0" y="371"/>
                </a:lnTo>
                <a:lnTo>
                  <a:pt x="28" y="371"/>
                </a:lnTo>
                <a:moveTo>
                  <a:pt x="28" y="556"/>
                </a:moveTo>
                <a:lnTo>
                  <a:pt x="28" y="662"/>
                </a:lnTo>
                <a:lnTo>
                  <a:pt x="0" y="662"/>
                </a:lnTo>
                <a:lnTo>
                  <a:pt x="0" y="556"/>
                </a:lnTo>
                <a:lnTo>
                  <a:pt x="28" y="556"/>
                </a:lnTo>
                <a:moveTo>
                  <a:pt x="28" y="741"/>
                </a:moveTo>
                <a:lnTo>
                  <a:pt x="28" y="847"/>
                </a:lnTo>
                <a:lnTo>
                  <a:pt x="0" y="847"/>
                </a:lnTo>
                <a:lnTo>
                  <a:pt x="0" y="741"/>
                </a:lnTo>
                <a:lnTo>
                  <a:pt x="28" y="741"/>
                </a:lnTo>
                <a:moveTo>
                  <a:pt x="28" y="926"/>
                </a:moveTo>
                <a:lnTo>
                  <a:pt x="28" y="1032"/>
                </a:lnTo>
                <a:lnTo>
                  <a:pt x="0" y="1032"/>
                </a:lnTo>
                <a:lnTo>
                  <a:pt x="0" y="926"/>
                </a:lnTo>
                <a:lnTo>
                  <a:pt x="28" y="926"/>
                </a:lnTo>
                <a:moveTo>
                  <a:pt x="28" y="1112"/>
                </a:moveTo>
                <a:lnTo>
                  <a:pt x="28" y="1217"/>
                </a:lnTo>
                <a:lnTo>
                  <a:pt x="0" y="1217"/>
                </a:lnTo>
                <a:lnTo>
                  <a:pt x="0" y="1112"/>
                </a:lnTo>
                <a:lnTo>
                  <a:pt x="28" y="1112"/>
                </a:lnTo>
                <a:moveTo>
                  <a:pt x="28" y="1297"/>
                </a:moveTo>
                <a:lnTo>
                  <a:pt x="28" y="1403"/>
                </a:lnTo>
                <a:lnTo>
                  <a:pt x="0" y="1403"/>
                </a:lnTo>
                <a:lnTo>
                  <a:pt x="0" y="1297"/>
                </a:lnTo>
                <a:lnTo>
                  <a:pt x="28" y="1297"/>
                </a:lnTo>
                <a:moveTo>
                  <a:pt x="28" y="1482"/>
                </a:moveTo>
                <a:lnTo>
                  <a:pt x="28" y="1588"/>
                </a:lnTo>
                <a:lnTo>
                  <a:pt x="0" y="1588"/>
                </a:lnTo>
                <a:lnTo>
                  <a:pt x="0" y="1482"/>
                </a:lnTo>
                <a:lnTo>
                  <a:pt x="28" y="1482"/>
                </a:lnTo>
                <a:moveTo>
                  <a:pt x="28" y="1667"/>
                </a:moveTo>
                <a:lnTo>
                  <a:pt x="28" y="1773"/>
                </a:lnTo>
                <a:lnTo>
                  <a:pt x="0" y="1773"/>
                </a:lnTo>
                <a:lnTo>
                  <a:pt x="0" y="1667"/>
                </a:lnTo>
                <a:lnTo>
                  <a:pt x="28" y="1667"/>
                </a:lnTo>
                <a:moveTo>
                  <a:pt x="28" y="1852"/>
                </a:moveTo>
                <a:lnTo>
                  <a:pt x="28" y="1958"/>
                </a:lnTo>
                <a:lnTo>
                  <a:pt x="0" y="1958"/>
                </a:lnTo>
                <a:lnTo>
                  <a:pt x="0" y="1852"/>
                </a:lnTo>
                <a:lnTo>
                  <a:pt x="28" y="1852"/>
                </a:lnTo>
                <a:moveTo>
                  <a:pt x="28" y="2038"/>
                </a:moveTo>
                <a:lnTo>
                  <a:pt x="28" y="2143"/>
                </a:lnTo>
                <a:lnTo>
                  <a:pt x="0" y="2143"/>
                </a:lnTo>
                <a:lnTo>
                  <a:pt x="0" y="2038"/>
                </a:lnTo>
                <a:lnTo>
                  <a:pt x="28" y="2038"/>
                </a:lnTo>
                <a:moveTo>
                  <a:pt x="28" y="2223"/>
                </a:moveTo>
                <a:lnTo>
                  <a:pt x="28" y="2329"/>
                </a:lnTo>
                <a:lnTo>
                  <a:pt x="0" y="2329"/>
                </a:lnTo>
                <a:lnTo>
                  <a:pt x="0" y="2223"/>
                </a:lnTo>
                <a:lnTo>
                  <a:pt x="28" y="2223"/>
                </a:lnTo>
                <a:moveTo>
                  <a:pt x="28" y="2408"/>
                </a:moveTo>
                <a:lnTo>
                  <a:pt x="28" y="2514"/>
                </a:lnTo>
                <a:lnTo>
                  <a:pt x="0" y="2514"/>
                </a:lnTo>
                <a:lnTo>
                  <a:pt x="0" y="2408"/>
                </a:lnTo>
                <a:lnTo>
                  <a:pt x="28" y="2408"/>
                </a:lnTo>
                <a:moveTo>
                  <a:pt x="28" y="2593"/>
                </a:moveTo>
                <a:lnTo>
                  <a:pt x="28" y="2699"/>
                </a:lnTo>
                <a:lnTo>
                  <a:pt x="0" y="2699"/>
                </a:lnTo>
                <a:lnTo>
                  <a:pt x="0" y="2593"/>
                </a:lnTo>
                <a:lnTo>
                  <a:pt x="28" y="2593"/>
                </a:lnTo>
                <a:moveTo>
                  <a:pt x="28" y="2778"/>
                </a:moveTo>
                <a:lnTo>
                  <a:pt x="28" y="2885"/>
                </a:lnTo>
                <a:lnTo>
                  <a:pt x="0" y="2885"/>
                </a:lnTo>
                <a:lnTo>
                  <a:pt x="0" y="2778"/>
                </a:lnTo>
                <a:lnTo>
                  <a:pt x="28" y="2778"/>
                </a:lnTo>
                <a:moveTo>
                  <a:pt x="28" y="2965"/>
                </a:moveTo>
                <a:lnTo>
                  <a:pt x="28" y="3071"/>
                </a:lnTo>
                <a:lnTo>
                  <a:pt x="0" y="3071"/>
                </a:lnTo>
                <a:lnTo>
                  <a:pt x="0" y="2965"/>
                </a:lnTo>
                <a:lnTo>
                  <a:pt x="28" y="2965"/>
                </a:lnTo>
                <a:moveTo>
                  <a:pt x="28" y="3150"/>
                </a:moveTo>
                <a:lnTo>
                  <a:pt x="28" y="3256"/>
                </a:lnTo>
                <a:lnTo>
                  <a:pt x="0" y="3256"/>
                </a:lnTo>
                <a:lnTo>
                  <a:pt x="0" y="3150"/>
                </a:lnTo>
                <a:lnTo>
                  <a:pt x="28" y="3150"/>
                </a:lnTo>
                <a:moveTo>
                  <a:pt x="28" y="3335"/>
                </a:moveTo>
                <a:lnTo>
                  <a:pt x="28" y="3441"/>
                </a:lnTo>
                <a:lnTo>
                  <a:pt x="0" y="3441"/>
                </a:lnTo>
                <a:lnTo>
                  <a:pt x="0" y="3335"/>
                </a:lnTo>
                <a:lnTo>
                  <a:pt x="28" y="3335"/>
                </a:lnTo>
                <a:moveTo>
                  <a:pt x="28" y="3520"/>
                </a:moveTo>
                <a:lnTo>
                  <a:pt x="28" y="3626"/>
                </a:lnTo>
                <a:lnTo>
                  <a:pt x="0" y="3626"/>
                </a:lnTo>
                <a:lnTo>
                  <a:pt x="0" y="3520"/>
                </a:lnTo>
                <a:lnTo>
                  <a:pt x="28" y="3520"/>
                </a:lnTo>
                <a:moveTo>
                  <a:pt x="28" y="3706"/>
                </a:moveTo>
                <a:lnTo>
                  <a:pt x="28" y="3811"/>
                </a:lnTo>
                <a:lnTo>
                  <a:pt x="0" y="3811"/>
                </a:lnTo>
                <a:lnTo>
                  <a:pt x="0" y="3706"/>
                </a:lnTo>
                <a:lnTo>
                  <a:pt x="28" y="3706"/>
                </a:lnTo>
                <a:moveTo>
                  <a:pt x="28" y="3891"/>
                </a:moveTo>
                <a:lnTo>
                  <a:pt x="28" y="3997"/>
                </a:lnTo>
                <a:lnTo>
                  <a:pt x="0" y="3997"/>
                </a:lnTo>
                <a:lnTo>
                  <a:pt x="0" y="3891"/>
                </a:lnTo>
                <a:lnTo>
                  <a:pt x="28" y="3891"/>
                </a:lnTo>
                <a:moveTo>
                  <a:pt x="28" y="4076"/>
                </a:moveTo>
                <a:lnTo>
                  <a:pt x="28" y="4182"/>
                </a:lnTo>
                <a:lnTo>
                  <a:pt x="0" y="4182"/>
                </a:lnTo>
                <a:lnTo>
                  <a:pt x="0" y="4076"/>
                </a:lnTo>
                <a:lnTo>
                  <a:pt x="28" y="4076"/>
                </a:lnTo>
                <a:moveTo>
                  <a:pt x="28" y="4261"/>
                </a:moveTo>
                <a:lnTo>
                  <a:pt x="28" y="4367"/>
                </a:lnTo>
                <a:lnTo>
                  <a:pt x="0" y="4367"/>
                </a:lnTo>
                <a:lnTo>
                  <a:pt x="0" y="4261"/>
                </a:lnTo>
                <a:lnTo>
                  <a:pt x="28" y="4261"/>
                </a:lnTo>
                <a:moveTo>
                  <a:pt x="28" y="4446"/>
                </a:moveTo>
                <a:lnTo>
                  <a:pt x="28" y="4552"/>
                </a:lnTo>
                <a:lnTo>
                  <a:pt x="0" y="4552"/>
                </a:lnTo>
                <a:lnTo>
                  <a:pt x="0" y="4446"/>
                </a:lnTo>
                <a:lnTo>
                  <a:pt x="28" y="4446"/>
                </a:lnTo>
                <a:close/>
              </a:path>
            </a:pathLst>
          </a:custGeom>
          <a:solidFill>
            <a:srgbClr val="CE93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 txBox="1"/>
          <p:nvPr/>
        </p:nvSpPr>
        <p:spPr>
          <a:xfrm rot="16200000">
            <a:off x="433080" y="5531400"/>
            <a:ext cx="2811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Count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3380040" y="4714560"/>
            <a:ext cx="9720" cy="1638720"/>
          </a:xfrm>
          <a:custGeom>
            <a:avLst/>
            <a:gdLst/>
            <a:ahLst/>
            <a:rect l="0" t="0" r="r" b="b"/>
            <a:pathLst>
              <a:path w="27" h="4552">
                <a:moveTo>
                  <a:pt x="27" y="0"/>
                </a:moveTo>
                <a:lnTo>
                  <a:pt x="27" y="106"/>
                </a:lnTo>
                <a:lnTo>
                  <a:pt x="0" y="106"/>
                </a:lnTo>
                <a:lnTo>
                  <a:pt x="0" y="0"/>
                </a:lnTo>
                <a:lnTo>
                  <a:pt x="27" y="0"/>
                </a:lnTo>
                <a:moveTo>
                  <a:pt x="27" y="186"/>
                </a:moveTo>
                <a:lnTo>
                  <a:pt x="27" y="291"/>
                </a:lnTo>
                <a:lnTo>
                  <a:pt x="0" y="291"/>
                </a:lnTo>
                <a:lnTo>
                  <a:pt x="0" y="186"/>
                </a:lnTo>
                <a:lnTo>
                  <a:pt x="27" y="186"/>
                </a:lnTo>
                <a:moveTo>
                  <a:pt x="27" y="371"/>
                </a:moveTo>
                <a:lnTo>
                  <a:pt x="27" y="477"/>
                </a:lnTo>
                <a:lnTo>
                  <a:pt x="0" y="477"/>
                </a:lnTo>
                <a:lnTo>
                  <a:pt x="0" y="371"/>
                </a:lnTo>
                <a:lnTo>
                  <a:pt x="27" y="371"/>
                </a:lnTo>
                <a:moveTo>
                  <a:pt x="27" y="556"/>
                </a:moveTo>
                <a:lnTo>
                  <a:pt x="27" y="662"/>
                </a:lnTo>
                <a:lnTo>
                  <a:pt x="0" y="662"/>
                </a:lnTo>
                <a:lnTo>
                  <a:pt x="0" y="556"/>
                </a:lnTo>
                <a:lnTo>
                  <a:pt x="27" y="556"/>
                </a:lnTo>
                <a:moveTo>
                  <a:pt x="27" y="741"/>
                </a:moveTo>
                <a:lnTo>
                  <a:pt x="27" y="847"/>
                </a:lnTo>
                <a:lnTo>
                  <a:pt x="0" y="847"/>
                </a:lnTo>
                <a:lnTo>
                  <a:pt x="0" y="741"/>
                </a:lnTo>
                <a:lnTo>
                  <a:pt x="27" y="741"/>
                </a:lnTo>
                <a:moveTo>
                  <a:pt x="27" y="926"/>
                </a:moveTo>
                <a:lnTo>
                  <a:pt x="27" y="1032"/>
                </a:lnTo>
                <a:lnTo>
                  <a:pt x="0" y="1032"/>
                </a:lnTo>
                <a:lnTo>
                  <a:pt x="0" y="926"/>
                </a:lnTo>
                <a:lnTo>
                  <a:pt x="27" y="926"/>
                </a:lnTo>
                <a:moveTo>
                  <a:pt x="27" y="1112"/>
                </a:moveTo>
                <a:lnTo>
                  <a:pt x="27" y="1217"/>
                </a:lnTo>
                <a:lnTo>
                  <a:pt x="0" y="1217"/>
                </a:lnTo>
                <a:lnTo>
                  <a:pt x="0" y="1112"/>
                </a:lnTo>
                <a:lnTo>
                  <a:pt x="27" y="1112"/>
                </a:lnTo>
                <a:moveTo>
                  <a:pt x="27" y="1297"/>
                </a:moveTo>
                <a:lnTo>
                  <a:pt x="27" y="1403"/>
                </a:lnTo>
                <a:lnTo>
                  <a:pt x="0" y="1403"/>
                </a:lnTo>
                <a:lnTo>
                  <a:pt x="0" y="1297"/>
                </a:lnTo>
                <a:lnTo>
                  <a:pt x="27" y="1297"/>
                </a:lnTo>
                <a:moveTo>
                  <a:pt x="27" y="1482"/>
                </a:moveTo>
                <a:lnTo>
                  <a:pt x="27" y="1588"/>
                </a:lnTo>
                <a:lnTo>
                  <a:pt x="0" y="1588"/>
                </a:lnTo>
                <a:lnTo>
                  <a:pt x="0" y="1482"/>
                </a:lnTo>
                <a:lnTo>
                  <a:pt x="27" y="1482"/>
                </a:lnTo>
                <a:moveTo>
                  <a:pt x="27" y="1667"/>
                </a:moveTo>
                <a:lnTo>
                  <a:pt x="27" y="1773"/>
                </a:lnTo>
                <a:lnTo>
                  <a:pt x="0" y="1773"/>
                </a:lnTo>
                <a:lnTo>
                  <a:pt x="0" y="1667"/>
                </a:lnTo>
                <a:lnTo>
                  <a:pt x="27" y="1667"/>
                </a:lnTo>
                <a:moveTo>
                  <a:pt x="27" y="1852"/>
                </a:moveTo>
                <a:lnTo>
                  <a:pt x="27" y="1958"/>
                </a:lnTo>
                <a:lnTo>
                  <a:pt x="0" y="1958"/>
                </a:lnTo>
                <a:lnTo>
                  <a:pt x="0" y="1852"/>
                </a:lnTo>
                <a:lnTo>
                  <a:pt x="27" y="1852"/>
                </a:lnTo>
                <a:moveTo>
                  <a:pt x="27" y="2038"/>
                </a:moveTo>
                <a:lnTo>
                  <a:pt x="27" y="2143"/>
                </a:lnTo>
                <a:lnTo>
                  <a:pt x="0" y="2143"/>
                </a:lnTo>
                <a:lnTo>
                  <a:pt x="0" y="2038"/>
                </a:lnTo>
                <a:lnTo>
                  <a:pt x="27" y="2038"/>
                </a:lnTo>
                <a:moveTo>
                  <a:pt x="27" y="2223"/>
                </a:moveTo>
                <a:lnTo>
                  <a:pt x="27" y="2329"/>
                </a:lnTo>
                <a:lnTo>
                  <a:pt x="0" y="2329"/>
                </a:lnTo>
                <a:lnTo>
                  <a:pt x="0" y="2223"/>
                </a:lnTo>
                <a:lnTo>
                  <a:pt x="27" y="2223"/>
                </a:lnTo>
                <a:moveTo>
                  <a:pt x="27" y="2408"/>
                </a:moveTo>
                <a:lnTo>
                  <a:pt x="27" y="2514"/>
                </a:lnTo>
                <a:lnTo>
                  <a:pt x="0" y="2514"/>
                </a:lnTo>
                <a:lnTo>
                  <a:pt x="0" y="2408"/>
                </a:lnTo>
                <a:lnTo>
                  <a:pt x="27" y="2408"/>
                </a:lnTo>
                <a:moveTo>
                  <a:pt x="27" y="2593"/>
                </a:moveTo>
                <a:lnTo>
                  <a:pt x="27" y="2699"/>
                </a:lnTo>
                <a:lnTo>
                  <a:pt x="0" y="2699"/>
                </a:lnTo>
                <a:lnTo>
                  <a:pt x="0" y="2593"/>
                </a:lnTo>
                <a:lnTo>
                  <a:pt x="27" y="2593"/>
                </a:lnTo>
                <a:moveTo>
                  <a:pt x="27" y="2778"/>
                </a:moveTo>
                <a:lnTo>
                  <a:pt x="27" y="2885"/>
                </a:lnTo>
                <a:lnTo>
                  <a:pt x="0" y="2885"/>
                </a:lnTo>
                <a:lnTo>
                  <a:pt x="0" y="2778"/>
                </a:lnTo>
                <a:lnTo>
                  <a:pt x="27" y="2778"/>
                </a:lnTo>
                <a:moveTo>
                  <a:pt x="27" y="2965"/>
                </a:moveTo>
                <a:lnTo>
                  <a:pt x="27" y="3071"/>
                </a:lnTo>
                <a:lnTo>
                  <a:pt x="0" y="3071"/>
                </a:lnTo>
                <a:lnTo>
                  <a:pt x="0" y="2965"/>
                </a:lnTo>
                <a:lnTo>
                  <a:pt x="27" y="2965"/>
                </a:lnTo>
                <a:moveTo>
                  <a:pt x="27" y="3150"/>
                </a:moveTo>
                <a:lnTo>
                  <a:pt x="27" y="3256"/>
                </a:lnTo>
                <a:lnTo>
                  <a:pt x="0" y="3256"/>
                </a:lnTo>
                <a:lnTo>
                  <a:pt x="0" y="3150"/>
                </a:lnTo>
                <a:lnTo>
                  <a:pt x="27" y="3150"/>
                </a:lnTo>
                <a:moveTo>
                  <a:pt x="27" y="3335"/>
                </a:moveTo>
                <a:lnTo>
                  <a:pt x="27" y="3441"/>
                </a:lnTo>
                <a:lnTo>
                  <a:pt x="0" y="3441"/>
                </a:lnTo>
                <a:lnTo>
                  <a:pt x="0" y="3335"/>
                </a:lnTo>
                <a:lnTo>
                  <a:pt x="27" y="3335"/>
                </a:lnTo>
                <a:moveTo>
                  <a:pt x="27" y="3520"/>
                </a:moveTo>
                <a:lnTo>
                  <a:pt x="27" y="3626"/>
                </a:lnTo>
                <a:lnTo>
                  <a:pt x="0" y="3626"/>
                </a:lnTo>
                <a:lnTo>
                  <a:pt x="0" y="3520"/>
                </a:lnTo>
                <a:lnTo>
                  <a:pt x="27" y="3520"/>
                </a:lnTo>
                <a:moveTo>
                  <a:pt x="27" y="3706"/>
                </a:moveTo>
                <a:lnTo>
                  <a:pt x="27" y="3811"/>
                </a:lnTo>
                <a:lnTo>
                  <a:pt x="0" y="3811"/>
                </a:lnTo>
                <a:lnTo>
                  <a:pt x="0" y="3706"/>
                </a:lnTo>
                <a:lnTo>
                  <a:pt x="27" y="3706"/>
                </a:lnTo>
                <a:moveTo>
                  <a:pt x="27" y="3891"/>
                </a:moveTo>
                <a:lnTo>
                  <a:pt x="27" y="3997"/>
                </a:lnTo>
                <a:lnTo>
                  <a:pt x="0" y="3997"/>
                </a:lnTo>
                <a:lnTo>
                  <a:pt x="0" y="3891"/>
                </a:lnTo>
                <a:lnTo>
                  <a:pt x="27" y="3891"/>
                </a:lnTo>
                <a:moveTo>
                  <a:pt x="27" y="4076"/>
                </a:moveTo>
                <a:lnTo>
                  <a:pt x="27" y="4182"/>
                </a:lnTo>
                <a:lnTo>
                  <a:pt x="0" y="4182"/>
                </a:lnTo>
                <a:lnTo>
                  <a:pt x="0" y="4076"/>
                </a:lnTo>
                <a:lnTo>
                  <a:pt x="27" y="4076"/>
                </a:lnTo>
                <a:moveTo>
                  <a:pt x="27" y="4261"/>
                </a:moveTo>
                <a:lnTo>
                  <a:pt x="27" y="4367"/>
                </a:lnTo>
                <a:lnTo>
                  <a:pt x="0" y="4367"/>
                </a:lnTo>
                <a:lnTo>
                  <a:pt x="0" y="4261"/>
                </a:lnTo>
                <a:lnTo>
                  <a:pt x="27" y="4261"/>
                </a:lnTo>
                <a:moveTo>
                  <a:pt x="27" y="4446"/>
                </a:moveTo>
                <a:lnTo>
                  <a:pt x="27" y="4552"/>
                </a:lnTo>
                <a:lnTo>
                  <a:pt x="0" y="4552"/>
                </a:lnTo>
                <a:lnTo>
                  <a:pt x="0" y="4446"/>
                </a:lnTo>
                <a:lnTo>
                  <a:pt x="27" y="4446"/>
                </a:lnTo>
                <a:close/>
              </a:path>
            </a:pathLst>
          </a:custGeom>
          <a:solidFill>
            <a:srgbClr val="4CAF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5236560" y="45972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CE93D8"/>
                </a:solidFill>
                <a:effectLst/>
                <a:uFillTx/>
                <a:latin typeface="DejaVuSansMono"/>
                <a:ea typeface="DejaVuSansMono"/>
              </a:rPr>
              <a:t>avg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7553880" y="4714560"/>
            <a:ext cx="9720" cy="1638720"/>
          </a:xfrm>
          <a:custGeom>
            <a:avLst/>
            <a:gdLst/>
            <a:ahLst/>
            <a:rect l="0" t="0" r="r" b="b"/>
            <a:pathLst>
              <a:path w="27" h="4552">
                <a:moveTo>
                  <a:pt x="27" y="0"/>
                </a:moveTo>
                <a:lnTo>
                  <a:pt x="27" y="106"/>
                </a:lnTo>
                <a:lnTo>
                  <a:pt x="0" y="106"/>
                </a:lnTo>
                <a:lnTo>
                  <a:pt x="0" y="0"/>
                </a:lnTo>
                <a:lnTo>
                  <a:pt x="27" y="0"/>
                </a:lnTo>
                <a:moveTo>
                  <a:pt x="27" y="186"/>
                </a:moveTo>
                <a:lnTo>
                  <a:pt x="27" y="291"/>
                </a:lnTo>
                <a:lnTo>
                  <a:pt x="0" y="291"/>
                </a:lnTo>
                <a:lnTo>
                  <a:pt x="0" y="186"/>
                </a:lnTo>
                <a:lnTo>
                  <a:pt x="27" y="186"/>
                </a:lnTo>
                <a:moveTo>
                  <a:pt x="27" y="371"/>
                </a:moveTo>
                <a:lnTo>
                  <a:pt x="27" y="477"/>
                </a:lnTo>
                <a:lnTo>
                  <a:pt x="0" y="477"/>
                </a:lnTo>
                <a:lnTo>
                  <a:pt x="0" y="371"/>
                </a:lnTo>
                <a:lnTo>
                  <a:pt x="27" y="371"/>
                </a:lnTo>
                <a:moveTo>
                  <a:pt x="27" y="556"/>
                </a:moveTo>
                <a:lnTo>
                  <a:pt x="27" y="662"/>
                </a:lnTo>
                <a:lnTo>
                  <a:pt x="0" y="662"/>
                </a:lnTo>
                <a:lnTo>
                  <a:pt x="0" y="556"/>
                </a:lnTo>
                <a:lnTo>
                  <a:pt x="27" y="556"/>
                </a:lnTo>
                <a:moveTo>
                  <a:pt x="27" y="741"/>
                </a:moveTo>
                <a:lnTo>
                  <a:pt x="27" y="847"/>
                </a:lnTo>
                <a:lnTo>
                  <a:pt x="0" y="847"/>
                </a:lnTo>
                <a:lnTo>
                  <a:pt x="0" y="741"/>
                </a:lnTo>
                <a:lnTo>
                  <a:pt x="27" y="741"/>
                </a:lnTo>
                <a:moveTo>
                  <a:pt x="27" y="926"/>
                </a:moveTo>
                <a:lnTo>
                  <a:pt x="27" y="1032"/>
                </a:lnTo>
                <a:lnTo>
                  <a:pt x="0" y="1032"/>
                </a:lnTo>
                <a:lnTo>
                  <a:pt x="0" y="926"/>
                </a:lnTo>
                <a:lnTo>
                  <a:pt x="27" y="926"/>
                </a:lnTo>
                <a:moveTo>
                  <a:pt x="27" y="1112"/>
                </a:moveTo>
                <a:lnTo>
                  <a:pt x="27" y="1217"/>
                </a:lnTo>
                <a:lnTo>
                  <a:pt x="0" y="1217"/>
                </a:lnTo>
                <a:lnTo>
                  <a:pt x="0" y="1112"/>
                </a:lnTo>
                <a:lnTo>
                  <a:pt x="27" y="1112"/>
                </a:lnTo>
                <a:moveTo>
                  <a:pt x="27" y="1297"/>
                </a:moveTo>
                <a:lnTo>
                  <a:pt x="27" y="1403"/>
                </a:lnTo>
                <a:lnTo>
                  <a:pt x="0" y="1403"/>
                </a:lnTo>
                <a:lnTo>
                  <a:pt x="0" y="1297"/>
                </a:lnTo>
                <a:lnTo>
                  <a:pt x="27" y="1297"/>
                </a:lnTo>
                <a:moveTo>
                  <a:pt x="27" y="1482"/>
                </a:moveTo>
                <a:lnTo>
                  <a:pt x="27" y="1588"/>
                </a:lnTo>
                <a:lnTo>
                  <a:pt x="0" y="1588"/>
                </a:lnTo>
                <a:lnTo>
                  <a:pt x="0" y="1482"/>
                </a:lnTo>
                <a:lnTo>
                  <a:pt x="27" y="1482"/>
                </a:lnTo>
                <a:moveTo>
                  <a:pt x="27" y="1667"/>
                </a:moveTo>
                <a:lnTo>
                  <a:pt x="27" y="1773"/>
                </a:lnTo>
                <a:lnTo>
                  <a:pt x="0" y="1773"/>
                </a:lnTo>
                <a:lnTo>
                  <a:pt x="0" y="1667"/>
                </a:lnTo>
                <a:lnTo>
                  <a:pt x="27" y="1667"/>
                </a:lnTo>
                <a:moveTo>
                  <a:pt x="27" y="1852"/>
                </a:moveTo>
                <a:lnTo>
                  <a:pt x="27" y="1958"/>
                </a:lnTo>
                <a:lnTo>
                  <a:pt x="0" y="1958"/>
                </a:lnTo>
                <a:lnTo>
                  <a:pt x="0" y="1852"/>
                </a:lnTo>
                <a:lnTo>
                  <a:pt x="27" y="1852"/>
                </a:lnTo>
                <a:moveTo>
                  <a:pt x="27" y="2038"/>
                </a:moveTo>
                <a:lnTo>
                  <a:pt x="27" y="2143"/>
                </a:lnTo>
                <a:lnTo>
                  <a:pt x="0" y="2143"/>
                </a:lnTo>
                <a:lnTo>
                  <a:pt x="0" y="2038"/>
                </a:lnTo>
                <a:lnTo>
                  <a:pt x="27" y="2038"/>
                </a:lnTo>
                <a:moveTo>
                  <a:pt x="27" y="2223"/>
                </a:moveTo>
                <a:lnTo>
                  <a:pt x="27" y="2329"/>
                </a:lnTo>
                <a:lnTo>
                  <a:pt x="0" y="2329"/>
                </a:lnTo>
                <a:lnTo>
                  <a:pt x="0" y="2223"/>
                </a:lnTo>
                <a:lnTo>
                  <a:pt x="27" y="2223"/>
                </a:lnTo>
                <a:moveTo>
                  <a:pt x="27" y="2408"/>
                </a:moveTo>
                <a:lnTo>
                  <a:pt x="27" y="2514"/>
                </a:lnTo>
                <a:lnTo>
                  <a:pt x="0" y="2514"/>
                </a:lnTo>
                <a:lnTo>
                  <a:pt x="0" y="2408"/>
                </a:lnTo>
                <a:lnTo>
                  <a:pt x="27" y="2408"/>
                </a:lnTo>
                <a:moveTo>
                  <a:pt x="27" y="2593"/>
                </a:moveTo>
                <a:lnTo>
                  <a:pt x="27" y="2699"/>
                </a:lnTo>
                <a:lnTo>
                  <a:pt x="0" y="2699"/>
                </a:lnTo>
                <a:lnTo>
                  <a:pt x="0" y="2593"/>
                </a:lnTo>
                <a:lnTo>
                  <a:pt x="27" y="2593"/>
                </a:lnTo>
                <a:moveTo>
                  <a:pt x="27" y="2778"/>
                </a:moveTo>
                <a:lnTo>
                  <a:pt x="27" y="2885"/>
                </a:lnTo>
                <a:lnTo>
                  <a:pt x="0" y="2885"/>
                </a:lnTo>
                <a:lnTo>
                  <a:pt x="0" y="2778"/>
                </a:lnTo>
                <a:lnTo>
                  <a:pt x="27" y="2778"/>
                </a:lnTo>
                <a:moveTo>
                  <a:pt x="27" y="2965"/>
                </a:moveTo>
                <a:lnTo>
                  <a:pt x="27" y="3071"/>
                </a:lnTo>
                <a:lnTo>
                  <a:pt x="0" y="3071"/>
                </a:lnTo>
                <a:lnTo>
                  <a:pt x="0" y="2965"/>
                </a:lnTo>
                <a:lnTo>
                  <a:pt x="27" y="2965"/>
                </a:lnTo>
                <a:moveTo>
                  <a:pt x="27" y="3150"/>
                </a:moveTo>
                <a:lnTo>
                  <a:pt x="27" y="3256"/>
                </a:lnTo>
                <a:lnTo>
                  <a:pt x="0" y="3256"/>
                </a:lnTo>
                <a:lnTo>
                  <a:pt x="0" y="3150"/>
                </a:lnTo>
                <a:lnTo>
                  <a:pt x="27" y="3150"/>
                </a:lnTo>
                <a:moveTo>
                  <a:pt x="27" y="3335"/>
                </a:moveTo>
                <a:lnTo>
                  <a:pt x="27" y="3441"/>
                </a:lnTo>
                <a:lnTo>
                  <a:pt x="0" y="3441"/>
                </a:lnTo>
                <a:lnTo>
                  <a:pt x="0" y="3335"/>
                </a:lnTo>
                <a:lnTo>
                  <a:pt x="27" y="3335"/>
                </a:lnTo>
                <a:moveTo>
                  <a:pt x="27" y="3520"/>
                </a:moveTo>
                <a:lnTo>
                  <a:pt x="27" y="3626"/>
                </a:lnTo>
                <a:lnTo>
                  <a:pt x="0" y="3626"/>
                </a:lnTo>
                <a:lnTo>
                  <a:pt x="0" y="3520"/>
                </a:lnTo>
                <a:lnTo>
                  <a:pt x="27" y="3520"/>
                </a:lnTo>
                <a:moveTo>
                  <a:pt x="27" y="3706"/>
                </a:moveTo>
                <a:lnTo>
                  <a:pt x="27" y="3811"/>
                </a:lnTo>
                <a:lnTo>
                  <a:pt x="0" y="3811"/>
                </a:lnTo>
                <a:lnTo>
                  <a:pt x="0" y="3706"/>
                </a:lnTo>
                <a:lnTo>
                  <a:pt x="27" y="3706"/>
                </a:lnTo>
                <a:moveTo>
                  <a:pt x="27" y="3891"/>
                </a:moveTo>
                <a:lnTo>
                  <a:pt x="27" y="3997"/>
                </a:lnTo>
                <a:lnTo>
                  <a:pt x="0" y="3997"/>
                </a:lnTo>
                <a:lnTo>
                  <a:pt x="0" y="3891"/>
                </a:lnTo>
                <a:lnTo>
                  <a:pt x="27" y="3891"/>
                </a:lnTo>
                <a:moveTo>
                  <a:pt x="27" y="4076"/>
                </a:moveTo>
                <a:lnTo>
                  <a:pt x="27" y="4182"/>
                </a:lnTo>
                <a:lnTo>
                  <a:pt x="0" y="4182"/>
                </a:lnTo>
                <a:lnTo>
                  <a:pt x="0" y="4076"/>
                </a:lnTo>
                <a:lnTo>
                  <a:pt x="27" y="4076"/>
                </a:lnTo>
                <a:moveTo>
                  <a:pt x="27" y="4261"/>
                </a:moveTo>
                <a:lnTo>
                  <a:pt x="27" y="4367"/>
                </a:lnTo>
                <a:lnTo>
                  <a:pt x="0" y="4367"/>
                </a:lnTo>
                <a:lnTo>
                  <a:pt x="0" y="4261"/>
                </a:lnTo>
                <a:lnTo>
                  <a:pt x="27" y="4261"/>
                </a:lnTo>
                <a:moveTo>
                  <a:pt x="27" y="4446"/>
                </a:moveTo>
                <a:lnTo>
                  <a:pt x="27" y="4552"/>
                </a:lnTo>
                <a:lnTo>
                  <a:pt x="0" y="4552"/>
                </a:lnTo>
                <a:lnTo>
                  <a:pt x="0" y="4446"/>
                </a:lnTo>
                <a:lnTo>
                  <a:pt x="27" y="4446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3307320" y="45972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4CAF50"/>
                </a:solidFill>
                <a:effectLst/>
                <a:uFillTx/>
                <a:latin typeface="DejaVuSansMono"/>
                <a:ea typeface="DejaVuSansMono"/>
              </a:rPr>
              <a:t>p50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1161720" y="4714560"/>
            <a:ext cx="158760" cy="1657800"/>
          </a:xfrm>
          <a:custGeom>
            <a:avLst/>
            <a:gdLst/>
            <a:ahLst/>
            <a:rect l="0" t="0" r="r" b="b"/>
            <a:pathLst>
              <a:path w="441" h="4605">
                <a:moveTo>
                  <a:pt x="0" y="0"/>
                </a:moveTo>
                <a:lnTo>
                  <a:pt x="441" y="0"/>
                </a:lnTo>
                <a:lnTo>
                  <a:pt x="441" y="4605"/>
                </a:lnTo>
                <a:lnTo>
                  <a:pt x="0" y="460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1329480" y="5937480"/>
            <a:ext cx="158400" cy="434880"/>
          </a:xfrm>
          <a:custGeom>
            <a:avLst/>
            <a:gdLst/>
            <a:ahLst/>
            <a:rect l="0" t="0" r="r" b="b"/>
            <a:pathLst>
              <a:path w="440" h="1208">
                <a:moveTo>
                  <a:pt x="0" y="0"/>
                </a:moveTo>
                <a:lnTo>
                  <a:pt x="440" y="0"/>
                </a:lnTo>
                <a:lnTo>
                  <a:pt x="440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2335320" y="6181920"/>
            <a:ext cx="158400" cy="190440"/>
          </a:xfrm>
          <a:custGeom>
            <a:avLst/>
            <a:gdLst/>
            <a:ahLst/>
            <a:rect l="0" t="0" r="r" b="b"/>
            <a:pathLst>
              <a:path w="440" h="529">
                <a:moveTo>
                  <a:pt x="0" y="0"/>
                </a:moveTo>
                <a:lnTo>
                  <a:pt x="440" y="0"/>
                </a:lnTo>
                <a:lnTo>
                  <a:pt x="440" y="529"/>
                </a:lnTo>
                <a:lnTo>
                  <a:pt x="0" y="529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2503080" y="5692680"/>
            <a:ext cx="158400" cy="679680"/>
          </a:xfrm>
          <a:custGeom>
            <a:avLst/>
            <a:gdLst/>
            <a:ahLst/>
            <a:rect l="0" t="0" r="r" b="b"/>
            <a:pathLst>
              <a:path w="440" h="1888">
                <a:moveTo>
                  <a:pt x="0" y="0"/>
                </a:moveTo>
                <a:lnTo>
                  <a:pt x="440" y="0"/>
                </a:lnTo>
                <a:lnTo>
                  <a:pt x="440" y="1888"/>
                </a:lnTo>
                <a:lnTo>
                  <a:pt x="0" y="188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2670480" y="6045840"/>
            <a:ext cx="158760" cy="326520"/>
          </a:xfrm>
          <a:custGeom>
            <a:avLst/>
            <a:gdLst/>
            <a:ahLst/>
            <a:rect l="0" t="0" r="r" b="b"/>
            <a:pathLst>
              <a:path w="441" h="907">
                <a:moveTo>
                  <a:pt x="0" y="0"/>
                </a:moveTo>
                <a:lnTo>
                  <a:pt x="441" y="0"/>
                </a:lnTo>
                <a:lnTo>
                  <a:pt x="441" y="907"/>
                </a:lnTo>
                <a:lnTo>
                  <a:pt x="0" y="9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2838240" y="6045840"/>
            <a:ext cx="158400" cy="326520"/>
          </a:xfrm>
          <a:custGeom>
            <a:avLst/>
            <a:gdLst/>
            <a:ahLst/>
            <a:rect l="0" t="0" r="r" b="b"/>
            <a:pathLst>
              <a:path w="440" h="907">
                <a:moveTo>
                  <a:pt x="0" y="0"/>
                </a:moveTo>
                <a:lnTo>
                  <a:pt x="440" y="0"/>
                </a:lnTo>
                <a:lnTo>
                  <a:pt x="440" y="907"/>
                </a:lnTo>
                <a:lnTo>
                  <a:pt x="0" y="9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3006000" y="5991840"/>
            <a:ext cx="158400" cy="380520"/>
          </a:xfrm>
          <a:custGeom>
            <a:avLst/>
            <a:gdLst/>
            <a:ahLst/>
            <a:rect l="0" t="0" r="r" b="b"/>
            <a:pathLst>
              <a:path w="440" h="1057">
                <a:moveTo>
                  <a:pt x="0" y="0"/>
                </a:moveTo>
                <a:lnTo>
                  <a:pt x="440" y="0"/>
                </a:lnTo>
                <a:lnTo>
                  <a:pt x="440" y="1057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3173400" y="5883120"/>
            <a:ext cx="158760" cy="489240"/>
          </a:xfrm>
          <a:custGeom>
            <a:avLst/>
            <a:gdLst/>
            <a:ahLst/>
            <a:rect l="0" t="0" r="r" b="b"/>
            <a:pathLst>
              <a:path w="441" h="1359">
                <a:moveTo>
                  <a:pt x="0" y="0"/>
                </a:moveTo>
                <a:lnTo>
                  <a:pt x="441" y="0"/>
                </a:lnTo>
                <a:lnTo>
                  <a:pt x="441" y="1359"/>
                </a:lnTo>
                <a:lnTo>
                  <a:pt x="0" y="1359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3341160" y="5964480"/>
            <a:ext cx="158400" cy="407880"/>
          </a:xfrm>
          <a:custGeom>
            <a:avLst/>
            <a:gdLst/>
            <a:ahLst/>
            <a:rect l="0" t="0" r="r" b="b"/>
            <a:pathLst>
              <a:path w="440" h="1133">
                <a:moveTo>
                  <a:pt x="0" y="0"/>
                </a:moveTo>
                <a:lnTo>
                  <a:pt x="440" y="0"/>
                </a:lnTo>
                <a:lnTo>
                  <a:pt x="440" y="1133"/>
                </a:lnTo>
                <a:lnTo>
                  <a:pt x="0" y="1133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3508920" y="6181920"/>
            <a:ext cx="158400" cy="190440"/>
          </a:xfrm>
          <a:custGeom>
            <a:avLst/>
            <a:gdLst/>
            <a:ahLst/>
            <a:rect l="0" t="0" r="r" b="b"/>
            <a:pathLst>
              <a:path w="440" h="529">
                <a:moveTo>
                  <a:pt x="0" y="0"/>
                </a:moveTo>
                <a:lnTo>
                  <a:pt x="440" y="0"/>
                </a:lnTo>
                <a:lnTo>
                  <a:pt x="440" y="529"/>
                </a:lnTo>
                <a:lnTo>
                  <a:pt x="0" y="529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3676320" y="5991840"/>
            <a:ext cx="158760" cy="380520"/>
          </a:xfrm>
          <a:custGeom>
            <a:avLst/>
            <a:gdLst/>
            <a:ahLst/>
            <a:rect l="0" t="0" r="r" b="b"/>
            <a:pathLst>
              <a:path w="441" h="1057">
                <a:moveTo>
                  <a:pt x="0" y="0"/>
                </a:moveTo>
                <a:lnTo>
                  <a:pt x="441" y="0"/>
                </a:lnTo>
                <a:lnTo>
                  <a:pt x="441" y="1057"/>
                </a:lnTo>
                <a:lnTo>
                  <a:pt x="0" y="105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3844080" y="6045840"/>
            <a:ext cx="158400" cy="326520"/>
          </a:xfrm>
          <a:custGeom>
            <a:avLst/>
            <a:gdLst/>
            <a:ahLst/>
            <a:rect l="0" t="0" r="r" b="b"/>
            <a:pathLst>
              <a:path w="440" h="907">
                <a:moveTo>
                  <a:pt x="0" y="0"/>
                </a:moveTo>
                <a:lnTo>
                  <a:pt x="440" y="0"/>
                </a:lnTo>
                <a:lnTo>
                  <a:pt x="440" y="907"/>
                </a:lnTo>
                <a:lnTo>
                  <a:pt x="0" y="9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4011840" y="5747040"/>
            <a:ext cx="158400" cy="625320"/>
          </a:xfrm>
          <a:custGeom>
            <a:avLst/>
            <a:gdLst/>
            <a:ahLst/>
            <a:rect l="0" t="0" r="r" b="b"/>
            <a:pathLst>
              <a:path w="440" h="1737">
                <a:moveTo>
                  <a:pt x="0" y="0"/>
                </a:moveTo>
                <a:lnTo>
                  <a:pt x="440" y="0"/>
                </a:lnTo>
                <a:lnTo>
                  <a:pt x="440" y="1737"/>
                </a:lnTo>
                <a:lnTo>
                  <a:pt x="0" y="173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4179240" y="6045840"/>
            <a:ext cx="158760" cy="326520"/>
          </a:xfrm>
          <a:custGeom>
            <a:avLst/>
            <a:gdLst/>
            <a:ahLst/>
            <a:rect l="0" t="0" r="r" b="b"/>
            <a:pathLst>
              <a:path w="441" h="907">
                <a:moveTo>
                  <a:pt x="0" y="0"/>
                </a:moveTo>
                <a:lnTo>
                  <a:pt x="441" y="0"/>
                </a:lnTo>
                <a:lnTo>
                  <a:pt x="441" y="907"/>
                </a:lnTo>
                <a:lnTo>
                  <a:pt x="0" y="9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4347000" y="5910120"/>
            <a:ext cx="158400" cy="462240"/>
          </a:xfrm>
          <a:custGeom>
            <a:avLst/>
            <a:gdLst/>
            <a:ahLst/>
            <a:rect l="0" t="0" r="r" b="b"/>
            <a:pathLst>
              <a:path w="440" h="1284">
                <a:moveTo>
                  <a:pt x="0" y="0"/>
                </a:moveTo>
                <a:lnTo>
                  <a:pt x="440" y="0"/>
                </a:lnTo>
                <a:lnTo>
                  <a:pt x="440" y="1284"/>
                </a:lnTo>
                <a:lnTo>
                  <a:pt x="0" y="128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4514760" y="6208920"/>
            <a:ext cx="158400" cy="163440"/>
          </a:xfrm>
          <a:custGeom>
            <a:avLst/>
            <a:gdLst/>
            <a:ahLst/>
            <a:rect l="0" t="0" r="r" b="b"/>
            <a:pathLst>
              <a:path w="440" h="454">
                <a:moveTo>
                  <a:pt x="0" y="0"/>
                </a:moveTo>
                <a:lnTo>
                  <a:pt x="440" y="0"/>
                </a:lnTo>
                <a:lnTo>
                  <a:pt x="440" y="454"/>
                </a:lnTo>
                <a:lnTo>
                  <a:pt x="0" y="45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4682160" y="6154560"/>
            <a:ext cx="158760" cy="217800"/>
          </a:xfrm>
          <a:custGeom>
            <a:avLst/>
            <a:gdLst/>
            <a:ahLst/>
            <a:rect l="0" t="0" r="r" b="b"/>
            <a:pathLst>
              <a:path w="441" h="605">
                <a:moveTo>
                  <a:pt x="0" y="0"/>
                </a:moveTo>
                <a:lnTo>
                  <a:pt x="441" y="0"/>
                </a:lnTo>
                <a:lnTo>
                  <a:pt x="441" y="605"/>
                </a:lnTo>
                <a:lnTo>
                  <a:pt x="0" y="605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4849920" y="6236280"/>
            <a:ext cx="158400" cy="136080"/>
          </a:xfrm>
          <a:custGeom>
            <a:avLst/>
            <a:gdLst/>
            <a:ahLst/>
            <a:rect l="0" t="0" r="r" b="b"/>
            <a:pathLst>
              <a:path w="440" h="378">
                <a:moveTo>
                  <a:pt x="0" y="0"/>
                </a:moveTo>
                <a:lnTo>
                  <a:pt x="440" y="0"/>
                </a:lnTo>
                <a:lnTo>
                  <a:pt x="440" y="378"/>
                </a:lnTo>
                <a:lnTo>
                  <a:pt x="0" y="37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5017680" y="6317640"/>
            <a:ext cx="158400" cy="54720"/>
          </a:xfrm>
          <a:custGeom>
            <a:avLst/>
            <a:gdLst/>
            <a:ahLst/>
            <a:rect l="0" t="0" r="r" b="b"/>
            <a:pathLst>
              <a:path w="440" h="152">
                <a:moveTo>
                  <a:pt x="0" y="0"/>
                </a:moveTo>
                <a:lnTo>
                  <a:pt x="440" y="0"/>
                </a:lnTo>
                <a:lnTo>
                  <a:pt x="440" y="152"/>
                </a:lnTo>
                <a:lnTo>
                  <a:pt x="0" y="152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5185080" y="6208920"/>
            <a:ext cx="158760" cy="163440"/>
          </a:xfrm>
          <a:custGeom>
            <a:avLst/>
            <a:gdLst/>
            <a:ahLst/>
            <a:rect l="0" t="0" r="r" b="b"/>
            <a:pathLst>
              <a:path w="441" h="454">
                <a:moveTo>
                  <a:pt x="0" y="0"/>
                </a:moveTo>
                <a:lnTo>
                  <a:pt x="441" y="0"/>
                </a:lnTo>
                <a:lnTo>
                  <a:pt x="441" y="454"/>
                </a:lnTo>
                <a:lnTo>
                  <a:pt x="0" y="45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5352840" y="6290640"/>
            <a:ext cx="158400" cy="81720"/>
          </a:xfrm>
          <a:custGeom>
            <a:avLst/>
            <a:gdLst/>
            <a:ahLst/>
            <a:rect l="0" t="0" r="r" b="b"/>
            <a:pathLst>
              <a:path w="440" h="227">
                <a:moveTo>
                  <a:pt x="0" y="0"/>
                </a:moveTo>
                <a:lnTo>
                  <a:pt x="440" y="0"/>
                </a:lnTo>
                <a:lnTo>
                  <a:pt x="440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5520600" y="6345000"/>
            <a:ext cx="158400" cy="27360"/>
          </a:xfrm>
          <a:custGeom>
            <a:avLst/>
            <a:gdLst/>
            <a:ahLst/>
            <a:rect l="0" t="0" r="r" b="b"/>
            <a:pathLst>
              <a:path w="440" h="76">
                <a:moveTo>
                  <a:pt x="0" y="0"/>
                </a:moveTo>
                <a:lnTo>
                  <a:pt x="440" y="0"/>
                </a:lnTo>
                <a:lnTo>
                  <a:pt x="440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5855760" y="6345000"/>
            <a:ext cx="158400" cy="27360"/>
          </a:xfrm>
          <a:custGeom>
            <a:avLst/>
            <a:gdLst/>
            <a:ahLst/>
            <a:rect l="0" t="0" r="r" b="b"/>
            <a:pathLst>
              <a:path w="440" h="76">
                <a:moveTo>
                  <a:pt x="0" y="0"/>
                </a:moveTo>
                <a:lnTo>
                  <a:pt x="440" y="0"/>
                </a:lnTo>
                <a:lnTo>
                  <a:pt x="440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6358680" y="6345000"/>
            <a:ext cx="158400" cy="27360"/>
          </a:xfrm>
          <a:custGeom>
            <a:avLst/>
            <a:gdLst/>
            <a:ahLst/>
            <a:rect l="0" t="0" r="r" b="b"/>
            <a:pathLst>
              <a:path w="440" h="76">
                <a:moveTo>
                  <a:pt x="0" y="0"/>
                </a:moveTo>
                <a:lnTo>
                  <a:pt x="440" y="0"/>
                </a:lnTo>
                <a:lnTo>
                  <a:pt x="440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6693840" y="6345000"/>
            <a:ext cx="158760" cy="27360"/>
          </a:xfrm>
          <a:custGeom>
            <a:avLst/>
            <a:gdLst/>
            <a:ahLst/>
            <a:rect l="0" t="0" r="r" b="b"/>
            <a:pathLst>
              <a:path w="441" h="76">
                <a:moveTo>
                  <a:pt x="0" y="0"/>
                </a:moveTo>
                <a:lnTo>
                  <a:pt x="441" y="0"/>
                </a:lnTo>
                <a:lnTo>
                  <a:pt x="441" y="76"/>
                </a:lnTo>
                <a:lnTo>
                  <a:pt x="0" y="7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029360" y="6290640"/>
            <a:ext cx="158400" cy="81720"/>
          </a:xfrm>
          <a:custGeom>
            <a:avLst/>
            <a:gdLst/>
            <a:ahLst/>
            <a:rect l="0" t="0" r="r" b="b"/>
            <a:pathLst>
              <a:path w="440" h="227">
                <a:moveTo>
                  <a:pt x="0" y="0"/>
                </a:moveTo>
                <a:lnTo>
                  <a:pt x="440" y="0"/>
                </a:lnTo>
                <a:lnTo>
                  <a:pt x="440" y="227"/>
                </a:lnTo>
                <a:lnTo>
                  <a:pt x="0" y="227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7196760" y="6208920"/>
            <a:ext cx="158760" cy="163440"/>
          </a:xfrm>
          <a:custGeom>
            <a:avLst/>
            <a:gdLst/>
            <a:ahLst/>
            <a:rect l="0" t="0" r="r" b="b"/>
            <a:pathLst>
              <a:path w="441" h="454">
                <a:moveTo>
                  <a:pt x="0" y="0"/>
                </a:moveTo>
                <a:lnTo>
                  <a:pt x="441" y="0"/>
                </a:lnTo>
                <a:lnTo>
                  <a:pt x="441" y="454"/>
                </a:lnTo>
                <a:lnTo>
                  <a:pt x="0" y="454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7364520" y="5937480"/>
            <a:ext cx="158400" cy="434880"/>
          </a:xfrm>
          <a:custGeom>
            <a:avLst/>
            <a:gdLst/>
            <a:ahLst/>
            <a:rect l="0" t="0" r="r" b="b"/>
            <a:pathLst>
              <a:path w="440" h="1208">
                <a:moveTo>
                  <a:pt x="0" y="0"/>
                </a:moveTo>
                <a:lnTo>
                  <a:pt x="440" y="0"/>
                </a:lnTo>
                <a:lnTo>
                  <a:pt x="440" y="1208"/>
                </a:lnTo>
                <a:lnTo>
                  <a:pt x="0" y="1208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532280" y="6100200"/>
            <a:ext cx="158400" cy="272160"/>
          </a:xfrm>
          <a:custGeom>
            <a:avLst/>
            <a:gdLst/>
            <a:ahLst/>
            <a:rect l="0" t="0" r="r" b="b"/>
            <a:pathLst>
              <a:path w="440" h="756">
                <a:moveTo>
                  <a:pt x="0" y="0"/>
                </a:moveTo>
                <a:lnTo>
                  <a:pt x="440" y="0"/>
                </a:lnTo>
                <a:lnTo>
                  <a:pt x="440" y="756"/>
                </a:lnTo>
                <a:lnTo>
                  <a:pt x="0" y="756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699680" y="6073200"/>
            <a:ext cx="158760" cy="299160"/>
          </a:xfrm>
          <a:custGeom>
            <a:avLst/>
            <a:gdLst/>
            <a:ahLst/>
            <a:rect l="0" t="0" r="r" b="b"/>
            <a:pathLst>
              <a:path w="441" h="831">
                <a:moveTo>
                  <a:pt x="0" y="0"/>
                </a:moveTo>
                <a:lnTo>
                  <a:pt x="441" y="0"/>
                </a:lnTo>
                <a:lnTo>
                  <a:pt x="441" y="831"/>
                </a:lnTo>
                <a:lnTo>
                  <a:pt x="0" y="831"/>
                </a:lnTo>
                <a:lnTo>
                  <a:pt x="0" y="0"/>
                </a:lnTo>
                <a:close/>
              </a:path>
            </a:pathLst>
          </a:custGeom>
          <a:solidFill>
            <a:srgbClr val="C09057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1161720" y="4714560"/>
            <a:ext cx="6706080" cy="1653120"/>
          </a:xfrm>
          <a:custGeom>
            <a:avLst/>
            <a:gdLst/>
            <a:ahLst/>
            <a:rect l="0" t="0" r="r" b="b"/>
            <a:pathLst>
              <a:path fill="none" w="18628" h="4592">
                <a:moveTo>
                  <a:pt x="0" y="4592"/>
                </a:moveTo>
                <a:lnTo>
                  <a:pt x="0" y="4538"/>
                </a:lnTo>
                <a:lnTo>
                  <a:pt x="264" y="4472"/>
                </a:lnTo>
                <a:lnTo>
                  <a:pt x="264" y="4418"/>
                </a:lnTo>
                <a:lnTo>
                  <a:pt x="264" y="4365"/>
                </a:lnTo>
                <a:lnTo>
                  <a:pt x="264" y="4298"/>
                </a:lnTo>
                <a:lnTo>
                  <a:pt x="264" y="4245"/>
                </a:lnTo>
                <a:lnTo>
                  <a:pt x="264" y="4191"/>
                </a:lnTo>
                <a:lnTo>
                  <a:pt x="264" y="4125"/>
                </a:lnTo>
                <a:lnTo>
                  <a:pt x="264" y="4071"/>
                </a:lnTo>
                <a:lnTo>
                  <a:pt x="264" y="4005"/>
                </a:lnTo>
                <a:lnTo>
                  <a:pt x="264" y="3951"/>
                </a:lnTo>
                <a:lnTo>
                  <a:pt x="264" y="3898"/>
                </a:lnTo>
                <a:lnTo>
                  <a:pt x="264" y="3831"/>
                </a:lnTo>
                <a:lnTo>
                  <a:pt x="508" y="3778"/>
                </a:lnTo>
                <a:lnTo>
                  <a:pt x="508" y="3724"/>
                </a:lnTo>
                <a:lnTo>
                  <a:pt x="508" y="3658"/>
                </a:lnTo>
                <a:lnTo>
                  <a:pt x="508" y="3604"/>
                </a:lnTo>
                <a:lnTo>
                  <a:pt x="3617" y="3551"/>
                </a:lnTo>
                <a:lnTo>
                  <a:pt x="3617" y="3484"/>
                </a:lnTo>
                <a:lnTo>
                  <a:pt x="3809" y="3431"/>
                </a:lnTo>
                <a:lnTo>
                  <a:pt x="3809" y="3377"/>
                </a:lnTo>
                <a:lnTo>
                  <a:pt x="3901" y="3311"/>
                </a:lnTo>
                <a:lnTo>
                  <a:pt x="3901" y="3257"/>
                </a:lnTo>
                <a:lnTo>
                  <a:pt x="3901" y="3191"/>
                </a:lnTo>
                <a:lnTo>
                  <a:pt x="4409" y="3137"/>
                </a:lnTo>
                <a:lnTo>
                  <a:pt x="4487" y="3084"/>
                </a:lnTo>
                <a:lnTo>
                  <a:pt x="4564" y="3017"/>
                </a:lnTo>
                <a:lnTo>
                  <a:pt x="4711" y="2963"/>
                </a:lnTo>
                <a:lnTo>
                  <a:pt x="4922" y="2909"/>
                </a:lnTo>
                <a:lnTo>
                  <a:pt x="4990" y="2843"/>
                </a:lnTo>
                <a:lnTo>
                  <a:pt x="5248" y="2789"/>
                </a:lnTo>
                <a:lnTo>
                  <a:pt x="5431" y="2736"/>
                </a:lnTo>
                <a:lnTo>
                  <a:pt x="5547" y="2669"/>
                </a:lnTo>
                <a:lnTo>
                  <a:pt x="5604" y="2616"/>
                </a:lnTo>
                <a:lnTo>
                  <a:pt x="5769" y="2562"/>
                </a:lnTo>
                <a:lnTo>
                  <a:pt x="5822" y="2496"/>
                </a:lnTo>
                <a:lnTo>
                  <a:pt x="6028" y="2442"/>
                </a:lnTo>
                <a:lnTo>
                  <a:pt x="6078" y="2389"/>
                </a:lnTo>
                <a:lnTo>
                  <a:pt x="6128" y="2322"/>
                </a:lnTo>
                <a:lnTo>
                  <a:pt x="6224" y="2269"/>
                </a:lnTo>
                <a:lnTo>
                  <a:pt x="6497" y="2202"/>
                </a:lnTo>
                <a:lnTo>
                  <a:pt x="6710" y="2149"/>
                </a:lnTo>
                <a:lnTo>
                  <a:pt x="7026" y="2095"/>
                </a:lnTo>
                <a:lnTo>
                  <a:pt x="7100" y="2029"/>
                </a:lnTo>
                <a:lnTo>
                  <a:pt x="7245" y="1975"/>
                </a:lnTo>
                <a:lnTo>
                  <a:pt x="7384" y="1922"/>
                </a:lnTo>
                <a:lnTo>
                  <a:pt x="7679" y="1855"/>
                </a:lnTo>
                <a:lnTo>
                  <a:pt x="7863" y="1802"/>
                </a:lnTo>
                <a:lnTo>
                  <a:pt x="7922" y="1748"/>
                </a:lnTo>
                <a:lnTo>
                  <a:pt x="8037" y="1682"/>
                </a:lnTo>
                <a:lnTo>
                  <a:pt x="8177" y="1628"/>
                </a:lnTo>
                <a:lnTo>
                  <a:pt x="8204" y="1575"/>
                </a:lnTo>
                <a:lnTo>
                  <a:pt x="8337" y="1508"/>
                </a:lnTo>
                <a:lnTo>
                  <a:pt x="8363" y="1455"/>
                </a:lnTo>
                <a:lnTo>
                  <a:pt x="8613" y="1402"/>
                </a:lnTo>
                <a:lnTo>
                  <a:pt x="8708" y="1335"/>
                </a:lnTo>
                <a:lnTo>
                  <a:pt x="8869" y="1281"/>
                </a:lnTo>
                <a:lnTo>
                  <a:pt x="9045" y="1215"/>
                </a:lnTo>
                <a:lnTo>
                  <a:pt x="9150" y="1161"/>
                </a:lnTo>
                <a:lnTo>
                  <a:pt x="9272" y="1108"/>
                </a:lnTo>
                <a:lnTo>
                  <a:pt x="9561" y="1041"/>
                </a:lnTo>
                <a:lnTo>
                  <a:pt x="9777" y="988"/>
                </a:lnTo>
                <a:lnTo>
                  <a:pt x="10077" y="934"/>
                </a:lnTo>
                <a:lnTo>
                  <a:pt x="10264" y="868"/>
                </a:lnTo>
                <a:lnTo>
                  <a:pt x="10569" y="814"/>
                </a:lnTo>
                <a:lnTo>
                  <a:pt x="11397" y="761"/>
                </a:lnTo>
                <a:lnTo>
                  <a:pt x="11723" y="694"/>
                </a:lnTo>
                <a:lnTo>
                  <a:pt x="13265" y="641"/>
                </a:lnTo>
                <a:lnTo>
                  <a:pt x="16725" y="588"/>
                </a:lnTo>
                <a:lnTo>
                  <a:pt x="17069" y="521"/>
                </a:lnTo>
                <a:lnTo>
                  <a:pt x="17317" y="467"/>
                </a:lnTo>
                <a:lnTo>
                  <a:pt x="17472" y="401"/>
                </a:lnTo>
                <a:lnTo>
                  <a:pt x="17537" y="347"/>
                </a:lnTo>
                <a:lnTo>
                  <a:pt x="17630" y="294"/>
                </a:lnTo>
                <a:lnTo>
                  <a:pt x="17797" y="227"/>
                </a:lnTo>
                <a:lnTo>
                  <a:pt x="17860" y="174"/>
                </a:lnTo>
                <a:lnTo>
                  <a:pt x="18184" y="120"/>
                </a:lnTo>
                <a:lnTo>
                  <a:pt x="18451" y="54"/>
                </a:lnTo>
                <a:lnTo>
                  <a:pt x="18628" y="0"/>
                </a:lnTo>
              </a:path>
            </a:pathLst>
          </a:custGeom>
          <a:ln w="14040">
            <a:solidFill>
              <a:srgbClr val="90CAF9"/>
            </a:solidFill>
            <a:miter/>
          </a:ln>
        </p:spPr>
        <p:txBody>
          <a:bodyPr lIns="6840" tIns="6840" rIns="6840" bIns="68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 txBox="1"/>
          <p:nvPr/>
        </p:nvSpPr>
        <p:spPr>
          <a:xfrm>
            <a:off x="7481160" y="45972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FF9800"/>
                </a:solidFill>
                <a:effectLst/>
                <a:uFillTx/>
                <a:latin typeface="DejaVuSansMono"/>
                <a:ea typeface="DejaVuSansMono"/>
              </a:rPr>
              <a:t>p95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 txBox="1"/>
          <p:nvPr/>
        </p:nvSpPr>
        <p:spPr>
          <a:xfrm>
            <a:off x="5638680" y="3010320"/>
            <a:ext cx="91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Step 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 txBox="1"/>
          <p:nvPr/>
        </p:nvSpPr>
        <p:spPr>
          <a:xfrm>
            <a:off x="3571920" y="3610800"/>
            <a:ext cx="50504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Concurrency Issues — Priority Inversion, Migrations &amp; Mutex Health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475920" y="186660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485640" y="3143160"/>
            <a:ext cx="1581480" cy="314640"/>
          </a:xfrm>
          <a:custGeom>
            <a:avLst/>
            <a:gdLst/>
            <a:ahLst/>
            <a:rect l="0" t="0" r="r" b="b"/>
            <a:pathLst>
              <a:path w="4393" h="874">
                <a:moveTo>
                  <a:pt x="0" y="0"/>
                </a:moveTo>
                <a:lnTo>
                  <a:pt x="4393" y="0"/>
                </a:lnTo>
                <a:lnTo>
                  <a:pt x="439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2066760" y="3143160"/>
            <a:ext cx="3191040" cy="314640"/>
          </a:xfrm>
          <a:custGeom>
            <a:avLst/>
            <a:gdLst/>
            <a:ahLst/>
            <a:rect l="0" t="0" r="r" b="b"/>
            <a:pathLst>
              <a:path w="8864" h="874">
                <a:moveTo>
                  <a:pt x="0" y="0"/>
                </a:moveTo>
                <a:lnTo>
                  <a:pt x="8864" y="0"/>
                </a:lnTo>
                <a:lnTo>
                  <a:pt x="886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485640" y="3143160"/>
            <a:ext cx="1581480" cy="314640"/>
          </a:xfrm>
          <a:custGeom>
            <a:avLst/>
            <a:gdLst/>
            <a:ahLst/>
            <a:rect l="0" t="0" r="r" b="b"/>
            <a:pathLst>
              <a:path w="4393" h="874">
                <a:moveTo>
                  <a:pt x="0" y="0"/>
                </a:moveTo>
                <a:lnTo>
                  <a:pt x="4393" y="0"/>
                </a:lnTo>
                <a:lnTo>
                  <a:pt x="439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2066760" y="3143160"/>
            <a:ext cx="3191040" cy="314640"/>
          </a:xfrm>
          <a:custGeom>
            <a:avLst/>
            <a:gdLst/>
            <a:ahLst/>
            <a:rect l="0" t="0" r="r" b="b"/>
            <a:pathLst>
              <a:path w="8864" h="874">
                <a:moveTo>
                  <a:pt x="0" y="0"/>
                </a:moveTo>
                <a:lnTo>
                  <a:pt x="8864" y="0"/>
                </a:lnTo>
                <a:lnTo>
                  <a:pt x="886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485640" y="3457440"/>
            <a:ext cx="1581480" cy="314640"/>
          </a:xfrm>
          <a:custGeom>
            <a:avLst/>
            <a:gdLst/>
            <a:ahLst/>
            <a:rect l="0" t="0" r="r" b="b"/>
            <a:pathLst>
              <a:path w="4393" h="874">
                <a:moveTo>
                  <a:pt x="0" y="0"/>
                </a:moveTo>
                <a:lnTo>
                  <a:pt x="4393" y="0"/>
                </a:lnTo>
                <a:lnTo>
                  <a:pt x="439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2066760" y="3457440"/>
            <a:ext cx="3191040" cy="314640"/>
          </a:xfrm>
          <a:custGeom>
            <a:avLst/>
            <a:gdLst/>
            <a:ahLst/>
            <a:rect l="0" t="0" r="r" b="b"/>
            <a:pathLst>
              <a:path w="8864" h="874">
                <a:moveTo>
                  <a:pt x="0" y="0"/>
                </a:moveTo>
                <a:lnTo>
                  <a:pt x="8864" y="0"/>
                </a:lnTo>
                <a:lnTo>
                  <a:pt x="886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485640" y="3771720"/>
            <a:ext cx="1581480" cy="305280"/>
          </a:xfrm>
          <a:custGeom>
            <a:avLst/>
            <a:gdLst/>
            <a:ahLst/>
            <a:rect l="0" t="0" r="r" b="b"/>
            <a:pathLst>
              <a:path w="4393" h="848">
                <a:moveTo>
                  <a:pt x="0" y="0"/>
                </a:moveTo>
                <a:lnTo>
                  <a:pt x="4393" y="0"/>
                </a:lnTo>
                <a:lnTo>
                  <a:pt x="43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2066760" y="3771720"/>
            <a:ext cx="3191040" cy="305280"/>
          </a:xfrm>
          <a:custGeom>
            <a:avLst/>
            <a:gdLst/>
            <a:ahLst/>
            <a:rect l="0" t="0" r="r" b="b"/>
            <a:pathLst>
              <a:path w="8864" h="848">
                <a:moveTo>
                  <a:pt x="0" y="0"/>
                </a:moveTo>
                <a:lnTo>
                  <a:pt x="8864" y="0"/>
                </a:lnTo>
                <a:lnTo>
                  <a:pt x="886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485640" y="3771720"/>
            <a:ext cx="1581480" cy="305280"/>
          </a:xfrm>
          <a:custGeom>
            <a:avLst/>
            <a:gdLst/>
            <a:ahLst/>
            <a:rect l="0" t="0" r="r" b="b"/>
            <a:pathLst>
              <a:path w="4393" h="848">
                <a:moveTo>
                  <a:pt x="0" y="0"/>
                </a:moveTo>
                <a:lnTo>
                  <a:pt x="4393" y="0"/>
                </a:lnTo>
                <a:lnTo>
                  <a:pt x="439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2066760" y="3771720"/>
            <a:ext cx="3191040" cy="305280"/>
          </a:xfrm>
          <a:custGeom>
            <a:avLst/>
            <a:gdLst/>
            <a:ahLst/>
            <a:rect l="0" t="0" r="r" b="b"/>
            <a:pathLst>
              <a:path w="8864" h="848">
                <a:moveTo>
                  <a:pt x="0" y="0"/>
                </a:moveTo>
                <a:lnTo>
                  <a:pt x="8864" y="0"/>
                </a:lnTo>
                <a:lnTo>
                  <a:pt x="886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485640" y="4076640"/>
            <a:ext cx="1581480" cy="314640"/>
          </a:xfrm>
          <a:custGeom>
            <a:avLst/>
            <a:gdLst/>
            <a:ahLst/>
            <a:rect l="0" t="0" r="r" b="b"/>
            <a:pathLst>
              <a:path w="4393" h="874">
                <a:moveTo>
                  <a:pt x="0" y="0"/>
                </a:moveTo>
                <a:lnTo>
                  <a:pt x="4393" y="0"/>
                </a:lnTo>
                <a:lnTo>
                  <a:pt x="439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2066760" y="4076640"/>
            <a:ext cx="3191040" cy="314640"/>
          </a:xfrm>
          <a:custGeom>
            <a:avLst/>
            <a:gdLst/>
            <a:ahLst/>
            <a:rect l="0" t="0" r="r" b="b"/>
            <a:pathLst>
              <a:path w="8864" h="874">
                <a:moveTo>
                  <a:pt x="0" y="0"/>
                </a:moveTo>
                <a:lnTo>
                  <a:pt x="8864" y="0"/>
                </a:lnTo>
                <a:lnTo>
                  <a:pt x="886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475920" y="3143160"/>
            <a:ext cx="10080" cy="324000"/>
          </a:xfrm>
          <a:custGeom>
            <a:avLst/>
            <a:gdLst/>
            <a:ahLst/>
            <a:rect l="0" t="0" r="r" b="b"/>
            <a:pathLst>
              <a:path w="28" h="900">
                <a:moveTo>
                  <a:pt x="0" y="0"/>
                </a:moveTo>
                <a:lnTo>
                  <a:pt x="28" y="0"/>
                </a:lnTo>
                <a:lnTo>
                  <a:pt x="28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475920" y="314316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2066760" y="3143160"/>
            <a:ext cx="9720" cy="324000"/>
          </a:xfrm>
          <a:custGeom>
            <a:avLst/>
            <a:gdLst/>
            <a:ahLst/>
            <a:rect l="0" t="0" r="r" b="b"/>
            <a:pathLst>
              <a:path w="27" h="900">
                <a:moveTo>
                  <a:pt x="0" y="0"/>
                </a:moveTo>
                <a:lnTo>
                  <a:pt x="27" y="0"/>
                </a:lnTo>
                <a:lnTo>
                  <a:pt x="27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2076120" y="314316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5248080" y="3143160"/>
            <a:ext cx="9720" cy="324000"/>
          </a:xfrm>
          <a:custGeom>
            <a:avLst/>
            <a:gdLst/>
            <a:ahLst/>
            <a:rect l="0" t="0" r="r" b="b"/>
            <a:pathLst>
              <a:path w="27" h="900">
                <a:moveTo>
                  <a:pt x="0" y="0"/>
                </a:moveTo>
                <a:lnTo>
                  <a:pt x="27" y="0"/>
                </a:lnTo>
                <a:lnTo>
                  <a:pt x="27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475920" y="345744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2076120" y="345744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475920" y="346680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2066760" y="346680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5248080" y="346680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475920" y="3771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475920" y="376236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2066760" y="3771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2076120" y="376236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5248080" y="3771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475920" y="4086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475920" y="407664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2066760" y="4086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2076120" y="407664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5248080" y="4086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475920" y="43909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2076120" y="4390920"/>
            <a:ext cx="3181680" cy="9720"/>
          </a:xfrm>
          <a:custGeom>
            <a:avLst/>
            <a:gdLst/>
            <a:ahLst/>
            <a:rect l="0" t="0" r="r" b="b"/>
            <a:pathLst>
              <a:path w="8838" h="27">
                <a:moveTo>
                  <a:pt x="0" y="0"/>
                </a:moveTo>
                <a:lnTo>
                  <a:pt x="8838" y="0"/>
                </a:lnTo>
                <a:lnTo>
                  <a:pt x="88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476280" y="1522440"/>
            <a:ext cx="42278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Priority Inversion: The L/M/H Pattern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 txBox="1"/>
          <p:nvPr/>
        </p:nvSpPr>
        <p:spPr>
          <a:xfrm>
            <a:off x="476280" y="2062440"/>
            <a:ext cx="87822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Classic priority inversion: a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Low-priority holder (L)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blocks a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High-priority waiter (H)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while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Medium-priority tasks (M)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run freely.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 txBox="1"/>
          <p:nvPr/>
        </p:nvSpPr>
        <p:spPr>
          <a:xfrm>
            <a:off x="476280" y="2425320"/>
            <a:ext cx="9964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Detecting It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4485960" y="2790720"/>
            <a:ext cx="1381680" cy="181080"/>
          </a:xfrm>
          <a:custGeom>
            <a:avLst/>
            <a:gdLst/>
            <a:ahLst/>
            <a:rect l="0" t="0" r="r" b="b"/>
            <a:pathLst>
              <a:path w="3838" h="503">
                <a:moveTo>
                  <a:pt x="0" y="424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3758" y="0"/>
                </a:lnTo>
                <a:cubicBezTo>
                  <a:pt x="3769" y="0"/>
                  <a:pt x="3779" y="2"/>
                  <a:pt x="3789" y="6"/>
                </a:cubicBezTo>
                <a:cubicBezTo>
                  <a:pt x="3799" y="10"/>
                  <a:pt x="3807" y="16"/>
                  <a:pt x="3815" y="23"/>
                </a:cubicBezTo>
                <a:cubicBezTo>
                  <a:pt x="3822" y="31"/>
                  <a:pt x="3828" y="40"/>
                  <a:pt x="3832" y="50"/>
                </a:cubicBezTo>
                <a:cubicBezTo>
                  <a:pt x="3836" y="60"/>
                  <a:pt x="3838" y="70"/>
                  <a:pt x="3838" y="80"/>
                </a:cubicBezTo>
                <a:lnTo>
                  <a:pt x="3838" y="424"/>
                </a:lnTo>
                <a:cubicBezTo>
                  <a:pt x="3838" y="435"/>
                  <a:pt x="3836" y="445"/>
                  <a:pt x="3832" y="454"/>
                </a:cubicBezTo>
                <a:cubicBezTo>
                  <a:pt x="3828" y="464"/>
                  <a:pt x="3822" y="473"/>
                  <a:pt x="3815" y="480"/>
                </a:cubicBezTo>
                <a:cubicBezTo>
                  <a:pt x="3807" y="488"/>
                  <a:pt x="3799" y="493"/>
                  <a:pt x="3789" y="497"/>
                </a:cubicBezTo>
                <a:cubicBezTo>
                  <a:pt x="3779" y="501"/>
                  <a:pt x="3769" y="503"/>
                  <a:pt x="3758" y="503"/>
                </a:cubicBezTo>
                <a:lnTo>
                  <a:pt x="80" y="503"/>
                </a:lnTo>
                <a:cubicBezTo>
                  <a:pt x="69" y="503"/>
                  <a:pt x="59" y="501"/>
                  <a:pt x="49" y="497"/>
                </a:cubicBezTo>
                <a:cubicBezTo>
                  <a:pt x="40" y="493"/>
                  <a:pt x="31" y="488"/>
                  <a:pt x="24" y="480"/>
                </a:cubicBezTo>
                <a:cubicBezTo>
                  <a:pt x="16" y="473"/>
                  <a:pt x="10" y="464"/>
                  <a:pt x="6" y="454"/>
                </a:cubicBezTo>
                <a:cubicBezTo>
                  <a:pt x="2" y="445"/>
                  <a:pt x="0" y="435"/>
                  <a:pt x="0" y="424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 txBox="1"/>
          <p:nvPr/>
        </p:nvSpPr>
        <p:spPr>
          <a:xfrm>
            <a:off x="476280" y="2786400"/>
            <a:ext cx="4007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Priority Inheritance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(visible only when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 txBox="1"/>
          <p:nvPr/>
        </p:nvSpPr>
        <p:spPr>
          <a:xfrm>
            <a:off x="4529520" y="2806920"/>
            <a:ext cx="12884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priority_inherit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5991120" y="2790720"/>
            <a:ext cx="1619640" cy="181080"/>
          </a:xfrm>
          <a:custGeom>
            <a:avLst/>
            <a:gdLst/>
            <a:ahLst/>
            <a:rect l="0" t="0" r="r" b="b"/>
            <a:pathLst>
              <a:path w="4499" h="503">
                <a:moveTo>
                  <a:pt x="0" y="424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419" y="0"/>
                </a:lnTo>
                <a:cubicBezTo>
                  <a:pt x="4430" y="0"/>
                  <a:pt x="4440" y="2"/>
                  <a:pt x="4450" y="6"/>
                </a:cubicBezTo>
                <a:cubicBezTo>
                  <a:pt x="4459" y="10"/>
                  <a:pt x="4468" y="16"/>
                  <a:pt x="4475" y="23"/>
                </a:cubicBezTo>
                <a:cubicBezTo>
                  <a:pt x="4483" y="31"/>
                  <a:pt x="4489" y="40"/>
                  <a:pt x="4493" y="50"/>
                </a:cubicBezTo>
                <a:cubicBezTo>
                  <a:pt x="4497" y="60"/>
                  <a:pt x="4499" y="70"/>
                  <a:pt x="4499" y="80"/>
                </a:cubicBezTo>
                <a:lnTo>
                  <a:pt x="4499" y="424"/>
                </a:lnTo>
                <a:cubicBezTo>
                  <a:pt x="4499" y="435"/>
                  <a:pt x="4497" y="445"/>
                  <a:pt x="4493" y="454"/>
                </a:cubicBezTo>
                <a:cubicBezTo>
                  <a:pt x="4489" y="464"/>
                  <a:pt x="4483" y="473"/>
                  <a:pt x="4475" y="480"/>
                </a:cubicBezTo>
                <a:cubicBezTo>
                  <a:pt x="4468" y="488"/>
                  <a:pt x="4459" y="493"/>
                  <a:pt x="4450" y="497"/>
                </a:cubicBezTo>
                <a:cubicBezTo>
                  <a:pt x="4440" y="501"/>
                  <a:pt x="4430" y="503"/>
                  <a:pt x="4419" y="503"/>
                </a:cubicBezTo>
                <a:lnTo>
                  <a:pt x="79" y="503"/>
                </a:lnTo>
                <a:cubicBezTo>
                  <a:pt x="69" y="503"/>
                  <a:pt x="59" y="501"/>
                  <a:pt x="49" y="497"/>
                </a:cubicBezTo>
                <a:cubicBezTo>
                  <a:pt x="39" y="493"/>
                  <a:pt x="30" y="488"/>
                  <a:pt x="23" y="480"/>
                </a:cubicBezTo>
                <a:cubicBezTo>
                  <a:pt x="16" y="473"/>
                  <a:pt x="10" y="464"/>
                  <a:pt x="6" y="454"/>
                </a:cubicBezTo>
                <a:cubicBezTo>
                  <a:pt x="2" y="445"/>
                  <a:pt x="0" y="435"/>
                  <a:pt x="0" y="424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 txBox="1"/>
          <p:nvPr/>
        </p:nvSpPr>
        <p:spPr>
          <a:xfrm>
            <a:off x="5864040" y="2786400"/>
            <a:ext cx="1519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/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 txBox="1"/>
          <p:nvPr/>
        </p:nvSpPr>
        <p:spPr>
          <a:xfrm>
            <a:off x="6038280" y="2806920"/>
            <a:ext cx="15300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priority_disinherit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7614000" y="2786400"/>
            <a:ext cx="1677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STI events are present).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609480" y="3230280"/>
            <a:ext cx="1333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Pattern column shows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3409920" y="3230280"/>
            <a:ext cx="507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Meaning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609480" y="3544560"/>
            <a:ext cx="778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Mutex inherit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 txBox="1"/>
          <p:nvPr/>
        </p:nvSpPr>
        <p:spPr>
          <a:xfrm>
            <a:off x="2198880" y="3544560"/>
            <a:ext cx="2383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Kernel boosted holder — correct behaviour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 txBox="1"/>
          <p:nvPr/>
        </p:nvSpPr>
        <p:spPr>
          <a:xfrm>
            <a:off x="609480" y="3849480"/>
            <a:ext cx="799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L/M/H pattern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2198880" y="3849480"/>
            <a:ext cx="2931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Inversion geometry detected — M ran while H waited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609480" y="4163760"/>
            <a:ext cx="646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Boost only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 txBox="1"/>
          <p:nvPr/>
        </p:nvSpPr>
        <p:spPr>
          <a:xfrm>
            <a:off x="2198880" y="4163760"/>
            <a:ext cx="2751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Manual priority-set; no kernel inheritance involved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476280" y="4559040"/>
            <a:ext cx="13723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On the Timeline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7029360" y="4924080"/>
            <a:ext cx="1381320" cy="181440"/>
          </a:xfrm>
          <a:custGeom>
            <a:avLst/>
            <a:gdLst/>
            <a:ahLst/>
            <a:rect l="0" t="0" r="r" b="b"/>
            <a:pathLst>
              <a:path w="3837" h="504">
                <a:moveTo>
                  <a:pt x="0" y="425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758" y="0"/>
                </a:lnTo>
                <a:cubicBezTo>
                  <a:pt x="3768" y="0"/>
                  <a:pt x="3778" y="2"/>
                  <a:pt x="3788" y="6"/>
                </a:cubicBezTo>
                <a:cubicBezTo>
                  <a:pt x="3798" y="11"/>
                  <a:pt x="3807" y="16"/>
                  <a:pt x="3814" y="24"/>
                </a:cubicBezTo>
                <a:cubicBezTo>
                  <a:pt x="3821" y="31"/>
                  <a:pt x="3827" y="40"/>
                  <a:pt x="3831" y="49"/>
                </a:cubicBezTo>
                <a:cubicBezTo>
                  <a:pt x="3835" y="59"/>
                  <a:pt x="3837" y="69"/>
                  <a:pt x="3837" y="80"/>
                </a:cubicBezTo>
                <a:lnTo>
                  <a:pt x="3837" y="425"/>
                </a:lnTo>
                <a:cubicBezTo>
                  <a:pt x="3837" y="435"/>
                  <a:pt x="3835" y="445"/>
                  <a:pt x="3831" y="455"/>
                </a:cubicBezTo>
                <a:cubicBezTo>
                  <a:pt x="3827" y="465"/>
                  <a:pt x="3821" y="473"/>
                  <a:pt x="3814" y="481"/>
                </a:cubicBezTo>
                <a:cubicBezTo>
                  <a:pt x="3807" y="488"/>
                  <a:pt x="3798" y="494"/>
                  <a:pt x="3788" y="498"/>
                </a:cubicBezTo>
                <a:cubicBezTo>
                  <a:pt x="3778" y="502"/>
                  <a:pt x="3768" y="504"/>
                  <a:pt x="3758" y="504"/>
                </a:cubicBezTo>
                <a:lnTo>
                  <a:pt x="79" y="504"/>
                </a:lnTo>
                <a:cubicBezTo>
                  <a:pt x="69" y="504"/>
                  <a:pt x="58" y="502"/>
                  <a:pt x="49" y="498"/>
                </a:cubicBezTo>
                <a:cubicBezTo>
                  <a:pt x="39" y="494"/>
                  <a:pt x="30" y="488"/>
                  <a:pt x="23" y="481"/>
                </a:cubicBezTo>
                <a:cubicBezTo>
                  <a:pt x="16" y="473"/>
                  <a:pt x="10" y="465"/>
                  <a:pt x="6" y="455"/>
                </a:cubicBezTo>
                <a:cubicBezTo>
                  <a:pt x="2" y="445"/>
                  <a:pt x="0" y="435"/>
                  <a:pt x="0" y="425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476280" y="4910400"/>
            <a:ext cx="6551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Look for the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red bottom stripe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 the holder's task row — it marks the entire boost window from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7074000" y="4940280"/>
            <a:ext cx="128844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priority_inherit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8619840" y="4924080"/>
            <a:ext cx="1619640" cy="181440"/>
          </a:xfrm>
          <a:custGeom>
            <a:avLst/>
            <a:gdLst/>
            <a:ahLst/>
            <a:rect l="0" t="0" r="r" b="b"/>
            <a:pathLst>
              <a:path w="4499" h="504">
                <a:moveTo>
                  <a:pt x="0" y="425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420" y="0"/>
                </a:lnTo>
                <a:cubicBezTo>
                  <a:pt x="4430" y="0"/>
                  <a:pt x="4440" y="2"/>
                  <a:pt x="4450" y="6"/>
                </a:cubicBezTo>
                <a:cubicBezTo>
                  <a:pt x="4460" y="11"/>
                  <a:pt x="4469" y="16"/>
                  <a:pt x="4476" y="24"/>
                </a:cubicBezTo>
                <a:cubicBezTo>
                  <a:pt x="4483" y="31"/>
                  <a:pt x="4489" y="40"/>
                  <a:pt x="4493" y="49"/>
                </a:cubicBezTo>
                <a:cubicBezTo>
                  <a:pt x="4497" y="59"/>
                  <a:pt x="4499" y="69"/>
                  <a:pt x="4499" y="80"/>
                </a:cubicBezTo>
                <a:lnTo>
                  <a:pt x="4499" y="425"/>
                </a:lnTo>
                <a:cubicBezTo>
                  <a:pt x="4499" y="435"/>
                  <a:pt x="4497" y="445"/>
                  <a:pt x="4493" y="455"/>
                </a:cubicBezTo>
                <a:cubicBezTo>
                  <a:pt x="4489" y="465"/>
                  <a:pt x="4483" y="473"/>
                  <a:pt x="4476" y="481"/>
                </a:cubicBezTo>
                <a:cubicBezTo>
                  <a:pt x="4469" y="488"/>
                  <a:pt x="4460" y="494"/>
                  <a:pt x="4450" y="498"/>
                </a:cubicBezTo>
                <a:cubicBezTo>
                  <a:pt x="4440" y="502"/>
                  <a:pt x="4430" y="504"/>
                  <a:pt x="4420" y="504"/>
                </a:cubicBezTo>
                <a:lnTo>
                  <a:pt x="80" y="504"/>
                </a:lnTo>
                <a:cubicBezTo>
                  <a:pt x="69" y="504"/>
                  <a:pt x="59" y="502"/>
                  <a:pt x="49" y="498"/>
                </a:cubicBezTo>
                <a:cubicBezTo>
                  <a:pt x="40" y="494"/>
                  <a:pt x="31" y="488"/>
                  <a:pt x="24" y="481"/>
                </a:cubicBezTo>
                <a:cubicBezTo>
                  <a:pt x="16" y="473"/>
                  <a:pt x="10" y="465"/>
                  <a:pt x="6" y="455"/>
                </a:cubicBezTo>
                <a:cubicBezTo>
                  <a:pt x="2" y="445"/>
                  <a:pt x="0" y="435"/>
                  <a:pt x="0" y="425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 txBox="1"/>
          <p:nvPr/>
        </p:nvSpPr>
        <p:spPr>
          <a:xfrm>
            <a:off x="8408520" y="4910400"/>
            <a:ext cx="212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to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 txBox="1"/>
          <p:nvPr/>
        </p:nvSpPr>
        <p:spPr>
          <a:xfrm>
            <a:off x="8667360" y="4940280"/>
            <a:ext cx="15300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priority_disinherit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 txBox="1"/>
          <p:nvPr/>
        </p:nvSpPr>
        <p:spPr>
          <a:xfrm>
            <a:off x="10243080" y="4910400"/>
            <a:ext cx="1356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 Expand the core 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 txBox="1"/>
          <p:nvPr/>
        </p:nvSpPr>
        <p:spPr>
          <a:xfrm>
            <a:off x="476280" y="5139000"/>
            <a:ext cx="5091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View to see L (boosted), M (running), and H (blocked) simultaneously.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475920" y="733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475920" y="93240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475920" y="111132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475920" y="128988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475920" y="146880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475920" y="164772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475920" y="182664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475920" y="200556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475920" y="218412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475920" y="236304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475920" y="254196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475920" y="272088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475920" y="289980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475920" y="307836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475920" y="325728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475920" y="343620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475920" y="361512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475920" y="379404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475920" y="397260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475920" y="415152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475920" y="433044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475920" y="450936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475920" y="4688280"/>
            <a:ext cx="8192160" cy="151560"/>
          </a:xfrm>
          <a:custGeom>
            <a:avLst/>
            <a:gdLst/>
            <a:ahLst/>
            <a:rect l="0" t="0" r="r" b="b"/>
            <a:pathLst>
              <a:path w="22756" h="421">
                <a:moveTo>
                  <a:pt x="0" y="0"/>
                </a:moveTo>
                <a:lnTo>
                  <a:pt x="22756" y="0"/>
                </a:lnTo>
                <a:lnTo>
                  <a:pt x="22756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475920" y="486684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1E1E2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475920" y="5045760"/>
            <a:ext cx="8192160" cy="151920"/>
          </a:xfrm>
          <a:custGeom>
            <a:avLst/>
            <a:gdLst/>
            <a:ahLst/>
            <a:rect l="0" t="0" r="r" b="b"/>
            <a:pathLst>
              <a:path w="22756" h="422">
                <a:moveTo>
                  <a:pt x="0" y="0"/>
                </a:moveTo>
                <a:lnTo>
                  <a:pt x="22756" y="0"/>
                </a:lnTo>
                <a:lnTo>
                  <a:pt x="22756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solidFill>
            <a:srgbClr val="23233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475920" y="5224680"/>
            <a:ext cx="8192160" cy="124200"/>
          </a:xfrm>
          <a:custGeom>
            <a:avLst/>
            <a:gdLst/>
            <a:ahLst/>
            <a:rect l="0" t="0" r="r" b="b"/>
            <a:pathLst>
              <a:path w="22756" h="345">
                <a:moveTo>
                  <a:pt x="0" y="0"/>
                </a:moveTo>
                <a:lnTo>
                  <a:pt x="22756" y="0"/>
                </a:lnTo>
                <a:lnTo>
                  <a:pt x="22756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475920" y="5375880"/>
            <a:ext cx="8192160" cy="124200"/>
          </a:xfrm>
          <a:custGeom>
            <a:avLst/>
            <a:gdLst/>
            <a:ahLst/>
            <a:rect l="0" t="0" r="r" b="b"/>
            <a:pathLst>
              <a:path w="22756" h="345">
                <a:moveTo>
                  <a:pt x="0" y="0"/>
                </a:moveTo>
                <a:lnTo>
                  <a:pt x="22756" y="0"/>
                </a:lnTo>
                <a:lnTo>
                  <a:pt x="22756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475920" y="5527440"/>
            <a:ext cx="8192160" cy="124200"/>
          </a:xfrm>
          <a:custGeom>
            <a:avLst/>
            <a:gdLst/>
            <a:ahLst/>
            <a:rect l="0" t="0" r="r" b="b"/>
            <a:pathLst>
              <a:path w="22756" h="345">
                <a:moveTo>
                  <a:pt x="0" y="0"/>
                </a:moveTo>
                <a:lnTo>
                  <a:pt x="22756" y="0"/>
                </a:lnTo>
                <a:lnTo>
                  <a:pt x="22756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475920" y="5678640"/>
            <a:ext cx="8192160" cy="124200"/>
          </a:xfrm>
          <a:custGeom>
            <a:avLst/>
            <a:gdLst/>
            <a:ahLst/>
            <a:rect l="0" t="0" r="r" b="b"/>
            <a:pathLst>
              <a:path w="22756" h="345">
                <a:moveTo>
                  <a:pt x="0" y="0"/>
                </a:moveTo>
                <a:lnTo>
                  <a:pt x="22756" y="0"/>
                </a:lnTo>
                <a:lnTo>
                  <a:pt x="22756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76824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151740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226620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301536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376416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450648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525564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600444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675360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750276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8251560" y="904680"/>
            <a:ext cx="0" cy="5076720"/>
          </a:xfrm>
          <a:prstGeom prst="line">
            <a:avLst/>
          </a:prstGeom>
          <a:ln cap="sq" w="5400">
            <a:solidFill>
              <a:srgbClr val="555555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475920" y="92556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475920" y="110412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475920" y="128304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475920" y="146196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475920" y="164088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475920" y="181980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475920" y="199836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475920" y="217728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475920" y="235620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475920" y="253512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475920" y="271404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475920" y="289260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475920" y="307152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475920" y="325044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475920" y="342936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475920" y="360828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475920" y="378684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475920" y="396576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475920" y="414468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475920" y="432360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475920" y="450252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475920" y="468108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475920" y="486000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475920" y="503892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475920" y="5217840"/>
            <a:ext cx="8191800" cy="0"/>
          </a:xfrm>
          <a:prstGeom prst="line">
            <a:avLst/>
          </a:prstGeom>
          <a:ln cap="sq" w="3240">
            <a:solidFill>
              <a:srgbClr val="2E2E3A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2053080" y="4158360"/>
            <a:ext cx="136440" cy="137880"/>
          </a:xfrm>
          <a:custGeom>
            <a:avLst/>
            <a:gdLst/>
            <a:ahLst/>
            <a:rect l="0" t="0" r="r" b="b"/>
            <a:pathLst>
              <a:path w="379" h="383">
                <a:moveTo>
                  <a:pt x="0" y="0"/>
                </a:moveTo>
                <a:lnTo>
                  <a:pt x="379" y="0"/>
                </a:lnTo>
                <a:lnTo>
                  <a:pt x="37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2053080" y="4158360"/>
            <a:ext cx="136440" cy="137880"/>
          </a:xfrm>
          <a:custGeom>
            <a:avLst/>
            <a:gdLst/>
            <a:ahLst/>
            <a:rect l="0" t="0" r="r" b="b"/>
            <a:pathLst>
              <a:path w="379" h="383">
                <a:moveTo>
                  <a:pt x="0" y="0"/>
                </a:moveTo>
                <a:lnTo>
                  <a:pt x="379" y="0"/>
                </a:lnTo>
                <a:lnTo>
                  <a:pt x="37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2211120" y="4158360"/>
            <a:ext cx="57240" cy="137880"/>
          </a:xfrm>
          <a:custGeom>
            <a:avLst/>
            <a:gdLst/>
            <a:ahLst/>
            <a:rect l="0" t="0" r="r" b="b"/>
            <a:pathLst>
              <a:path w="159" h="383">
                <a:moveTo>
                  <a:pt x="0" y="0"/>
                </a:moveTo>
                <a:lnTo>
                  <a:pt x="159" y="0"/>
                </a:lnTo>
                <a:lnTo>
                  <a:pt x="15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2211120" y="4158360"/>
            <a:ext cx="57240" cy="137880"/>
          </a:xfrm>
          <a:custGeom>
            <a:avLst/>
            <a:gdLst/>
            <a:ahLst/>
            <a:rect l="0" t="0" r="r" b="b"/>
            <a:pathLst>
              <a:path w="159" h="383">
                <a:moveTo>
                  <a:pt x="0" y="0"/>
                </a:moveTo>
                <a:lnTo>
                  <a:pt x="159" y="0"/>
                </a:lnTo>
                <a:lnTo>
                  <a:pt x="15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2286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2286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23418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23418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2403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2403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24588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24588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25203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25203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2575440" y="4158360"/>
            <a:ext cx="60120" cy="137880"/>
          </a:xfrm>
          <a:custGeom>
            <a:avLst/>
            <a:gdLst/>
            <a:ahLst/>
            <a:rect l="0" t="0" r="r" b="b"/>
            <a:pathLst>
              <a:path w="167" h="383">
                <a:moveTo>
                  <a:pt x="0" y="0"/>
                </a:moveTo>
                <a:lnTo>
                  <a:pt x="167" y="0"/>
                </a:lnTo>
                <a:lnTo>
                  <a:pt x="167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2575440" y="4158360"/>
            <a:ext cx="60120" cy="137880"/>
          </a:xfrm>
          <a:custGeom>
            <a:avLst/>
            <a:gdLst/>
            <a:ahLst/>
            <a:rect l="0" t="0" r="r" b="b"/>
            <a:pathLst>
              <a:path w="167" h="383">
                <a:moveTo>
                  <a:pt x="0" y="0"/>
                </a:moveTo>
                <a:lnTo>
                  <a:pt x="167" y="0"/>
                </a:lnTo>
                <a:lnTo>
                  <a:pt x="167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2657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2657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27129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27129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2774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2774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28296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28296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2884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2884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2946600" y="4158360"/>
            <a:ext cx="39600" cy="137880"/>
          </a:xfrm>
          <a:custGeom>
            <a:avLst/>
            <a:gdLst/>
            <a:ahLst/>
            <a:rect l="0" t="0" r="r" b="b"/>
            <a:pathLst>
              <a:path w="110" h="383">
                <a:moveTo>
                  <a:pt x="0" y="0"/>
                </a:moveTo>
                <a:lnTo>
                  <a:pt x="110" y="0"/>
                </a:lnTo>
                <a:lnTo>
                  <a:pt x="11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2946600" y="4158360"/>
            <a:ext cx="39600" cy="137880"/>
          </a:xfrm>
          <a:custGeom>
            <a:avLst/>
            <a:gdLst/>
            <a:ahLst/>
            <a:rect l="0" t="0" r="r" b="b"/>
            <a:pathLst>
              <a:path w="110" h="383">
                <a:moveTo>
                  <a:pt x="0" y="0"/>
                </a:moveTo>
                <a:lnTo>
                  <a:pt x="110" y="0"/>
                </a:lnTo>
                <a:lnTo>
                  <a:pt x="11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3001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3001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3063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3063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31183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31183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3180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3180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32353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32353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3296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3296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33519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33519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3413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3413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34689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34689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35305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35305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35856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35856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36475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36475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37026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37026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37641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37641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3819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3819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38811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38811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3936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39362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39978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39978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4052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40528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4107960" y="4158360"/>
            <a:ext cx="61560" cy="137880"/>
          </a:xfrm>
          <a:custGeom>
            <a:avLst/>
            <a:gdLst/>
            <a:ahLst/>
            <a:rect l="0" t="0" r="r" b="b"/>
            <a:pathLst>
              <a:path w="171" h="383">
                <a:moveTo>
                  <a:pt x="0" y="0"/>
                </a:moveTo>
                <a:lnTo>
                  <a:pt x="171" y="0"/>
                </a:lnTo>
                <a:lnTo>
                  <a:pt x="17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4107960" y="4158360"/>
            <a:ext cx="61560" cy="137880"/>
          </a:xfrm>
          <a:custGeom>
            <a:avLst/>
            <a:gdLst/>
            <a:ahLst/>
            <a:rect l="0" t="0" r="r" b="b"/>
            <a:pathLst>
              <a:path w="171" h="383">
                <a:moveTo>
                  <a:pt x="0" y="0"/>
                </a:moveTo>
                <a:lnTo>
                  <a:pt x="171" y="0"/>
                </a:lnTo>
                <a:lnTo>
                  <a:pt x="17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419040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419040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4245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4245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4307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4307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4362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4362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4424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4424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4479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4479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4540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4540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45957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45957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4657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4657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47127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47127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477432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477432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48294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48294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4884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4884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49464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49464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5001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5001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5063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5063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5118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5118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5180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51800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52347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52347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5296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5296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535176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535176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5413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54136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54684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54684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55303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55303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5585400" y="4158360"/>
            <a:ext cx="60120" cy="137880"/>
          </a:xfrm>
          <a:custGeom>
            <a:avLst/>
            <a:gdLst/>
            <a:ahLst/>
            <a:rect l="0" t="0" r="r" b="b"/>
            <a:pathLst>
              <a:path w="167" h="383">
                <a:moveTo>
                  <a:pt x="0" y="0"/>
                </a:moveTo>
                <a:lnTo>
                  <a:pt x="167" y="0"/>
                </a:lnTo>
                <a:lnTo>
                  <a:pt x="167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5585400" y="4158360"/>
            <a:ext cx="60120" cy="137880"/>
          </a:xfrm>
          <a:custGeom>
            <a:avLst/>
            <a:gdLst/>
            <a:ahLst/>
            <a:rect l="0" t="0" r="r" b="b"/>
            <a:pathLst>
              <a:path w="167" h="383">
                <a:moveTo>
                  <a:pt x="0" y="0"/>
                </a:moveTo>
                <a:lnTo>
                  <a:pt x="167" y="0"/>
                </a:lnTo>
                <a:lnTo>
                  <a:pt x="167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5667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5667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5722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5722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5784840" y="4158360"/>
            <a:ext cx="38880" cy="137880"/>
          </a:xfrm>
          <a:custGeom>
            <a:avLst/>
            <a:gdLst/>
            <a:ahLst/>
            <a:rect l="0" t="0" r="r" b="b"/>
            <a:pathLst>
              <a:path w="108" h="383">
                <a:moveTo>
                  <a:pt x="0" y="0"/>
                </a:moveTo>
                <a:lnTo>
                  <a:pt x="108" y="0"/>
                </a:lnTo>
                <a:lnTo>
                  <a:pt x="108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5784840" y="4158360"/>
            <a:ext cx="38880" cy="137880"/>
          </a:xfrm>
          <a:custGeom>
            <a:avLst/>
            <a:gdLst/>
            <a:ahLst/>
            <a:rect l="0" t="0" r="r" b="b"/>
            <a:pathLst>
              <a:path w="108" h="383">
                <a:moveTo>
                  <a:pt x="0" y="0"/>
                </a:moveTo>
                <a:lnTo>
                  <a:pt x="108" y="0"/>
                </a:lnTo>
                <a:lnTo>
                  <a:pt x="108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58395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58395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5901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5901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59565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59565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6018480" y="4158360"/>
            <a:ext cx="37440" cy="137880"/>
          </a:xfrm>
          <a:custGeom>
            <a:avLst/>
            <a:gdLst/>
            <a:ahLst/>
            <a:rect l="0" t="0" r="r" b="b"/>
            <a:pathLst>
              <a:path w="104" h="383">
                <a:moveTo>
                  <a:pt x="0" y="0"/>
                </a:moveTo>
                <a:lnTo>
                  <a:pt x="104" y="0"/>
                </a:lnTo>
                <a:lnTo>
                  <a:pt x="104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6018480" y="4158360"/>
            <a:ext cx="37440" cy="137880"/>
          </a:xfrm>
          <a:custGeom>
            <a:avLst/>
            <a:gdLst/>
            <a:ahLst/>
            <a:rect l="0" t="0" r="r" b="b"/>
            <a:pathLst>
              <a:path w="104" h="383">
                <a:moveTo>
                  <a:pt x="0" y="0"/>
                </a:moveTo>
                <a:lnTo>
                  <a:pt x="104" y="0"/>
                </a:lnTo>
                <a:lnTo>
                  <a:pt x="104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6073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6073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61282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61282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6190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6190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6244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6244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6306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6306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6361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6361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6423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6423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64785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64785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6540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6540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659556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659556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6657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66574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6712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6712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6774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67741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6829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68292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68842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68842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6945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69458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7000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70009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7062840" y="4158360"/>
            <a:ext cx="58680" cy="137880"/>
          </a:xfrm>
          <a:custGeom>
            <a:avLst/>
            <a:gdLst/>
            <a:ahLst/>
            <a:rect l="0" t="0" r="r" b="b"/>
            <a:pathLst>
              <a:path w="163" h="383">
                <a:moveTo>
                  <a:pt x="0" y="0"/>
                </a:moveTo>
                <a:lnTo>
                  <a:pt x="163" y="0"/>
                </a:lnTo>
                <a:lnTo>
                  <a:pt x="163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7062840" y="4158360"/>
            <a:ext cx="58680" cy="137880"/>
          </a:xfrm>
          <a:custGeom>
            <a:avLst/>
            <a:gdLst/>
            <a:ahLst/>
            <a:rect l="0" t="0" r="r" b="b"/>
            <a:pathLst>
              <a:path w="163" h="383">
                <a:moveTo>
                  <a:pt x="0" y="0"/>
                </a:moveTo>
                <a:lnTo>
                  <a:pt x="163" y="0"/>
                </a:lnTo>
                <a:lnTo>
                  <a:pt x="163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71384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71384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72003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72003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72550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72550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73170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73170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73720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737208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74340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743400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7488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7488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75506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75506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7605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760572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766764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7667640" y="4158360"/>
            <a:ext cx="37800" cy="137880"/>
          </a:xfrm>
          <a:custGeom>
            <a:avLst/>
            <a:gdLst/>
            <a:ahLst/>
            <a:rect l="0" t="0" r="r" b="b"/>
            <a:pathLst>
              <a:path w="105" h="383">
                <a:moveTo>
                  <a:pt x="0" y="0"/>
                </a:moveTo>
                <a:lnTo>
                  <a:pt x="105" y="0"/>
                </a:lnTo>
                <a:lnTo>
                  <a:pt x="105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77223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772236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77774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7777440" y="4158360"/>
            <a:ext cx="39240" cy="137880"/>
          </a:xfrm>
          <a:custGeom>
            <a:avLst/>
            <a:gdLst/>
            <a:ahLst/>
            <a:rect l="0" t="0" r="r" b="b"/>
            <a:pathLst>
              <a:path w="109" h="383">
                <a:moveTo>
                  <a:pt x="0" y="0"/>
                </a:moveTo>
                <a:lnTo>
                  <a:pt x="109" y="0"/>
                </a:lnTo>
                <a:lnTo>
                  <a:pt x="10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7839360" y="4158360"/>
            <a:ext cx="124560" cy="137880"/>
          </a:xfrm>
          <a:custGeom>
            <a:avLst/>
            <a:gdLst/>
            <a:ahLst/>
            <a:rect l="0" t="0" r="r" b="b"/>
            <a:pathLst>
              <a:path w="346" h="383">
                <a:moveTo>
                  <a:pt x="0" y="0"/>
                </a:moveTo>
                <a:lnTo>
                  <a:pt x="346" y="0"/>
                </a:lnTo>
                <a:lnTo>
                  <a:pt x="346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7839360" y="4158360"/>
            <a:ext cx="124560" cy="137880"/>
          </a:xfrm>
          <a:custGeom>
            <a:avLst/>
            <a:gdLst/>
            <a:ahLst/>
            <a:rect l="0" t="0" r="r" b="b"/>
            <a:pathLst>
              <a:path w="346" h="383">
                <a:moveTo>
                  <a:pt x="0" y="0"/>
                </a:moveTo>
                <a:lnTo>
                  <a:pt x="346" y="0"/>
                </a:lnTo>
                <a:lnTo>
                  <a:pt x="346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CB9A7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476280" y="388800"/>
            <a:ext cx="42422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Priority Inversion — Visual Evidence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788760" y="4337280"/>
            <a:ext cx="275760" cy="137880"/>
          </a:xfrm>
          <a:custGeom>
            <a:avLst/>
            <a:gdLst/>
            <a:ahLst/>
            <a:rect l="0" t="0" r="r" b="b"/>
            <a:pathLst>
              <a:path w="766" h="383">
                <a:moveTo>
                  <a:pt x="0" y="0"/>
                </a:moveTo>
                <a:lnTo>
                  <a:pt x="766" y="0"/>
                </a:lnTo>
                <a:lnTo>
                  <a:pt x="766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57C0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788760" y="4337280"/>
            <a:ext cx="275760" cy="137880"/>
          </a:xfrm>
          <a:custGeom>
            <a:avLst/>
            <a:gdLst/>
            <a:ahLst/>
            <a:rect l="0" t="0" r="r" b="b"/>
            <a:pathLst>
              <a:path w="766" h="383">
                <a:moveTo>
                  <a:pt x="0" y="0"/>
                </a:moveTo>
                <a:lnTo>
                  <a:pt x="766" y="0"/>
                </a:lnTo>
                <a:lnTo>
                  <a:pt x="766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439494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 txBox="1"/>
          <p:nvPr/>
        </p:nvSpPr>
        <p:spPr>
          <a:xfrm>
            <a:off x="2067120" y="4201200"/>
            <a:ext cx="658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8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I…</a:t>
            </a:r>
            <a:endParaRPr lang="en-US" sz="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1084320" y="4695120"/>
            <a:ext cx="290520" cy="137880"/>
          </a:xfrm>
          <a:custGeom>
            <a:avLst/>
            <a:gdLst/>
            <a:ahLst/>
            <a:rect l="0" t="0" r="r" b="b"/>
            <a:pathLst>
              <a:path w="807" h="383">
                <a:moveTo>
                  <a:pt x="0" y="0"/>
                </a:moveTo>
                <a:lnTo>
                  <a:pt x="807" y="0"/>
                </a:lnTo>
                <a:lnTo>
                  <a:pt x="807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1084320" y="4695120"/>
            <a:ext cx="290520" cy="137880"/>
          </a:xfrm>
          <a:custGeom>
            <a:avLst/>
            <a:gdLst/>
            <a:ahLst/>
            <a:rect l="0" t="0" r="r" b="b"/>
            <a:pathLst>
              <a:path w="807" h="383">
                <a:moveTo>
                  <a:pt x="0" y="0"/>
                </a:moveTo>
                <a:lnTo>
                  <a:pt x="807" y="0"/>
                </a:lnTo>
                <a:lnTo>
                  <a:pt x="807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5C5C5C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1654560" y="4695120"/>
            <a:ext cx="381960" cy="137880"/>
          </a:xfrm>
          <a:custGeom>
            <a:avLst/>
            <a:gdLst/>
            <a:ahLst/>
            <a:rect l="0" t="0" r="r" b="b"/>
            <a:pathLst>
              <a:path w="1061" h="383">
                <a:moveTo>
                  <a:pt x="0" y="0"/>
                </a:moveTo>
                <a:lnTo>
                  <a:pt x="1061" y="0"/>
                </a:lnTo>
                <a:lnTo>
                  <a:pt x="106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1654560" y="4695120"/>
            <a:ext cx="381960" cy="137880"/>
          </a:xfrm>
          <a:custGeom>
            <a:avLst/>
            <a:gdLst/>
            <a:ahLst/>
            <a:rect l="0" t="0" r="r" b="b"/>
            <a:pathLst>
              <a:path w="1061" h="383">
                <a:moveTo>
                  <a:pt x="0" y="0"/>
                </a:moveTo>
                <a:lnTo>
                  <a:pt x="1061" y="0"/>
                </a:lnTo>
                <a:lnTo>
                  <a:pt x="106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5C5C5C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7983720" y="4695120"/>
            <a:ext cx="90000" cy="137880"/>
          </a:xfrm>
          <a:custGeom>
            <a:avLst/>
            <a:gdLst/>
            <a:ahLst/>
            <a:rect l="0" t="0" r="r" b="b"/>
            <a:pathLst>
              <a:path w="250" h="383">
                <a:moveTo>
                  <a:pt x="0" y="0"/>
                </a:moveTo>
                <a:lnTo>
                  <a:pt x="250" y="0"/>
                </a:lnTo>
                <a:lnTo>
                  <a:pt x="25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7983720" y="4695120"/>
            <a:ext cx="90000" cy="137880"/>
          </a:xfrm>
          <a:custGeom>
            <a:avLst/>
            <a:gdLst/>
            <a:ahLst/>
            <a:rect l="0" t="0" r="r" b="b"/>
            <a:pathLst>
              <a:path w="250" h="383">
                <a:moveTo>
                  <a:pt x="0" y="0"/>
                </a:moveTo>
                <a:lnTo>
                  <a:pt x="250" y="0"/>
                </a:lnTo>
                <a:lnTo>
                  <a:pt x="25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5C5C5C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 txBox="1"/>
          <p:nvPr/>
        </p:nvSpPr>
        <p:spPr>
          <a:xfrm>
            <a:off x="802800" y="4380120"/>
            <a:ext cx="1414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8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IH[1…</a:t>
            </a:r>
            <a:endParaRPr lang="en-US" sz="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 txBox="1"/>
          <p:nvPr/>
        </p:nvSpPr>
        <p:spPr>
          <a:xfrm>
            <a:off x="1098000" y="4737600"/>
            <a:ext cx="982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8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idle1</a:t>
            </a:r>
            <a:endParaRPr lang="en-US" sz="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475920" y="4873680"/>
            <a:ext cx="291600" cy="138240"/>
          </a:xfrm>
          <a:custGeom>
            <a:avLst/>
            <a:gdLst/>
            <a:ahLst/>
            <a:rect l="0" t="0" r="r" b="b"/>
            <a:pathLst>
              <a:path w="810" h="384">
                <a:moveTo>
                  <a:pt x="0" y="0"/>
                </a:moveTo>
                <a:lnTo>
                  <a:pt x="810" y="0"/>
                </a:lnTo>
                <a:lnTo>
                  <a:pt x="810" y="384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475920" y="4873680"/>
            <a:ext cx="291600" cy="138240"/>
          </a:xfrm>
          <a:custGeom>
            <a:avLst/>
            <a:gdLst/>
            <a:ahLst/>
            <a:rect l="0" t="0" r="r" b="b"/>
            <a:pathLst>
              <a:path w="810" h="384">
                <a:moveTo>
                  <a:pt x="0" y="0"/>
                </a:moveTo>
                <a:lnTo>
                  <a:pt x="810" y="0"/>
                </a:lnTo>
                <a:lnTo>
                  <a:pt x="810" y="384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4D4D4D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 txBox="1"/>
          <p:nvPr/>
        </p:nvSpPr>
        <p:spPr>
          <a:xfrm>
            <a:off x="1668600" y="4737600"/>
            <a:ext cx="982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8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idle1</a:t>
            </a:r>
            <a:endParaRPr lang="en-US" sz="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1400400" y="5052600"/>
            <a:ext cx="233640" cy="137880"/>
          </a:xfrm>
          <a:custGeom>
            <a:avLst/>
            <a:gdLst/>
            <a:ahLst/>
            <a:rect l="0" t="0" r="r" b="b"/>
            <a:pathLst>
              <a:path w="649" h="383">
                <a:moveTo>
                  <a:pt x="0" y="0"/>
                </a:moveTo>
                <a:lnTo>
                  <a:pt x="649" y="0"/>
                </a:lnTo>
                <a:lnTo>
                  <a:pt x="64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1400400" y="5052600"/>
            <a:ext cx="233640" cy="137880"/>
          </a:xfrm>
          <a:custGeom>
            <a:avLst/>
            <a:gdLst/>
            <a:ahLst/>
            <a:rect l="0" t="0" r="r" b="b"/>
            <a:pathLst>
              <a:path w="649" h="383">
                <a:moveTo>
                  <a:pt x="0" y="0"/>
                </a:moveTo>
                <a:lnTo>
                  <a:pt x="649" y="0"/>
                </a:lnTo>
                <a:lnTo>
                  <a:pt x="649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noFill/>
          <a:ln cap="sq" w="4680">
            <a:solidFill>
              <a:srgbClr val="3E3E3E"/>
            </a:solidFill>
            <a:bevel/>
          </a:ln>
        </p:spPr>
        <p:txBody>
          <a:bodyPr lIns="2160" tIns="2160" rIns="216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 txBox="1"/>
          <p:nvPr/>
        </p:nvSpPr>
        <p:spPr>
          <a:xfrm>
            <a:off x="479520" y="4916520"/>
            <a:ext cx="9828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8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idle2</a:t>
            </a:r>
            <a:endParaRPr lang="en-US" sz="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1104840" y="5266080"/>
            <a:ext cx="28080" cy="41400"/>
          </a:xfrm>
          <a:custGeom>
            <a:avLst/>
            <a:gdLst/>
            <a:ahLst/>
            <a:rect l="0" t="0" r="r" b="b"/>
            <a:pathLst>
              <a:path w="78" h="115">
                <a:moveTo>
                  <a:pt x="39" y="0"/>
                </a:moveTo>
                <a:lnTo>
                  <a:pt x="78" y="115"/>
                </a:lnTo>
                <a:lnTo>
                  <a:pt x="0" y="115"/>
                </a:lnTo>
                <a:lnTo>
                  <a:pt x="39" y="0"/>
                </a:lnTo>
                <a:close/>
              </a:path>
            </a:pathLst>
          </a:custGeom>
          <a:solidFill>
            <a:srgbClr val="CDB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1104840" y="5266080"/>
            <a:ext cx="28080" cy="41400"/>
          </a:xfrm>
          <a:custGeom>
            <a:avLst/>
            <a:gdLst/>
            <a:ahLst/>
            <a:rect l="0" t="0" r="r" b="b"/>
            <a:pathLst>
              <a:path fill="none" w="78" h="115">
                <a:moveTo>
                  <a:pt x="39" y="0"/>
                </a:moveTo>
                <a:lnTo>
                  <a:pt x="78" y="115"/>
                </a:lnTo>
                <a:lnTo>
                  <a:pt x="0" y="115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897892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2610000" y="526608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9" y="0"/>
                </a:moveTo>
                <a:lnTo>
                  <a:pt x="77" y="115"/>
                </a:lnTo>
                <a:lnTo>
                  <a:pt x="0" y="115"/>
                </a:lnTo>
                <a:lnTo>
                  <a:pt x="39" y="0"/>
                </a:lnTo>
                <a:close/>
              </a:path>
            </a:pathLst>
          </a:custGeom>
          <a:solidFill>
            <a:srgbClr val="B7E4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2610000" y="526608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9" y="0"/>
                </a:moveTo>
                <a:lnTo>
                  <a:pt x="77" y="115"/>
                </a:lnTo>
                <a:lnTo>
                  <a:pt x="0" y="115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7A9885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4121640" y="526608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  <a:close/>
              </a:path>
            </a:pathLst>
          </a:custGeom>
          <a:solidFill>
            <a:srgbClr val="B7E4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4121640" y="526608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7A9885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5599080" y="526608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  <a:close/>
              </a:path>
            </a:pathLst>
          </a:custGeom>
          <a:solidFill>
            <a:srgbClr val="B7E4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5599080" y="526608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7A9885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7090200" y="5266080"/>
            <a:ext cx="28080" cy="41400"/>
          </a:xfrm>
          <a:custGeom>
            <a:avLst/>
            <a:gdLst/>
            <a:ahLst/>
            <a:rect l="0" t="0" r="r" b="b"/>
            <a:pathLst>
              <a:path w="78" h="115">
                <a:moveTo>
                  <a:pt x="40" y="0"/>
                </a:moveTo>
                <a:lnTo>
                  <a:pt x="78" y="115"/>
                </a:lnTo>
                <a:lnTo>
                  <a:pt x="0" y="115"/>
                </a:lnTo>
                <a:lnTo>
                  <a:pt x="40" y="0"/>
                </a:lnTo>
                <a:close/>
              </a:path>
            </a:pathLst>
          </a:custGeom>
          <a:solidFill>
            <a:srgbClr val="B7E4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7090200" y="5266080"/>
            <a:ext cx="28080" cy="41400"/>
          </a:xfrm>
          <a:custGeom>
            <a:avLst/>
            <a:gdLst/>
            <a:ahLst/>
            <a:rect l="0" t="0" r="r" b="b"/>
            <a:pathLst>
              <a:path fill="none" w="78" h="115">
                <a:moveTo>
                  <a:pt x="40" y="0"/>
                </a:moveTo>
                <a:lnTo>
                  <a:pt x="78" y="115"/>
                </a:lnTo>
                <a:lnTo>
                  <a:pt x="0" y="115"/>
                </a:lnTo>
                <a:lnTo>
                  <a:pt x="40" y="0"/>
                </a:lnTo>
              </a:path>
            </a:pathLst>
          </a:custGeom>
          <a:ln cap="sq" w="3240">
            <a:solidFill>
              <a:srgbClr val="7A9885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8581680" y="526608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  <a:close/>
              </a:path>
            </a:pathLst>
          </a:custGeom>
          <a:solidFill>
            <a:srgbClr val="FFAF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8581680" y="526608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AA7588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1695960" y="5417280"/>
            <a:ext cx="27720" cy="41760"/>
          </a:xfrm>
          <a:custGeom>
            <a:avLst/>
            <a:gdLst/>
            <a:ahLst/>
            <a:rect l="0" t="0" r="r" b="b"/>
            <a:pathLst>
              <a:path w="77" h="116">
                <a:moveTo>
                  <a:pt x="38" y="0"/>
                </a:moveTo>
                <a:lnTo>
                  <a:pt x="77" y="116"/>
                </a:lnTo>
                <a:lnTo>
                  <a:pt x="0" y="116"/>
                </a:lnTo>
                <a:lnTo>
                  <a:pt x="38" y="0"/>
                </a:lnTo>
                <a:close/>
              </a:path>
            </a:pathLst>
          </a:custGeom>
          <a:solidFill>
            <a:srgbClr val="F7258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1695960" y="5417280"/>
            <a:ext cx="27720" cy="41760"/>
          </a:xfrm>
          <a:custGeom>
            <a:avLst/>
            <a:gdLst/>
            <a:ahLst/>
            <a:rect l="0" t="0" r="r" b="b"/>
            <a:pathLst>
              <a:path fill="none" w="77" h="116">
                <a:moveTo>
                  <a:pt x="38" y="0"/>
                </a:moveTo>
                <a:lnTo>
                  <a:pt x="77" y="116"/>
                </a:lnTo>
                <a:lnTo>
                  <a:pt x="0" y="116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A51959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7866720" y="5417280"/>
            <a:ext cx="28080" cy="41760"/>
          </a:xfrm>
          <a:custGeom>
            <a:avLst/>
            <a:gdLst/>
            <a:ahLst/>
            <a:rect l="0" t="0" r="r" b="b"/>
            <a:pathLst>
              <a:path w="78" h="116">
                <a:moveTo>
                  <a:pt x="39" y="0"/>
                </a:moveTo>
                <a:lnTo>
                  <a:pt x="78" y="116"/>
                </a:lnTo>
                <a:lnTo>
                  <a:pt x="0" y="116"/>
                </a:lnTo>
                <a:lnTo>
                  <a:pt x="39" y="0"/>
                </a:lnTo>
                <a:close/>
              </a:path>
            </a:pathLst>
          </a:custGeom>
          <a:solidFill>
            <a:srgbClr val="FFD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7866720" y="5417280"/>
            <a:ext cx="28080" cy="41760"/>
          </a:xfrm>
          <a:custGeom>
            <a:avLst/>
            <a:gdLst/>
            <a:ahLst/>
            <a:rect l="0" t="0" r="r" b="b"/>
            <a:pathLst>
              <a:path fill="none" w="78" h="116">
                <a:moveTo>
                  <a:pt x="39" y="0"/>
                </a:moveTo>
                <a:lnTo>
                  <a:pt x="78" y="116"/>
                </a:lnTo>
                <a:lnTo>
                  <a:pt x="0" y="116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AA9129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7990560" y="5417280"/>
            <a:ext cx="27720" cy="41760"/>
          </a:xfrm>
          <a:custGeom>
            <a:avLst/>
            <a:gdLst/>
            <a:ahLst/>
            <a:rect l="0" t="0" r="r" b="b"/>
            <a:pathLst>
              <a:path w="77" h="116">
                <a:moveTo>
                  <a:pt x="39" y="0"/>
                </a:moveTo>
                <a:lnTo>
                  <a:pt x="77" y="116"/>
                </a:lnTo>
                <a:lnTo>
                  <a:pt x="0" y="116"/>
                </a:lnTo>
                <a:lnTo>
                  <a:pt x="39" y="0"/>
                </a:lnTo>
                <a:close/>
              </a:path>
            </a:pathLst>
          </a:custGeom>
          <a:solidFill>
            <a:srgbClr val="F7258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7990560" y="5417280"/>
            <a:ext cx="27720" cy="41760"/>
          </a:xfrm>
          <a:custGeom>
            <a:avLst/>
            <a:gdLst/>
            <a:ahLst/>
            <a:rect l="0" t="0" r="r" b="b"/>
            <a:pathLst>
              <a:path fill="none" w="77" h="116">
                <a:moveTo>
                  <a:pt x="39" y="0"/>
                </a:moveTo>
                <a:lnTo>
                  <a:pt x="77" y="116"/>
                </a:lnTo>
                <a:lnTo>
                  <a:pt x="0" y="116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A51959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8217360" y="5417280"/>
            <a:ext cx="27720" cy="41760"/>
          </a:xfrm>
          <a:custGeom>
            <a:avLst/>
            <a:gdLst/>
            <a:ahLst/>
            <a:rect l="0" t="0" r="r" b="b"/>
            <a:pathLst>
              <a:path w="77" h="116">
                <a:moveTo>
                  <a:pt x="39" y="0"/>
                </a:moveTo>
                <a:lnTo>
                  <a:pt x="77" y="116"/>
                </a:lnTo>
                <a:lnTo>
                  <a:pt x="0" y="116"/>
                </a:lnTo>
                <a:lnTo>
                  <a:pt x="39" y="0"/>
                </a:lnTo>
                <a:close/>
              </a:path>
            </a:pathLst>
          </a:custGeom>
          <a:solidFill>
            <a:srgbClr val="6BCB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8217360" y="5417280"/>
            <a:ext cx="27720" cy="41760"/>
          </a:xfrm>
          <a:custGeom>
            <a:avLst/>
            <a:gdLst/>
            <a:ahLst/>
            <a:rect l="0" t="0" r="r" b="b"/>
            <a:pathLst>
              <a:path fill="none" w="77" h="116">
                <a:moveTo>
                  <a:pt x="39" y="0"/>
                </a:moveTo>
                <a:lnTo>
                  <a:pt x="77" y="116"/>
                </a:lnTo>
                <a:lnTo>
                  <a:pt x="0" y="116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47874F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1764720" y="572004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  <a:close/>
              </a:path>
            </a:pathLst>
          </a:custGeom>
          <a:solidFill>
            <a:srgbClr val="6BCB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1764720" y="572004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47874F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1847160" y="572004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  <a:close/>
              </a:path>
            </a:pathLst>
          </a:custGeom>
          <a:solidFill>
            <a:srgbClr val="FF9A3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1847160" y="572004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8" y="0"/>
                </a:moveTo>
                <a:lnTo>
                  <a:pt x="77" y="115"/>
                </a:lnTo>
                <a:lnTo>
                  <a:pt x="0" y="115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AA6728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2115000" y="5720040"/>
            <a:ext cx="28080" cy="41400"/>
          </a:xfrm>
          <a:custGeom>
            <a:avLst/>
            <a:gdLst/>
            <a:ahLst/>
            <a:rect l="0" t="0" r="r" b="b"/>
            <a:pathLst>
              <a:path w="78" h="115">
                <a:moveTo>
                  <a:pt x="39" y="0"/>
                </a:moveTo>
                <a:lnTo>
                  <a:pt x="78" y="115"/>
                </a:lnTo>
                <a:lnTo>
                  <a:pt x="0" y="115"/>
                </a:lnTo>
                <a:lnTo>
                  <a:pt x="39" y="0"/>
                </a:lnTo>
                <a:close/>
              </a:path>
            </a:pathLst>
          </a:custGeom>
          <a:solidFill>
            <a:srgbClr val="6BCB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2115000" y="5720040"/>
            <a:ext cx="28080" cy="41400"/>
          </a:xfrm>
          <a:custGeom>
            <a:avLst/>
            <a:gdLst/>
            <a:ahLst/>
            <a:rect l="0" t="0" r="r" b="b"/>
            <a:pathLst>
              <a:path fill="none" w="78" h="115">
                <a:moveTo>
                  <a:pt x="39" y="0"/>
                </a:moveTo>
                <a:lnTo>
                  <a:pt x="78" y="115"/>
                </a:lnTo>
                <a:lnTo>
                  <a:pt x="0" y="115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47874F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8024760" y="5720040"/>
            <a:ext cx="28080" cy="41400"/>
          </a:xfrm>
          <a:custGeom>
            <a:avLst/>
            <a:gdLst/>
            <a:ahLst/>
            <a:rect l="0" t="0" r="r" b="b"/>
            <a:pathLst>
              <a:path w="78" h="115">
                <a:moveTo>
                  <a:pt x="40" y="0"/>
                </a:moveTo>
                <a:lnTo>
                  <a:pt x="78" y="115"/>
                </a:lnTo>
                <a:lnTo>
                  <a:pt x="0" y="115"/>
                </a:lnTo>
                <a:lnTo>
                  <a:pt x="40" y="0"/>
                </a:lnTo>
                <a:close/>
              </a:path>
            </a:pathLst>
          </a:custGeom>
          <a:solidFill>
            <a:srgbClr val="00C9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8024760" y="5720040"/>
            <a:ext cx="28080" cy="41400"/>
          </a:xfrm>
          <a:custGeom>
            <a:avLst/>
            <a:gdLst/>
            <a:ahLst/>
            <a:rect l="0" t="0" r="r" b="b"/>
            <a:pathLst>
              <a:path fill="none" w="78" h="115">
                <a:moveTo>
                  <a:pt x="40" y="0"/>
                </a:moveTo>
                <a:lnTo>
                  <a:pt x="78" y="115"/>
                </a:lnTo>
                <a:lnTo>
                  <a:pt x="0" y="115"/>
                </a:lnTo>
                <a:lnTo>
                  <a:pt x="40" y="0"/>
                </a:lnTo>
              </a:path>
            </a:pathLst>
          </a:custGeom>
          <a:ln cap="sq" w="3240">
            <a:solidFill>
              <a:srgbClr val="00866F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8169120" y="5720040"/>
            <a:ext cx="28080" cy="41400"/>
          </a:xfrm>
          <a:custGeom>
            <a:avLst/>
            <a:gdLst/>
            <a:ahLst/>
            <a:rect l="0" t="0" r="r" b="b"/>
            <a:pathLst>
              <a:path w="78" h="115">
                <a:moveTo>
                  <a:pt x="38" y="0"/>
                </a:moveTo>
                <a:lnTo>
                  <a:pt x="78" y="115"/>
                </a:lnTo>
                <a:lnTo>
                  <a:pt x="0" y="115"/>
                </a:lnTo>
                <a:lnTo>
                  <a:pt x="38" y="0"/>
                </a:lnTo>
                <a:close/>
              </a:path>
            </a:pathLst>
          </a:custGeom>
          <a:solidFill>
            <a:srgbClr val="4D96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8169120" y="5720040"/>
            <a:ext cx="28080" cy="41400"/>
          </a:xfrm>
          <a:custGeom>
            <a:avLst/>
            <a:gdLst/>
            <a:ahLst/>
            <a:rect l="0" t="0" r="r" b="b"/>
            <a:pathLst>
              <a:path fill="none" w="78" h="115">
                <a:moveTo>
                  <a:pt x="38" y="0"/>
                </a:moveTo>
                <a:lnTo>
                  <a:pt x="78" y="115"/>
                </a:lnTo>
                <a:lnTo>
                  <a:pt x="0" y="115"/>
                </a:lnTo>
                <a:lnTo>
                  <a:pt x="38" y="0"/>
                </a:lnTo>
              </a:path>
            </a:pathLst>
          </a:custGeom>
          <a:ln cap="sq" w="3240">
            <a:solidFill>
              <a:srgbClr val="3364AA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8299800" y="572004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9" y="0"/>
                </a:moveTo>
                <a:lnTo>
                  <a:pt x="77" y="115"/>
                </a:lnTo>
                <a:lnTo>
                  <a:pt x="0" y="115"/>
                </a:lnTo>
                <a:lnTo>
                  <a:pt x="39" y="0"/>
                </a:lnTo>
                <a:close/>
              </a:path>
            </a:pathLst>
          </a:custGeom>
          <a:solidFill>
            <a:srgbClr val="FFD93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8299800" y="572004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9" y="0"/>
                </a:moveTo>
                <a:lnTo>
                  <a:pt x="77" y="115"/>
                </a:lnTo>
                <a:lnTo>
                  <a:pt x="0" y="115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AA9129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8354880" y="5720040"/>
            <a:ext cx="27720" cy="41400"/>
          </a:xfrm>
          <a:custGeom>
            <a:avLst/>
            <a:gdLst/>
            <a:ahLst/>
            <a:rect l="0" t="0" r="r" b="b"/>
            <a:pathLst>
              <a:path w="77" h="115">
                <a:moveTo>
                  <a:pt x="39" y="0"/>
                </a:moveTo>
                <a:lnTo>
                  <a:pt x="77" y="115"/>
                </a:lnTo>
                <a:lnTo>
                  <a:pt x="0" y="115"/>
                </a:lnTo>
                <a:lnTo>
                  <a:pt x="39" y="0"/>
                </a:lnTo>
                <a:close/>
              </a:path>
            </a:pathLst>
          </a:custGeom>
          <a:solidFill>
            <a:srgbClr val="C77D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8354880" y="5720040"/>
            <a:ext cx="27720" cy="41400"/>
          </a:xfrm>
          <a:custGeom>
            <a:avLst/>
            <a:gdLst/>
            <a:ahLst/>
            <a:rect l="0" t="0" r="r" b="b"/>
            <a:pathLst>
              <a:path fill="none" w="77" h="115">
                <a:moveTo>
                  <a:pt x="39" y="0"/>
                </a:moveTo>
                <a:lnTo>
                  <a:pt x="77" y="115"/>
                </a:lnTo>
                <a:lnTo>
                  <a:pt x="0" y="115"/>
                </a:lnTo>
                <a:lnTo>
                  <a:pt x="39" y="0"/>
                </a:lnTo>
              </a:path>
            </a:pathLst>
          </a:custGeom>
          <a:ln cap="sq" w="3240">
            <a:solidFill>
              <a:srgbClr val="8553AA"/>
            </a:solidFill>
            <a:bevel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1970640" y="4261680"/>
            <a:ext cx="5917680" cy="41760"/>
          </a:xfrm>
          <a:custGeom>
            <a:avLst/>
            <a:gdLst/>
            <a:ahLst/>
            <a:rect l="0" t="0" r="r" b="b"/>
            <a:pathLst>
              <a:path w="16438" h="116">
                <a:moveTo>
                  <a:pt x="0" y="0"/>
                </a:moveTo>
                <a:lnTo>
                  <a:pt x="16438" y="0"/>
                </a:lnTo>
                <a:lnTo>
                  <a:pt x="16438" y="116"/>
                </a:lnTo>
                <a:lnTo>
                  <a:pt x="0" y="116"/>
                </a:lnTo>
                <a:lnTo>
                  <a:pt x="0" y="0"/>
                </a:lnTo>
                <a:close/>
              </a:path>
            </a:pathLst>
          </a:custGeom>
          <a:solidFill>
            <a:srgbClr val="E74C3C">
              <a:alpha val="7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1977480" y="4264920"/>
            <a:ext cx="5910840" cy="34920"/>
          </a:xfrm>
          <a:custGeom>
            <a:avLst/>
            <a:gdLst/>
            <a:ahLst/>
            <a:rect l="0" t="0" r="r" b="b"/>
            <a:pathLst>
              <a:path w="16419" h="97">
                <a:moveTo>
                  <a:pt x="0" y="0"/>
                </a:moveTo>
                <a:lnTo>
                  <a:pt x="16419" y="0"/>
                </a:lnTo>
                <a:lnTo>
                  <a:pt x="16419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noFill/>
          <a:ln cap="sq" w="6840">
            <a:solidFill>
              <a:srgbClr val="E74C3C"/>
            </a:solidFill>
            <a:bevel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475920" y="904680"/>
            <a:ext cx="8192160" cy="275400"/>
          </a:xfrm>
          <a:custGeom>
            <a:avLst/>
            <a:gdLst/>
            <a:ahLst/>
            <a:rect l="0" t="0" r="r" b="b"/>
            <a:pathLst>
              <a:path w="22756" h="765">
                <a:moveTo>
                  <a:pt x="0" y="0"/>
                </a:moveTo>
                <a:lnTo>
                  <a:pt x="22756" y="0"/>
                </a:lnTo>
                <a:lnTo>
                  <a:pt x="22756" y="765"/>
                </a:lnTo>
                <a:lnTo>
                  <a:pt x="0" y="765"/>
                </a:ln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76824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 txBox="1"/>
          <p:nvPr/>
        </p:nvSpPr>
        <p:spPr>
          <a:xfrm>
            <a:off x="1414440" y="5095440"/>
            <a:ext cx="100800" cy="55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8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idl…</a:t>
            </a:r>
            <a:endParaRPr lang="en-US" sz="3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151740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 txBox="1"/>
          <p:nvPr/>
        </p:nvSpPr>
        <p:spPr>
          <a:xfrm>
            <a:off x="78192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702.463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226620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 txBox="1"/>
          <p:nvPr/>
        </p:nvSpPr>
        <p:spPr>
          <a:xfrm>
            <a:off x="153108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702.963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301536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 txBox="1"/>
          <p:nvPr/>
        </p:nvSpPr>
        <p:spPr>
          <a:xfrm>
            <a:off x="228024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703.463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376416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 txBox="1"/>
          <p:nvPr/>
        </p:nvSpPr>
        <p:spPr>
          <a:xfrm>
            <a:off x="302904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703.963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450648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 txBox="1"/>
          <p:nvPr/>
        </p:nvSpPr>
        <p:spPr>
          <a:xfrm>
            <a:off x="377820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704.463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525564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452016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704.963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600444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526932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705.463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675360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 txBox="1"/>
          <p:nvPr/>
        </p:nvSpPr>
        <p:spPr>
          <a:xfrm>
            <a:off x="601848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705.963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750276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 txBox="1"/>
          <p:nvPr/>
        </p:nvSpPr>
        <p:spPr>
          <a:xfrm>
            <a:off x="676764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706.463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8251560" y="1138680"/>
            <a:ext cx="0" cy="41040"/>
          </a:xfrm>
          <a:prstGeom prst="line">
            <a:avLst/>
          </a:prstGeom>
          <a:ln cap="sq" w="6840">
            <a:solidFill>
              <a:srgbClr val="888888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 txBox="1"/>
          <p:nvPr/>
        </p:nvSpPr>
        <p:spPr>
          <a:xfrm>
            <a:off x="751644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706.963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1111680" y="1110960"/>
            <a:ext cx="14040" cy="55440"/>
          </a:xfrm>
          <a:custGeom>
            <a:avLst/>
            <a:gdLst/>
            <a:ahLst/>
            <a:rect l="0" t="0" r="r" b="b"/>
            <a:pathLst>
              <a:path w="39" h="154">
                <a:moveTo>
                  <a:pt x="0" y="0"/>
                </a:moveTo>
                <a:lnTo>
                  <a:pt x="39" y="0"/>
                </a:lnTo>
                <a:lnTo>
                  <a:pt x="39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E8C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2610000" y="1110960"/>
            <a:ext cx="14040" cy="55440"/>
          </a:xfrm>
          <a:custGeom>
            <a:avLst/>
            <a:gdLst/>
            <a:ahLst/>
            <a:rect l="0" t="0" r="r" b="b"/>
            <a:pathLst>
              <a:path w="39" h="154">
                <a:moveTo>
                  <a:pt x="0" y="0"/>
                </a:moveTo>
                <a:lnTo>
                  <a:pt x="39" y="0"/>
                </a:lnTo>
                <a:lnTo>
                  <a:pt x="39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E8C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4121640" y="1110960"/>
            <a:ext cx="14040" cy="55440"/>
          </a:xfrm>
          <a:custGeom>
            <a:avLst/>
            <a:gdLst/>
            <a:ahLst/>
            <a:rect l="0" t="0" r="r" b="b"/>
            <a:pathLst>
              <a:path w="39" h="154">
                <a:moveTo>
                  <a:pt x="0" y="0"/>
                </a:moveTo>
                <a:lnTo>
                  <a:pt x="39" y="0"/>
                </a:lnTo>
                <a:lnTo>
                  <a:pt x="39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E8C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5599080" y="1110960"/>
            <a:ext cx="14040" cy="55440"/>
          </a:xfrm>
          <a:custGeom>
            <a:avLst/>
            <a:gdLst/>
            <a:ahLst/>
            <a:rect l="0" t="0" r="r" b="b"/>
            <a:pathLst>
              <a:path w="39" h="154">
                <a:moveTo>
                  <a:pt x="0" y="0"/>
                </a:moveTo>
                <a:lnTo>
                  <a:pt x="39" y="0"/>
                </a:lnTo>
                <a:lnTo>
                  <a:pt x="39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E8C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7090200" y="1110960"/>
            <a:ext cx="14400" cy="55440"/>
          </a:xfrm>
          <a:custGeom>
            <a:avLst/>
            <a:gdLst/>
            <a:ahLst/>
            <a:rect l="0" t="0" r="r" b="b"/>
            <a:pathLst>
              <a:path w="40" h="154">
                <a:moveTo>
                  <a:pt x="0" y="0"/>
                </a:moveTo>
                <a:lnTo>
                  <a:pt x="40" y="0"/>
                </a:lnTo>
                <a:lnTo>
                  <a:pt x="40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E8C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8588520" y="1110960"/>
            <a:ext cx="14040" cy="55440"/>
          </a:xfrm>
          <a:custGeom>
            <a:avLst/>
            <a:gdLst/>
            <a:ahLst/>
            <a:rect l="0" t="0" r="r" b="b"/>
            <a:pathLst>
              <a:path w="39" h="154">
                <a:moveTo>
                  <a:pt x="0" y="0"/>
                </a:moveTo>
                <a:lnTo>
                  <a:pt x="39" y="0"/>
                </a:lnTo>
                <a:lnTo>
                  <a:pt x="39" y="154"/>
                </a:lnTo>
                <a:lnTo>
                  <a:pt x="0" y="154"/>
                </a:lnTo>
                <a:lnTo>
                  <a:pt x="0" y="0"/>
                </a:lnTo>
                <a:close/>
              </a:path>
            </a:pathLst>
          </a:custGeom>
          <a:solidFill>
            <a:srgbClr val="E8C84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7884000" y="904680"/>
            <a:ext cx="7200" cy="5066640"/>
          </a:xfrm>
          <a:custGeom>
            <a:avLst/>
            <a:gdLst/>
            <a:ahLst/>
            <a:rect l="0" t="0" r="r" b="b"/>
            <a:pathLst>
              <a:path w="20" h="14074">
                <a:moveTo>
                  <a:pt x="20" y="0"/>
                </a:moveTo>
                <a:lnTo>
                  <a:pt x="20" y="77"/>
                </a:lnTo>
                <a:lnTo>
                  <a:pt x="20" y="86"/>
                </a:lnTo>
                <a:lnTo>
                  <a:pt x="0" y="86"/>
                </a:lnTo>
                <a:lnTo>
                  <a:pt x="0" y="77"/>
                </a:lnTo>
                <a:lnTo>
                  <a:pt x="0" y="0"/>
                </a:lnTo>
                <a:lnTo>
                  <a:pt x="20" y="0"/>
                </a:lnTo>
                <a:moveTo>
                  <a:pt x="20" y="115"/>
                </a:moveTo>
                <a:lnTo>
                  <a:pt x="20" y="191"/>
                </a:lnTo>
                <a:lnTo>
                  <a:pt x="20" y="201"/>
                </a:lnTo>
                <a:lnTo>
                  <a:pt x="0" y="201"/>
                </a:lnTo>
                <a:lnTo>
                  <a:pt x="0" y="191"/>
                </a:lnTo>
                <a:lnTo>
                  <a:pt x="0" y="105"/>
                </a:lnTo>
                <a:lnTo>
                  <a:pt x="20" y="105"/>
                </a:lnTo>
                <a:lnTo>
                  <a:pt x="20" y="115"/>
                </a:lnTo>
                <a:moveTo>
                  <a:pt x="20" y="230"/>
                </a:moveTo>
                <a:lnTo>
                  <a:pt x="20" y="306"/>
                </a:lnTo>
                <a:lnTo>
                  <a:pt x="20" y="316"/>
                </a:lnTo>
                <a:lnTo>
                  <a:pt x="0" y="316"/>
                </a:lnTo>
                <a:lnTo>
                  <a:pt x="0" y="306"/>
                </a:lnTo>
                <a:lnTo>
                  <a:pt x="0" y="220"/>
                </a:lnTo>
                <a:lnTo>
                  <a:pt x="20" y="220"/>
                </a:lnTo>
                <a:lnTo>
                  <a:pt x="20" y="230"/>
                </a:lnTo>
                <a:moveTo>
                  <a:pt x="20" y="344"/>
                </a:moveTo>
                <a:lnTo>
                  <a:pt x="20" y="421"/>
                </a:lnTo>
                <a:lnTo>
                  <a:pt x="20" y="430"/>
                </a:lnTo>
                <a:lnTo>
                  <a:pt x="0" y="430"/>
                </a:lnTo>
                <a:lnTo>
                  <a:pt x="0" y="421"/>
                </a:lnTo>
                <a:lnTo>
                  <a:pt x="0" y="335"/>
                </a:lnTo>
                <a:lnTo>
                  <a:pt x="20" y="335"/>
                </a:lnTo>
                <a:lnTo>
                  <a:pt x="20" y="344"/>
                </a:lnTo>
                <a:moveTo>
                  <a:pt x="20" y="459"/>
                </a:moveTo>
                <a:lnTo>
                  <a:pt x="20" y="535"/>
                </a:lnTo>
                <a:lnTo>
                  <a:pt x="20" y="545"/>
                </a:lnTo>
                <a:lnTo>
                  <a:pt x="0" y="545"/>
                </a:lnTo>
                <a:lnTo>
                  <a:pt x="0" y="535"/>
                </a:lnTo>
                <a:lnTo>
                  <a:pt x="0" y="449"/>
                </a:lnTo>
                <a:lnTo>
                  <a:pt x="20" y="449"/>
                </a:lnTo>
                <a:lnTo>
                  <a:pt x="20" y="459"/>
                </a:lnTo>
                <a:moveTo>
                  <a:pt x="20" y="574"/>
                </a:moveTo>
                <a:lnTo>
                  <a:pt x="20" y="650"/>
                </a:lnTo>
                <a:lnTo>
                  <a:pt x="20" y="659"/>
                </a:lnTo>
                <a:lnTo>
                  <a:pt x="0" y="659"/>
                </a:lnTo>
                <a:lnTo>
                  <a:pt x="0" y="650"/>
                </a:lnTo>
                <a:lnTo>
                  <a:pt x="0" y="564"/>
                </a:lnTo>
                <a:lnTo>
                  <a:pt x="20" y="564"/>
                </a:lnTo>
                <a:lnTo>
                  <a:pt x="20" y="574"/>
                </a:lnTo>
                <a:moveTo>
                  <a:pt x="20" y="688"/>
                </a:moveTo>
                <a:lnTo>
                  <a:pt x="20" y="765"/>
                </a:lnTo>
                <a:lnTo>
                  <a:pt x="20" y="774"/>
                </a:lnTo>
                <a:lnTo>
                  <a:pt x="0" y="774"/>
                </a:lnTo>
                <a:lnTo>
                  <a:pt x="0" y="765"/>
                </a:lnTo>
                <a:lnTo>
                  <a:pt x="0" y="679"/>
                </a:lnTo>
                <a:lnTo>
                  <a:pt x="20" y="679"/>
                </a:lnTo>
                <a:lnTo>
                  <a:pt x="20" y="688"/>
                </a:lnTo>
                <a:moveTo>
                  <a:pt x="20" y="803"/>
                </a:moveTo>
                <a:lnTo>
                  <a:pt x="20" y="879"/>
                </a:lnTo>
                <a:lnTo>
                  <a:pt x="20" y="889"/>
                </a:lnTo>
                <a:lnTo>
                  <a:pt x="0" y="889"/>
                </a:lnTo>
                <a:lnTo>
                  <a:pt x="0" y="879"/>
                </a:lnTo>
                <a:lnTo>
                  <a:pt x="0" y="793"/>
                </a:lnTo>
                <a:lnTo>
                  <a:pt x="20" y="793"/>
                </a:lnTo>
                <a:lnTo>
                  <a:pt x="20" y="803"/>
                </a:lnTo>
                <a:moveTo>
                  <a:pt x="20" y="917"/>
                </a:moveTo>
                <a:lnTo>
                  <a:pt x="20" y="994"/>
                </a:lnTo>
                <a:lnTo>
                  <a:pt x="20" y="1003"/>
                </a:lnTo>
                <a:lnTo>
                  <a:pt x="0" y="1003"/>
                </a:lnTo>
                <a:lnTo>
                  <a:pt x="0" y="994"/>
                </a:lnTo>
                <a:lnTo>
                  <a:pt x="0" y="908"/>
                </a:lnTo>
                <a:lnTo>
                  <a:pt x="20" y="908"/>
                </a:lnTo>
                <a:lnTo>
                  <a:pt x="20" y="917"/>
                </a:lnTo>
                <a:moveTo>
                  <a:pt x="20" y="1032"/>
                </a:moveTo>
                <a:lnTo>
                  <a:pt x="20" y="1109"/>
                </a:lnTo>
                <a:lnTo>
                  <a:pt x="20" y="1118"/>
                </a:lnTo>
                <a:lnTo>
                  <a:pt x="0" y="1118"/>
                </a:lnTo>
                <a:lnTo>
                  <a:pt x="0" y="1109"/>
                </a:lnTo>
                <a:lnTo>
                  <a:pt x="0" y="1023"/>
                </a:lnTo>
                <a:lnTo>
                  <a:pt x="20" y="1023"/>
                </a:lnTo>
                <a:lnTo>
                  <a:pt x="20" y="1032"/>
                </a:lnTo>
                <a:moveTo>
                  <a:pt x="20" y="1147"/>
                </a:moveTo>
                <a:lnTo>
                  <a:pt x="20" y="1223"/>
                </a:lnTo>
                <a:lnTo>
                  <a:pt x="20" y="1233"/>
                </a:lnTo>
                <a:lnTo>
                  <a:pt x="0" y="1233"/>
                </a:lnTo>
                <a:lnTo>
                  <a:pt x="0" y="1223"/>
                </a:lnTo>
                <a:lnTo>
                  <a:pt x="0" y="1137"/>
                </a:lnTo>
                <a:lnTo>
                  <a:pt x="20" y="1137"/>
                </a:lnTo>
                <a:lnTo>
                  <a:pt x="20" y="1147"/>
                </a:lnTo>
                <a:moveTo>
                  <a:pt x="20" y="1261"/>
                </a:moveTo>
                <a:lnTo>
                  <a:pt x="20" y="1338"/>
                </a:lnTo>
                <a:lnTo>
                  <a:pt x="20" y="1347"/>
                </a:lnTo>
                <a:lnTo>
                  <a:pt x="0" y="1347"/>
                </a:lnTo>
                <a:lnTo>
                  <a:pt x="0" y="1338"/>
                </a:lnTo>
                <a:lnTo>
                  <a:pt x="0" y="1252"/>
                </a:lnTo>
                <a:lnTo>
                  <a:pt x="20" y="1252"/>
                </a:lnTo>
                <a:lnTo>
                  <a:pt x="20" y="1261"/>
                </a:lnTo>
                <a:moveTo>
                  <a:pt x="20" y="1376"/>
                </a:moveTo>
                <a:lnTo>
                  <a:pt x="20" y="1452"/>
                </a:lnTo>
                <a:lnTo>
                  <a:pt x="20" y="1462"/>
                </a:lnTo>
                <a:lnTo>
                  <a:pt x="0" y="1462"/>
                </a:lnTo>
                <a:lnTo>
                  <a:pt x="0" y="1452"/>
                </a:lnTo>
                <a:lnTo>
                  <a:pt x="0" y="1366"/>
                </a:lnTo>
                <a:lnTo>
                  <a:pt x="20" y="1366"/>
                </a:lnTo>
                <a:lnTo>
                  <a:pt x="20" y="1376"/>
                </a:lnTo>
                <a:moveTo>
                  <a:pt x="20" y="1491"/>
                </a:moveTo>
                <a:lnTo>
                  <a:pt x="20" y="1567"/>
                </a:lnTo>
                <a:lnTo>
                  <a:pt x="20" y="1577"/>
                </a:lnTo>
                <a:lnTo>
                  <a:pt x="0" y="1577"/>
                </a:lnTo>
                <a:lnTo>
                  <a:pt x="0" y="1567"/>
                </a:lnTo>
                <a:lnTo>
                  <a:pt x="0" y="1481"/>
                </a:lnTo>
                <a:lnTo>
                  <a:pt x="20" y="1481"/>
                </a:lnTo>
                <a:lnTo>
                  <a:pt x="20" y="1491"/>
                </a:lnTo>
                <a:moveTo>
                  <a:pt x="20" y="1605"/>
                </a:moveTo>
                <a:lnTo>
                  <a:pt x="20" y="1682"/>
                </a:lnTo>
                <a:lnTo>
                  <a:pt x="20" y="1691"/>
                </a:lnTo>
                <a:lnTo>
                  <a:pt x="0" y="1691"/>
                </a:lnTo>
                <a:lnTo>
                  <a:pt x="0" y="1682"/>
                </a:lnTo>
                <a:lnTo>
                  <a:pt x="0" y="1596"/>
                </a:lnTo>
                <a:lnTo>
                  <a:pt x="20" y="1596"/>
                </a:lnTo>
                <a:lnTo>
                  <a:pt x="20" y="1605"/>
                </a:lnTo>
                <a:moveTo>
                  <a:pt x="20" y="1720"/>
                </a:moveTo>
                <a:lnTo>
                  <a:pt x="20" y="1796"/>
                </a:lnTo>
                <a:lnTo>
                  <a:pt x="20" y="1806"/>
                </a:lnTo>
                <a:lnTo>
                  <a:pt x="0" y="1806"/>
                </a:lnTo>
                <a:lnTo>
                  <a:pt x="0" y="1796"/>
                </a:lnTo>
                <a:lnTo>
                  <a:pt x="0" y="1710"/>
                </a:lnTo>
                <a:lnTo>
                  <a:pt x="20" y="1710"/>
                </a:lnTo>
                <a:lnTo>
                  <a:pt x="20" y="1720"/>
                </a:lnTo>
                <a:moveTo>
                  <a:pt x="20" y="1835"/>
                </a:moveTo>
                <a:lnTo>
                  <a:pt x="20" y="1911"/>
                </a:lnTo>
                <a:lnTo>
                  <a:pt x="20" y="1921"/>
                </a:lnTo>
                <a:lnTo>
                  <a:pt x="0" y="1921"/>
                </a:lnTo>
                <a:lnTo>
                  <a:pt x="0" y="1911"/>
                </a:lnTo>
                <a:lnTo>
                  <a:pt x="0" y="1825"/>
                </a:lnTo>
                <a:lnTo>
                  <a:pt x="20" y="1825"/>
                </a:lnTo>
                <a:lnTo>
                  <a:pt x="20" y="1835"/>
                </a:lnTo>
                <a:moveTo>
                  <a:pt x="20" y="1949"/>
                </a:moveTo>
                <a:lnTo>
                  <a:pt x="20" y="2026"/>
                </a:lnTo>
                <a:lnTo>
                  <a:pt x="20" y="2035"/>
                </a:lnTo>
                <a:lnTo>
                  <a:pt x="0" y="2035"/>
                </a:lnTo>
                <a:lnTo>
                  <a:pt x="0" y="2026"/>
                </a:lnTo>
                <a:lnTo>
                  <a:pt x="0" y="1940"/>
                </a:lnTo>
                <a:lnTo>
                  <a:pt x="20" y="1940"/>
                </a:lnTo>
                <a:lnTo>
                  <a:pt x="20" y="1949"/>
                </a:lnTo>
                <a:moveTo>
                  <a:pt x="20" y="2064"/>
                </a:moveTo>
                <a:lnTo>
                  <a:pt x="20" y="2140"/>
                </a:lnTo>
                <a:lnTo>
                  <a:pt x="20" y="2150"/>
                </a:lnTo>
                <a:lnTo>
                  <a:pt x="0" y="2150"/>
                </a:lnTo>
                <a:lnTo>
                  <a:pt x="0" y="2140"/>
                </a:lnTo>
                <a:lnTo>
                  <a:pt x="0" y="2054"/>
                </a:lnTo>
                <a:lnTo>
                  <a:pt x="20" y="2054"/>
                </a:lnTo>
                <a:lnTo>
                  <a:pt x="20" y="2064"/>
                </a:lnTo>
                <a:moveTo>
                  <a:pt x="20" y="2179"/>
                </a:moveTo>
                <a:lnTo>
                  <a:pt x="20" y="2255"/>
                </a:lnTo>
                <a:lnTo>
                  <a:pt x="20" y="2265"/>
                </a:lnTo>
                <a:lnTo>
                  <a:pt x="0" y="2265"/>
                </a:lnTo>
                <a:lnTo>
                  <a:pt x="0" y="2255"/>
                </a:lnTo>
                <a:lnTo>
                  <a:pt x="0" y="2169"/>
                </a:lnTo>
                <a:lnTo>
                  <a:pt x="20" y="2169"/>
                </a:lnTo>
                <a:lnTo>
                  <a:pt x="20" y="2179"/>
                </a:lnTo>
                <a:moveTo>
                  <a:pt x="20" y="2293"/>
                </a:moveTo>
                <a:lnTo>
                  <a:pt x="20" y="2370"/>
                </a:lnTo>
                <a:lnTo>
                  <a:pt x="20" y="2379"/>
                </a:lnTo>
                <a:lnTo>
                  <a:pt x="0" y="2379"/>
                </a:lnTo>
                <a:lnTo>
                  <a:pt x="0" y="2370"/>
                </a:lnTo>
                <a:lnTo>
                  <a:pt x="0" y="2284"/>
                </a:lnTo>
                <a:lnTo>
                  <a:pt x="20" y="2284"/>
                </a:lnTo>
                <a:lnTo>
                  <a:pt x="20" y="2293"/>
                </a:lnTo>
                <a:moveTo>
                  <a:pt x="20" y="2408"/>
                </a:moveTo>
                <a:lnTo>
                  <a:pt x="20" y="2484"/>
                </a:lnTo>
                <a:lnTo>
                  <a:pt x="20" y="2494"/>
                </a:lnTo>
                <a:lnTo>
                  <a:pt x="0" y="2494"/>
                </a:lnTo>
                <a:lnTo>
                  <a:pt x="0" y="2484"/>
                </a:lnTo>
                <a:lnTo>
                  <a:pt x="0" y="2398"/>
                </a:lnTo>
                <a:lnTo>
                  <a:pt x="20" y="2398"/>
                </a:lnTo>
                <a:lnTo>
                  <a:pt x="20" y="2408"/>
                </a:lnTo>
                <a:moveTo>
                  <a:pt x="20" y="2523"/>
                </a:moveTo>
                <a:lnTo>
                  <a:pt x="20" y="2599"/>
                </a:lnTo>
                <a:lnTo>
                  <a:pt x="20" y="2608"/>
                </a:lnTo>
                <a:lnTo>
                  <a:pt x="0" y="2608"/>
                </a:lnTo>
                <a:lnTo>
                  <a:pt x="0" y="2599"/>
                </a:lnTo>
                <a:lnTo>
                  <a:pt x="0" y="2513"/>
                </a:lnTo>
                <a:lnTo>
                  <a:pt x="20" y="2513"/>
                </a:lnTo>
                <a:lnTo>
                  <a:pt x="20" y="2523"/>
                </a:lnTo>
                <a:moveTo>
                  <a:pt x="20" y="2637"/>
                </a:moveTo>
                <a:lnTo>
                  <a:pt x="20" y="2714"/>
                </a:lnTo>
                <a:lnTo>
                  <a:pt x="20" y="2723"/>
                </a:lnTo>
                <a:lnTo>
                  <a:pt x="0" y="2723"/>
                </a:lnTo>
                <a:lnTo>
                  <a:pt x="0" y="2714"/>
                </a:lnTo>
                <a:lnTo>
                  <a:pt x="0" y="2628"/>
                </a:lnTo>
                <a:lnTo>
                  <a:pt x="20" y="2628"/>
                </a:lnTo>
                <a:lnTo>
                  <a:pt x="20" y="2637"/>
                </a:lnTo>
                <a:moveTo>
                  <a:pt x="20" y="2752"/>
                </a:moveTo>
                <a:lnTo>
                  <a:pt x="20" y="2828"/>
                </a:lnTo>
                <a:lnTo>
                  <a:pt x="20" y="2838"/>
                </a:lnTo>
                <a:lnTo>
                  <a:pt x="0" y="2838"/>
                </a:lnTo>
                <a:lnTo>
                  <a:pt x="0" y="2828"/>
                </a:lnTo>
                <a:lnTo>
                  <a:pt x="0" y="2742"/>
                </a:lnTo>
                <a:lnTo>
                  <a:pt x="20" y="2742"/>
                </a:lnTo>
                <a:lnTo>
                  <a:pt x="20" y="2752"/>
                </a:lnTo>
                <a:moveTo>
                  <a:pt x="20" y="2866"/>
                </a:moveTo>
                <a:lnTo>
                  <a:pt x="20" y="2943"/>
                </a:lnTo>
                <a:lnTo>
                  <a:pt x="20" y="2952"/>
                </a:lnTo>
                <a:lnTo>
                  <a:pt x="0" y="2952"/>
                </a:lnTo>
                <a:lnTo>
                  <a:pt x="0" y="2943"/>
                </a:lnTo>
                <a:lnTo>
                  <a:pt x="0" y="2857"/>
                </a:lnTo>
                <a:lnTo>
                  <a:pt x="20" y="2857"/>
                </a:lnTo>
                <a:lnTo>
                  <a:pt x="20" y="2866"/>
                </a:lnTo>
                <a:moveTo>
                  <a:pt x="20" y="2981"/>
                </a:moveTo>
                <a:lnTo>
                  <a:pt x="20" y="3058"/>
                </a:lnTo>
                <a:lnTo>
                  <a:pt x="20" y="3067"/>
                </a:lnTo>
                <a:lnTo>
                  <a:pt x="0" y="3067"/>
                </a:lnTo>
                <a:lnTo>
                  <a:pt x="0" y="3058"/>
                </a:lnTo>
                <a:lnTo>
                  <a:pt x="0" y="2972"/>
                </a:lnTo>
                <a:lnTo>
                  <a:pt x="20" y="2972"/>
                </a:lnTo>
                <a:lnTo>
                  <a:pt x="20" y="2981"/>
                </a:lnTo>
                <a:moveTo>
                  <a:pt x="20" y="3096"/>
                </a:moveTo>
                <a:lnTo>
                  <a:pt x="20" y="3172"/>
                </a:lnTo>
                <a:lnTo>
                  <a:pt x="20" y="3182"/>
                </a:lnTo>
                <a:lnTo>
                  <a:pt x="0" y="3182"/>
                </a:lnTo>
                <a:lnTo>
                  <a:pt x="0" y="3172"/>
                </a:lnTo>
                <a:lnTo>
                  <a:pt x="0" y="3086"/>
                </a:lnTo>
                <a:lnTo>
                  <a:pt x="20" y="3086"/>
                </a:lnTo>
                <a:lnTo>
                  <a:pt x="20" y="3096"/>
                </a:lnTo>
                <a:moveTo>
                  <a:pt x="20" y="3210"/>
                </a:moveTo>
                <a:lnTo>
                  <a:pt x="20" y="3287"/>
                </a:lnTo>
                <a:lnTo>
                  <a:pt x="20" y="3296"/>
                </a:lnTo>
                <a:lnTo>
                  <a:pt x="0" y="3296"/>
                </a:lnTo>
                <a:lnTo>
                  <a:pt x="0" y="3287"/>
                </a:lnTo>
                <a:lnTo>
                  <a:pt x="0" y="3201"/>
                </a:lnTo>
                <a:lnTo>
                  <a:pt x="20" y="3201"/>
                </a:lnTo>
                <a:lnTo>
                  <a:pt x="20" y="3210"/>
                </a:lnTo>
                <a:moveTo>
                  <a:pt x="20" y="3325"/>
                </a:moveTo>
                <a:lnTo>
                  <a:pt x="20" y="3401"/>
                </a:lnTo>
                <a:lnTo>
                  <a:pt x="20" y="3411"/>
                </a:lnTo>
                <a:lnTo>
                  <a:pt x="0" y="3411"/>
                </a:lnTo>
                <a:lnTo>
                  <a:pt x="0" y="3401"/>
                </a:lnTo>
                <a:lnTo>
                  <a:pt x="0" y="3315"/>
                </a:lnTo>
                <a:lnTo>
                  <a:pt x="20" y="3315"/>
                </a:lnTo>
                <a:lnTo>
                  <a:pt x="20" y="3325"/>
                </a:lnTo>
                <a:moveTo>
                  <a:pt x="20" y="3440"/>
                </a:moveTo>
                <a:lnTo>
                  <a:pt x="20" y="3516"/>
                </a:lnTo>
                <a:lnTo>
                  <a:pt x="20" y="3526"/>
                </a:lnTo>
                <a:lnTo>
                  <a:pt x="0" y="3526"/>
                </a:lnTo>
                <a:lnTo>
                  <a:pt x="0" y="3516"/>
                </a:lnTo>
                <a:lnTo>
                  <a:pt x="0" y="3430"/>
                </a:lnTo>
                <a:lnTo>
                  <a:pt x="20" y="3430"/>
                </a:lnTo>
                <a:lnTo>
                  <a:pt x="20" y="3440"/>
                </a:lnTo>
                <a:moveTo>
                  <a:pt x="20" y="3554"/>
                </a:moveTo>
                <a:lnTo>
                  <a:pt x="20" y="3631"/>
                </a:lnTo>
                <a:lnTo>
                  <a:pt x="20" y="3640"/>
                </a:lnTo>
                <a:lnTo>
                  <a:pt x="0" y="3640"/>
                </a:lnTo>
                <a:lnTo>
                  <a:pt x="0" y="3631"/>
                </a:lnTo>
                <a:lnTo>
                  <a:pt x="0" y="3545"/>
                </a:lnTo>
                <a:lnTo>
                  <a:pt x="20" y="3545"/>
                </a:lnTo>
                <a:lnTo>
                  <a:pt x="20" y="3554"/>
                </a:lnTo>
                <a:moveTo>
                  <a:pt x="20" y="3669"/>
                </a:moveTo>
                <a:lnTo>
                  <a:pt x="20" y="3745"/>
                </a:lnTo>
                <a:lnTo>
                  <a:pt x="20" y="3755"/>
                </a:lnTo>
                <a:lnTo>
                  <a:pt x="0" y="3755"/>
                </a:lnTo>
                <a:lnTo>
                  <a:pt x="0" y="3745"/>
                </a:lnTo>
                <a:lnTo>
                  <a:pt x="0" y="3659"/>
                </a:lnTo>
                <a:lnTo>
                  <a:pt x="20" y="3659"/>
                </a:lnTo>
                <a:lnTo>
                  <a:pt x="20" y="3669"/>
                </a:lnTo>
                <a:moveTo>
                  <a:pt x="20" y="3784"/>
                </a:moveTo>
                <a:lnTo>
                  <a:pt x="20" y="3860"/>
                </a:lnTo>
                <a:lnTo>
                  <a:pt x="20" y="3870"/>
                </a:lnTo>
                <a:lnTo>
                  <a:pt x="0" y="3870"/>
                </a:lnTo>
                <a:lnTo>
                  <a:pt x="0" y="3860"/>
                </a:lnTo>
                <a:lnTo>
                  <a:pt x="0" y="3774"/>
                </a:lnTo>
                <a:lnTo>
                  <a:pt x="20" y="3774"/>
                </a:lnTo>
                <a:lnTo>
                  <a:pt x="20" y="3784"/>
                </a:lnTo>
                <a:moveTo>
                  <a:pt x="20" y="3898"/>
                </a:moveTo>
                <a:lnTo>
                  <a:pt x="20" y="3975"/>
                </a:lnTo>
                <a:lnTo>
                  <a:pt x="20" y="3984"/>
                </a:lnTo>
                <a:lnTo>
                  <a:pt x="0" y="3984"/>
                </a:lnTo>
                <a:lnTo>
                  <a:pt x="0" y="3975"/>
                </a:lnTo>
                <a:lnTo>
                  <a:pt x="0" y="3889"/>
                </a:lnTo>
                <a:lnTo>
                  <a:pt x="20" y="3889"/>
                </a:lnTo>
                <a:lnTo>
                  <a:pt x="20" y="3898"/>
                </a:lnTo>
                <a:moveTo>
                  <a:pt x="20" y="4013"/>
                </a:moveTo>
                <a:lnTo>
                  <a:pt x="20" y="4089"/>
                </a:lnTo>
                <a:lnTo>
                  <a:pt x="20" y="4099"/>
                </a:lnTo>
                <a:lnTo>
                  <a:pt x="0" y="4099"/>
                </a:lnTo>
                <a:lnTo>
                  <a:pt x="0" y="4089"/>
                </a:lnTo>
                <a:lnTo>
                  <a:pt x="0" y="4003"/>
                </a:lnTo>
                <a:lnTo>
                  <a:pt x="20" y="4003"/>
                </a:lnTo>
                <a:lnTo>
                  <a:pt x="20" y="4013"/>
                </a:lnTo>
                <a:moveTo>
                  <a:pt x="20" y="4128"/>
                </a:moveTo>
                <a:lnTo>
                  <a:pt x="20" y="4204"/>
                </a:lnTo>
                <a:lnTo>
                  <a:pt x="20" y="4214"/>
                </a:lnTo>
                <a:lnTo>
                  <a:pt x="0" y="4214"/>
                </a:lnTo>
                <a:lnTo>
                  <a:pt x="0" y="4204"/>
                </a:lnTo>
                <a:lnTo>
                  <a:pt x="0" y="4118"/>
                </a:lnTo>
                <a:lnTo>
                  <a:pt x="20" y="4118"/>
                </a:lnTo>
                <a:lnTo>
                  <a:pt x="20" y="4128"/>
                </a:lnTo>
                <a:moveTo>
                  <a:pt x="20" y="4242"/>
                </a:moveTo>
                <a:lnTo>
                  <a:pt x="20" y="4319"/>
                </a:lnTo>
                <a:lnTo>
                  <a:pt x="20" y="4328"/>
                </a:lnTo>
                <a:lnTo>
                  <a:pt x="0" y="4328"/>
                </a:lnTo>
                <a:lnTo>
                  <a:pt x="0" y="4319"/>
                </a:lnTo>
                <a:lnTo>
                  <a:pt x="0" y="4233"/>
                </a:lnTo>
                <a:lnTo>
                  <a:pt x="20" y="4233"/>
                </a:lnTo>
                <a:lnTo>
                  <a:pt x="20" y="4242"/>
                </a:lnTo>
                <a:moveTo>
                  <a:pt x="20" y="4357"/>
                </a:moveTo>
                <a:lnTo>
                  <a:pt x="20" y="4433"/>
                </a:lnTo>
                <a:lnTo>
                  <a:pt x="20" y="4443"/>
                </a:lnTo>
                <a:lnTo>
                  <a:pt x="0" y="4443"/>
                </a:lnTo>
                <a:lnTo>
                  <a:pt x="0" y="4433"/>
                </a:lnTo>
                <a:lnTo>
                  <a:pt x="0" y="4347"/>
                </a:lnTo>
                <a:lnTo>
                  <a:pt x="20" y="4347"/>
                </a:lnTo>
                <a:lnTo>
                  <a:pt x="20" y="4357"/>
                </a:lnTo>
                <a:moveTo>
                  <a:pt x="20" y="4471"/>
                </a:moveTo>
                <a:lnTo>
                  <a:pt x="20" y="4549"/>
                </a:lnTo>
                <a:lnTo>
                  <a:pt x="20" y="4558"/>
                </a:lnTo>
                <a:lnTo>
                  <a:pt x="0" y="4558"/>
                </a:lnTo>
                <a:lnTo>
                  <a:pt x="0" y="4549"/>
                </a:lnTo>
                <a:lnTo>
                  <a:pt x="0" y="4462"/>
                </a:lnTo>
                <a:lnTo>
                  <a:pt x="20" y="4462"/>
                </a:lnTo>
                <a:lnTo>
                  <a:pt x="20" y="4471"/>
                </a:lnTo>
                <a:moveTo>
                  <a:pt x="20" y="4587"/>
                </a:moveTo>
                <a:lnTo>
                  <a:pt x="20" y="4664"/>
                </a:lnTo>
                <a:lnTo>
                  <a:pt x="20" y="4673"/>
                </a:lnTo>
                <a:lnTo>
                  <a:pt x="0" y="4673"/>
                </a:lnTo>
                <a:lnTo>
                  <a:pt x="0" y="4664"/>
                </a:lnTo>
                <a:lnTo>
                  <a:pt x="0" y="4578"/>
                </a:lnTo>
                <a:lnTo>
                  <a:pt x="20" y="4578"/>
                </a:lnTo>
                <a:lnTo>
                  <a:pt x="20" y="4587"/>
                </a:lnTo>
                <a:moveTo>
                  <a:pt x="20" y="4702"/>
                </a:moveTo>
                <a:lnTo>
                  <a:pt x="20" y="4778"/>
                </a:lnTo>
                <a:lnTo>
                  <a:pt x="20" y="4788"/>
                </a:lnTo>
                <a:lnTo>
                  <a:pt x="0" y="4788"/>
                </a:lnTo>
                <a:lnTo>
                  <a:pt x="0" y="4778"/>
                </a:lnTo>
                <a:lnTo>
                  <a:pt x="0" y="4692"/>
                </a:lnTo>
                <a:lnTo>
                  <a:pt x="20" y="4692"/>
                </a:lnTo>
                <a:lnTo>
                  <a:pt x="20" y="4702"/>
                </a:lnTo>
                <a:moveTo>
                  <a:pt x="20" y="4816"/>
                </a:moveTo>
                <a:lnTo>
                  <a:pt x="20" y="4893"/>
                </a:lnTo>
                <a:lnTo>
                  <a:pt x="20" y="4902"/>
                </a:lnTo>
                <a:lnTo>
                  <a:pt x="0" y="4902"/>
                </a:lnTo>
                <a:lnTo>
                  <a:pt x="0" y="4893"/>
                </a:lnTo>
                <a:lnTo>
                  <a:pt x="0" y="4807"/>
                </a:lnTo>
                <a:lnTo>
                  <a:pt x="20" y="4807"/>
                </a:lnTo>
                <a:lnTo>
                  <a:pt x="20" y="4816"/>
                </a:lnTo>
                <a:moveTo>
                  <a:pt x="20" y="4931"/>
                </a:moveTo>
                <a:lnTo>
                  <a:pt x="20" y="5008"/>
                </a:lnTo>
                <a:lnTo>
                  <a:pt x="20" y="5017"/>
                </a:lnTo>
                <a:lnTo>
                  <a:pt x="0" y="5017"/>
                </a:lnTo>
                <a:lnTo>
                  <a:pt x="0" y="5008"/>
                </a:lnTo>
                <a:lnTo>
                  <a:pt x="0" y="4922"/>
                </a:lnTo>
                <a:lnTo>
                  <a:pt x="20" y="4922"/>
                </a:lnTo>
                <a:lnTo>
                  <a:pt x="20" y="4931"/>
                </a:lnTo>
                <a:moveTo>
                  <a:pt x="20" y="5046"/>
                </a:moveTo>
                <a:lnTo>
                  <a:pt x="20" y="5122"/>
                </a:lnTo>
                <a:lnTo>
                  <a:pt x="20" y="5132"/>
                </a:lnTo>
                <a:lnTo>
                  <a:pt x="0" y="5132"/>
                </a:lnTo>
                <a:lnTo>
                  <a:pt x="0" y="5122"/>
                </a:lnTo>
                <a:lnTo>
                  <a:pt x="0" y="5036"/>
                </a:lnTo>
                <a:lnTo>
                  <a:pt x="20" y="5036"/>
                </a:lnTo>
                <a:lnTo>
                  <a:pt x="20" y="5046"/>
                </a:lnTo>
                <a:moveTo>
                  <a:pt x="20" y="5160"/>
                </a:moveTo>
                <a:lnTo>
                  <a:pt x="20" y="5237"/>
                </a:lnTo>
                <a:lnTo>
                  <a:pt x="20" y="5246"/>
                </a:lnTo>
                <a:lnTo>
                  <a:pt x="0" y="5246"/>
                </a:lnTo>
                <a:lnTo>
                  <a:pt x="0" y="5237"/>
                </a:lnTo>
                <a:lnTo>
                  <a:pt x="0" y="5151"/>
                </a:lnTo>
                <a:lnTo>
                  <a:pt x="20" y="5151"/>
                </a:lnTo>
                <a:lnTo>
                  <a:pt x="20" y="5160"/>
                </a:lnTo>
                <a:moveTo>
                  <a:pt x="20" y="5275"/>
                </a:moveTo>
                <a:lnTo>
                  <a:pt x="20" y="5351"/>
                </a:lnTo>
                <a:lnTo>
                  <a:pt x="20" y="5361"/>
                </a:lnTo>
                <a:lnTo>
                  <a:pt x="0" y="5361"/>
                </a:lnTo>
                <a:lnTo>
                  <a:pt x="0" y="5351"/>
                </a:lnTo>
                <a:lnTo>
                  <a:pt x="0" y="5265"/>
                </a:lnTo>
                <a:lnTo>
                  <a:pt x="20" y="5265"/>
                </a:lnTo>
                <a:lnTo>
                  <a:pt x="20" y="5275"/>
                </a:lnTo>
                <a:moveTo>
                  <a:pt x="20" y="5390"/>
                </a:moveTo>
                <a:lnTo>
                  <a:pt x="20" y="5466"/>
                </a:lnTo>
                <a:lnTo>
                  <a:pt x="20" y="5476"/>
                </a:lnTo>
                <a:lnTo>
                  <a:pt x="0" y="5476"/>
                </a:lnTo>
                <a:lnTo>
                  <a:pt x="0" y="5466"/>
                </a:lnTo>
                <a:lnTo>
                  <a:pt x="0" y="5380"/>
                </a:lnTo>
                <a:lnTo>
                  <a:pt x="20" y="5380"/>
                </a:lnTo>
                <a:lnTo>
                  <a:pt x="20" y="5390"/>
                </a:lnTo>
                <a:moveTo>
                  <a:pt x="20" y="5504"/>
                </a:moveTo>
                <a:lnTo>
                  <a:pt x="20" y="5581"/>
                </a:lnTo>
                <a:lnTo>
                  <a:pt x="20" y="5590"/>
                </a:lnTo>
                <a:lnTo>
                  <a:pt x="0" y="5590"/>
                </a:lnTo>
                <a:lnTo>
                  <a:pt x="0" y="5581"/>
                </a:lnTo>
                <a:lnTo>
                  <a:pt x="0" y="5495"/>
                </a:lnTo>
                <a:lnTo>
                  <a:pt x="20" y="5495"/>
                </a:lnTo>
                <a:lnTo>
                  <a:pt x="20" y="5504"/>
                </a:lnTo>
                <a:moveTo>
                  <a:pt x="20" y="5619"/>
                </a:moveTo>
                <a:lnTo>
                  <a:pt x="20" y="5695"/>
                </a:lnTo>
                <a:lnTo>
                  <a:pt x="20" y="5705"/>
                </a:lnTo>
                <a:lnTo>
                  <a:pt x="0" y="5705"/>
                </a:lnTo>
                <a:lnTo>
                  <a:pt x="0" y="5695"/>
                </a:lnTo>
                <a:lnTo>
                  <a:pt x="0" y="5609"/>
                </a:lnTo>
                <a:lnTo>
                  <a:pt x="20" y="5609"/>
                </a:lnTo>
                <a:lnTo>
                  <a:pt x="20" y="5619"/>
                </a:lnTo>
                <a:moveTo>
                  <a:pt x="20" y="5734"/>
                </a:moveTo>
                <a:lnTo>
                  <a:pt x="20" y="5810"/>
                </a:lnTo>
                <a:lnTo>
                  <a:pt x="20" y="5820"/>
                </a:lnTo>
                <a:lnTo>
                  <a:pt x="0" y="5820"/>
                </a:lnTo>
                <a:lnTo>
                  <a:pt x="0" y="5810"/>
                </a:lnTo>
                <a:lnTo>
                  <a:pt x="0" y="5724"/>
                </a:lnTo>
                <a:lnTo>
                  <a:pt x="20" y="5724"/>
                </a:lnTo>
                <a:lnTo>
                  <a:pt x="20" y="5734"/>
                </a:lnTo>
                <a:moveTo>
                  <a:pt x="20" y="5848"/>
                </a:moveTo>
                <a:lnTo>
                  <a:pt x="20" y="5925"/>
                </a:lnTo>
                <a:lnTo>
                  <a:pt x="20" y="5934"/>
                </a:lnTo>
                <a:lnTo>
                  <a:pt x="0" y="5934"/>
                </a:lnTo>
                <a:lnTo>
                  <a:pt x="0" y="5925"/>
                </a:lnTo>
                <a:lnTo>
                  <a:pt x="0" y="5839"/>
                </a:lnTo>
                <a:lnTo>
                  <a:pt x="20" y="5839"/>
                </a:lnTo>
                <a:lnTo>
                  <a:pt x="20" y="5848"/>
                </a:lnTo>
                <a:moveTo>
                  <a:pt x="20" y="5963"/>
                </a:moveTo>
                <a:lnTo>
                  <a:pt x="20" y="6039"/>
                </a:lnTo>
                <a:lnTo>
                  <a:pt x="20" y="6049"/>
                </a:lnTo>
                <a:lnTo>
                  <a:pt x="0" y="6049"/>
                </a:lnTo>
                <a:lnTo>
                  <a:pt x="0" y="6039"/>
                </a:lnTo>
                <a:lnTo>
                  <a:pt x="0" y="5953"/>
                </a:lnTo>
                <a:lnTo>
                  <a:pt x="20" y="5953"/>
                </a:lnTo>
                <a:lnTo>
                  <a:pt x="20" y="5963"/>
                </a:lnTo>
                <a:moveTo>
                  <a:pt x="20" y="6078"/>
                </a:moveTo>
                <a:lnTo>
                  <a:pt x="20" y="6154"/>
                </a:lnTo>
                <a:lnTo>
                  <a:pt x="20" y="6164"/>
                </a:lnTo>
                <a:lnTo>
                  <a:pt x="0" y="6164"/>
                </a:lnTo>
                <a:lnTo>
                  <a:pt x="0" y="6154"/>
                </a:lnTo>
                <a:lnTo>
                  <a:pt x="0" y="6068"/>
                </a:lnTo>
                <a:lnTo>
                  <a:pt x="20" y="6068"/>
                </a:lnTo>
                <a:lnTo>
                  <a:pt x="20" y="6078"/>
                </a:lnTo>
                <a:moveTo>
                  <a:pt x="20" y="6192"/>
                </a:moveTo>
                <a:lnTo>
                  <a:pt x="20" y="6269"/>
                </a:lnTo>
                <a:lnTo>
                  <a:pt x="20" y="6278"/>
                </a:lnTo>
                <a:lnTo>
                  <a:pt x="0" y="6278"/>
                </a:lnTo>
                <a:lnTo>
                  <a:pt x="0" y="6269"/>
                </a:lnTo>
                <a:lnTo>
                  <a:pt x="0" y="6183"/>
                </a:lnTo>
                <a:lnTo>
                  <a:pt x="20" y="6183"/>
                </a:lnTo>
                <a:lnTo>
                  <a:pt x="20" y="6192"/>
                </a:lnTo>
                <a:moveTo>
                  <a:pt x="20" y="6307"/>
                </a:moveTo>
                <a:lnTo>
                  <a:pt x="20" y="6383"/>
                </a:lnTo>
                <a:lnTo>
                  <a:pt x="20" y="6393"/>
                </a:lnTo>
                <a:lnTo>
                  <a:pt x="0" y="6393"/>
                </a:lnTo>
                <a:lnTo>
                  <a:pt x="0" y="6383"/>
                </a:lnTo>
                <a:lnTo>
                  <a:pt x="0" y="6297"/>
                </a:lnTo>
                <a:lnTo>
                  <a:pt x="20" y="6297"/>
                </a:lnTo>
                <a:lnTo>
                  <a:pt x="20" y="6307"/>
                </a:lnTo>
                <a:moveTo>
                  <a:pt x="20" y="6421"/>
                </a:moveTo>
                <a:lnTo>
                  <a:pt x="20" y="6498"/>
                </a:lnTo>
                <a:lnTo>
                  <a:pt x="20" y="6507"/>
                </a:lnTo>
                <a:lnTo>
                  <a:pt x="0" y="6507"/>
                </a:lnTo>
                <a:lnTo>
                  <a:pt x="0" y="6498"/>
                </a:lnTo>
                <a:lnTo>
                  <a:pt x="0" y="6412"/>
                </a:lnTo>
                <a:lnTo>
                  <a:pt x="20" y="6412"/>
                </a:lnTo>
                <a:lnTo>
                  <a:pt x="20" y="6421"/>
                </a:lnTo>
                <a:moveTo>
                  <a:pt x="20" y="6536"/>
                </a:moveTo>
                <a:lnTo>
                  <a:pt x="20" y="6613"/>
                </a:lnTo>
                <a:lnTo>
                  <a:pt x="20" y="6622"/>
                </a:lnTo>
                <a:lnTo>
                  <a:pt x="0" y="6622"/>
                </a:lnTo>
                <a:lnTo>
                  <a:pt x="0" y="6613"/>
                </a:lnTo>
                <a:lnTo>
                  <a:pt x="0" y="6527"/>
                </a:lnTo>
                <a:lnTo>
                  <a:pt x="20" y="6527"/>
                </a:lnTo>
                <a:lnTo>
                  <a:pt x="20" y="6536"/>
                </a:lnTo>
                <a:moveTo>
                  <a:pt x="20" y="6651"/>
                </a:moveTo>
                <a:lnTo>
                  <a:pt x="20" y="6727"/>
                </a:lnTo>
                <a:lnTo>
                  <a:pt x="20" y="6737"/>
                </a:lnTo>
                <a:lnTo>
                  <a:pt x="0" y="6737"/>
                </a:lnTo>
                <a:lnTo>
                  <a:pt x="0" y="6727"/>
                </a:lnTo>
                <a:lnTo>
                  <a:pt x="0" y="6641"/>
                </a:lnTo>
                <a:lnTo>
                  <a:pt x="20" y="6641"/>
                </a:lnTo>
                <a:lnTo>
                  <a:pt x="20" y="6651"/>
                </a:lnTo>
                <a:moveTo>
                  <a:pt x="20" y="6765"/>
                </a:moveTo>
                <a:lnTo>
                  <a:pt x="20" y="6842"/>
                </a:lnTo>
                <a:lnTo>
                  <a:pt x="20" y="6851"/>
                </a:lnTo>
                <a:lnTo>
                  <a:pt x="0" y="6851"/>
                </a:lnTo>
                <a:lnTo>
                  <a:pt x="0" y="6842"/>
                </a:lnTo>
                <a:lnTo>
                  <a:pt x="0" y="6756"/>
                </a:lnTo>
                <a:lnTo>
                  <a:pt x="20" y="6756"/>
                </a:lnTo>
                <a:lnTo>
                  <a:pt x="20" y="6765"/>
                </a:lnTo>
                <a:moveTo>
                  <a:pt x="20" y="6880"/>
                </a:moveTo>
                <a:lnTo>
                  <a:pt x="20" y="6957"/>
                </a:lnTo>
                <a:lnTo>
                  <a:pt x="20" y="6966"/>
                </a:lnTo>
                <a:lnTo>
                  <a:pt x="0" y="6966"/>
                </a:lnTo>
                <a:lnTo>
                  <a:pt x="0" y="6957"/>
                </a:lnTo>
                <a:lnTo>
                  <a:pt x="0" y="6871"/>
                </a:lnTo>
                <a:lnTo>
                  <a:pt x="20" y="6871"/>
                </a:lnTo>
                <a:lnTo>
                  <a:pt x="20" y="6880"/>
                </a:lnTo>
                <a:moveTo>
                  <a:pt x="20" y="6995"/>
                </a:moveTo>
                <a:lnTo>
                  <a:pt x="20" y="7071"/>
                </a:lnTo>
                <a:lnTo>
                  <a:pt x="20" y="7081"/>
                </a:lnTo>
                <a:lnTo>
                  <a:pt x="0" y="7081"/>
                </a:lnTo>
                <a:lnTo>
                  <a:pt x="0" y="7071"/>
                </a:lnTo>
                <a:lnTo>
                  <a:pt x="0" y="6985"/>
                </a:lnTo>
                <a:lnTo>
                  <a:pt x="20" y="6985"/>
                </a:lnTo>
                <a:lnTo>
                  <a:pt x="20" y="6995"/>
                </a:lnTo>
                <a:moveTo>
                  <a:pt x="20" y="7109"/>
                </a:moveTo>
                <a:lnTo>
                  <a:pt x="20" y="7186"/>
                </a:lnTo>
                <a:lnTo>
                  <a:pt x="20" y="7195"/>
                </a:lnTo>
                <a:lnTo>
                  <a:pt x="0" y="7195"/>
                </a:lnTo>
                <a:lnTo>
                  <a:pt x="0" y="7186"/>
                </a:lnTo>
                <a:lnTo>
                  <a:pt x="0" y="7100"/>
                </a:lnTo>
                <a:lnTo>
                  <a:pt x="20" y="7100"/>
                </a:lnTo>
                <a:lnTo>
                  <a:pt x="20" y="7109"/>
                </a:lnTo>
                <a:moveTo>
                  <a:pt x="20" y="7224"/>
                </a:moveTo>
                <a:lnTo>
                  <a:pt x="20" y="7300"/>
                </a:lnTo>
                <a:lnTo>
                  <a:pt x="20" y="7310"/>
                </a:lnTo>
                <a:lnTo>
                  <a:pt x="0" y="7310"/>
                </a:lnTo>
                <a:lnTo>
                  <a:pt x="0" y="7300"/>
                </a:lnTo>
                <a:lnTo>
                  <a:pt x="0" y="7214"/>
                </a:lnTo>
                <a:lnTo>
                  <a:pt x="20" y="7214"/>
                </a:lnTo>
                <a:lnTo>
                  <a:pt x="20" y="7224"/>
                </a:lnTo>
                <a:moveTo>
                  <a:pt x="20" y="7339"/>
                </a:moveTo>
                <a:lnTo>
                  <a:pt x="20" y="7415"/>
                </a:lnTo>
                <a:lnTo>
                  <a:pt x="20" y="7425"/>
                </a:lnTo>
                <a:lnTo>
                  <a:pt x="0" y="7425"/>
                </a:lnTo>
                <a:lnTo>
                  <a:pt x="0" y="7415"/>
                </a:lnTo>
                <a:lnTo>
                  <a:pt x="0" y="7329"/>
                </a:lnTo>
                <a:lnTo>
                  <a:pt x="20" y="7329"/>
                </a:lnTo>
                <a:lnTo>
                  <a:pt x="20" y="7339"/>
                </a:lnTo>
                <a:moveTo>
                  <a:pt x="20" y="7453"/>
                </a:moveTo>
                <a:lnTo>
                  <a:pt x="20" y="7530"/>
                </a:lnTo>
                <a:lnTo>
                  <a:pt x="20" y="7539"/>
                </a:lnTo>
                <a:lnTo>
                  <a:pt x="0" y="7539"/>
                </a:lnTo>
                <a:lnTo>
                  <a:pt x="0" y="7530"/>
                </a:lnTo>
                <a:lnTo>
                  <a:pt x="0" y="7444"/>
                </a:lnTo>
                <a:lnTo>
                  <a:pt x="20" y="7444"/>
                </a:lnTo>
                <a:lnTo>
                  <a:pt x="20" y="7453"/>
                </a:lnTo>
                <a:moveTo>
                  <a:pt x="20" y="7568"/>
                </a:moveTo>
                <a:lnTo>
                  <a:pt x="20" y="7644"/>
                </a:lnTo>
                <a:lnTo>
                  <a:pt x="20" y="7654"/>
                </a:lnTo>
                <a:lnTo>
                  <a:pt x="0" y="7654"/>
                </a:lnTo>
                <a:lnTo>
                  <a:pt x="0" y="7644"/>
                </a:lnTo>
                <a:lnTo>
                  <a:pt x="0" y="7558"/>
                </a:lnTo>
                <a:lnTo>
                  <a:pt x="20" y="7558"/>
                </a:lnTo>
                <a:lnTo>
                  <a:pt x="20" y="7568"/>
                </a:lnTo>
                <a:moveTo>
                  <a:pt x="20" y="7683"/>
                </a:moveTo>
                <a:lnTo>
                  <a:pt x="20" y="7759"/>
                </a:lnTo>
                <a:lnTo>
                  <a:pt x="20" y="7769"/>
                </a:lnTo>
                <a:lnTo>
                  <a:pt x="0" y="7769"/>
                </a:lnTo>
                <a:lnTo>
                  <a:pt x="0" y="7759"/>
                </a:lnTo>
                <a:lnTo>
                  <a:pt x="0" y="7673"/>
                </a:lnTo>
                <a:lnTo>
                  <a:pt x="20" y="7673"/>
                </a:lnTo>
                <a:lnTo>
                  <a:pt x="20" y="7683"/>
                </a:lnTo>
                <a:moveTo>
                  <a:pt x="20" y="7797"/>
                </a:moveTo>
                <a:lnTo>
                  <a:pt x="20" y="7874"/>
                </a:lnTo>
                <a:lnTo>
                  <a:pt x="20" y="7883"/>
                </a:lnTo>
                <a:lnTo>
                  <a:pt x="0" y="7883"/>
                </a:lnTo>
                <a:lnTo>
                  <a:pt x="0" y="7874"/>
                </a:lnTo>
                <a:lnTo>
                  <a:pt x="0" y="7788"/>
                </a:lnTo>
                <a:lnTo>
                  <a:pt x="20" y="7788"/>
                </a:lnTo>
                <a:lnTo>
                  <a:pt x="20" y="7797"/>
                </a:lnTo>
                <a:moveTo>
                  <a:pt x="20" y="7912"/>
                </a:moveTo>
                <a:lnTo>
                  <a:pt x="20" y="7988"/>
                </a:lnTo>
                <a:lnTo>
                  <a:pt x="20" y="7998"/>
                </a:lnTo>
                <a:lnTo>
                  <a:pt x="0" y="7998"/>
                </a:lnTo>
                <a:lnTo>
                  <a:pt x="0" y="7988"/>
                </a:lnTo>
                <a:lnTo>
                  <a:pt x="0" y="7902"/>
                </a:lnTo>
                <a:lnTo>
                  <a:pt x="20" y="7902"/>
                </a:lnTo>
                <a:lnTo>
                  <a:pt x="20" y="7912"/>
                </a:lnTo>
                <a:moveTo>
                  <a:pt x="20" y="8027"/>
                </a:moveTo>
                <a:lnTo>
                  <a:pt x="20" y="8103"/>
                </a:lnTo>
                <a:lnTo>
                  <a:pt x="20" y="8113"/>
                </a:lnTo>
                <a:lnTo>
                  <a:pt x="0" y="8113"/>
                </a:lnTo>
                <a:lnTo>
                  <a:pt x="0" y="8103"/>
                </a:lnTo>
                <a:lnTo>
                  <a:pt x="0" y="8017"/>
                </a:lnTo>
                <a:lnTo>
                  <a:pt x="20" y="8017"/>
                </a:lnTo>
                <a:lnTo>
                  <a:pt x="20" y="8027"/>
                </a:lnTo>
                <a:moveTo>
                  <a:pt x="20" y="8141"/>
                </a:moveTo>
                <a:lnTo>
                  <a:pt x="20" y="8218"/>
                </a:lnTo>
                <a:lnTo>
                  <a:pt x="20" y="8227"/>
                </a:lnTo>
                <a:lnTo>
                  <a:pt x="0" y="8227"/>
                </a:lnTo>
                <a:lnTo>
                  <a:pt x="0" y="8218"/>
                </a:lnTo>
                <a:lnTo>
                  <a:pt x="0" y="8132"/>
                </a:lnTo>
                <a:lnTo>
                  <a:pt x="20" y="8132"/>
                </a:lnTo>
                <a:lnTo>
                  <a:pt x="20" y="8141"/>
                </a:lnTo>
                <a:moveTo>
                  <a:pt x="20" y="8256"/>
                </a:moveTo>
                <a:lnTo>
                  <a:pt x="20" y="8332"/>
                </a:lnTo>
                <a:lnTo>
                  <a:pt x="20" y="8342"/>
                </a:lnTo>
                <a:lnTo>
                  <a:pt x="0" y="8342"/>
                </a:lnTo>
                <a:lnTo>
                  <a:pt x="0" y="8332"/>
                </a:lnTo>
                <a:lnTo>
                  <a:pt x="0" y="8246"/>
                </a:lnTo>
                <a:lnTo>
                  <a:pt x="20" y="8246"/>
                </a:lnTo>
                <a:lnTo>
                  <a:pt x="20" y="8256"/>
                </a:lnTo>
                <a:moveTo>
                  <a:pt x="20" y="8370"/>
                </a:moveTo>
                <a:lnTo>
                  <a:pt x="20" y="8447"/>
                </a:lnTo>
                <a:lnTo>
                  <a:pt x="20" y="8456"/>
                </a:lnTo>
                <a:lnTo>
                  <a:pt x="0" y="8456"/>
                </a:lnTo>
                <a:lnTo>
                  <a:pt x="0" y="8447"/>
                </a:lnTo>
                <a:lnTo>
                  <a:pt x="0" y="8361"/>
                </a:lnTo>
                <a:lnTo>
                  <a:pt x="20" y="8361"/>
                </a:lnTo>
                <a:lnTo>
                  <a:pt x="20" y="8370"/>
                </a:lnTo>
                <a:moveTo>
                  <a:pt x="20" y="8485"/>
                </a:moveTo>
                <a:lnTo>
                  <a:pt x="20" y="8562"/>
                </a:lnTo>
                <a:lnTo>
                  <a:pt x="20" y="8571"/>
                </a:lnTo>
                <a:lnTo>
                  <a:pt x="0" y="8571"/>
                </a:lnTo>
                <a:lnTo>
                  <a:pt x="0" y="8562"/>
                </a:lnTo>
                <a:lnTo>
                  <a:pt x="0" y="8476"/>
                </a:lnTo>
                <a:lnTo>
                  <a:pt x="20" y="8476"/>
                </a:lnTo>
                <a:lnTo>
                  <a:pt x="20" y="8485"/>
                </a:lnTo>
                <a:moveTo>
                  <a:pt x="20" y="8600"/>
                </a:moveTo>
                <a:lnTo>
                  <a:pt x="20" y="8676"/>
                </a:lnTo>
                <a:lnTo>
                  <a:pt x="20" y="8686"/>
                </a:lnTo>
                <a:lnTo>
                  <a:pt x="0" y="8686"/>
                </a:lnTo>
                <a:lnTo>
                  <a:pt x="0" y="8676"/>
                </a:lnTo>
                <a:lnTo>
                  <a:pt x="0" y="8590"/>
                </a:lnTo>
                <a:lnTo>
                  <a:pt x="20" y="8590"/>
                </a:lnTo>
                <a:lnTo>
                  <a:pt x="20" y="8600"/>
                </a:lnTo>
                <a:moveTo>
                  <a:pt x="20" y="8714"/>
                </a:moveTo>
                <a:lnTo>
                  <a:pt x="20" y="8791"/>
                </a:lnTo>
                <a:lnTo>
                  <a:pt x="20" y="8800"/>
                </a:lnTo>
                <a:lnTo>
                  <a:pt x="0" y="8800"/>
                </a:lnTo>
                <a:lnTo>
                  <a:pt x="0" y="8791"/>
                </a:lnTo>
                <a:lnTo>
                  <a:pt x="0" y="8705"/>
                </a:lnTo>
                <a:lnTo>
                  <a:pt x="20" y="8705"/>
                </a:lnTo>
                <a:lnTo>
                  <a:pt x="20" y="8714"/>
                </a:lnTo>
                <a:moveTo>
                  <a:pt x="20" y="8829"/>
                </a:moveTo>
                <a:lnTo>
                  <a:pt x="20" y="8905"/>
                </a:lnTo>
                <a:lnTo>
                  <a:pt x="20" y="8915"/>
                </a:lnTo>
                <a:lnTo>
                  <a:pt x="0" y="8915"/>
                </a:lnTo>
                <a:lnTo>
                  <a:pt x="0" y="8905"/>
                </a:lnTo>
                <a:lnTo>
                  <a:pt x="0" y="8820"/>
                </a:lnTo>
                <a:lnTo>
                  <a:pt x="20" y="8820"/>
                </a:lnTo>
                <a:lnTo>
                  <a:pt x="20" y="8829"/>
                </a:lnTo>
                <a:moveTo>
                  <a:pt x="20" y="8944"/>
                </a:moveTo>
                <a:lnTo>
                  <a:pt x="20" y="9020"/>
                </a:lnTo>
                <a:lnTo>
                  <a:pt x="20" y="9030"/>
                </a:lnTo>
                <a:lnTo>
                  <a:pt x="0" y="9030"/>
                </a:lnTo>
                <a:lnTo>
                  <a:pt x="0" y="9020"/>
                </a:lnTo>
                <a:lnTo>
                  <a:pt x="0" y="8934"/>
                </a:lnTo>
                <a:lnTo>
                  <a:pt x="20" y="8934"/>
                </a:lnTo>
                <a:lnTo>
                  <a:pt x="20" y="8944"/>
                </a:lnTo>
                <a:moveTo>
                  <a:pt x="20" y="9058"/>
                </a:moveTo>
                <a:lnTo>
                  <a:pt x="20" y="9135"/>
                </a:lnTo>
                <a:lnTo>
                  <a:pt x="20" y="9144"/>
                </a:lnTo>
                <a:lnTo>
                  <a:pt x="0" y="9144"/>
                </a:lnTo>
                <a:lnTo>
                  <a:pt x="0" y="9135"/>
                </a:lnTo>
                <a:lnTo>
                  <a:pt x="0" y="9049"/>
                </a:lnTo>
                <a:lnTo>
                  <a:pt x="20" y="9049"/>
                </a:lnTo>
                <a:lnTo>
                  <a:pt x="20" y="9058"/>
                </a:lnTo>
                <a:moveTo>
                  <a:pt x="20" y="9173"/>
                </a:moveTo>
                <a:lnTo>
                  <a:pt x="20" y="9249"/>
                </a:lnTo>
                <a:lnTo>
                  <a:pt x="20" y="9259"/>
                </a:lnTo>
                <a:lnTo>
                  <a:pt x="0" y="9259"/>
                </a:lnTo>
                <a:lnTo>
                  <a:pt x="0" y="9249"/>
                </a:lnTo>
                <a:lnTo>
                  <a:pt x="0" y="9163"/>
                </a:lnTo>
                <a:lnTo>
                  <a:pt x="20" y="9163"/>
                </a:lnTo>
                <a:lnTo>
                  <a:pt x="20" y="9173"/>
                </a:lnTo>
                <a:moveTo>
                  <a:pt x="20" y="9288"/>
                </a:moveTo>
                <a:lnTo>
                  <a:pt x="20" y="9364"/>
                </a:lnTo>
                <a:lnTo>
                  <a:pt x="20" y="9374"/>
                </a:lnTo>
                <a:lnTo>
                  <a:pt x="0" y="9374"/>
                </a:lnTo>
                <a:lnTo>
                  <a:pt x="0" y="9364"/>
                </a:lnTo>
                <a:lnTo>
                  <a:pt x="0" y="9278"/>
                </a:lnTo>
                <a:lnTo>
                  <a:pt x="20" y="9278"/>
                </a:lnTo>
                <a:lnTo>
                  <a:pt x="20" y="9288"/>
                </a:lnTo>
                <a:moveTo>
                  <a:pt x="20" y="9402"/>
                </a:moveTo>
                <a:lnTo>
                  <a:pt x="20" y="9479"/>
                </a:lnTo>
                <a:lnTo>
                  <a:pt x="20" y="9488"/>
                </a:lnTo>
                <a:lnTo>
                  <a:pt x="0" y="9488"/>
                </a:lnTo>
                <a:lnTo>
                  <a:pt x="0" y="9479"/>
                </a:lnTo>
                <a:lnTo>
                  <a:pt x="0" y="9393"/>
                </a:lnTo>
                <a:lnTo>
                  <a:pt x="20" y="9393"/>
                </a:lnTo>
                <a:lnTo>
                  <a:pt x="20" y="9402"/>
                </a:lnTo>
                <a:moveTo>
                  <a:pt x="20" y="9517"/>
                </a:moveTo>
                <a:lnTo>
                  <a:pt x="20" y="9593"/>
                </a:lnTo>
                <a:lnTo>
                  <a:pt x="20" y="9603"/>
                </a:lnTo>
                <a:lnTo>
                  <a:pt x="0" y="9603"/>
                </a:lnTo>
                <a:lnTo>
                  <a:pt x="0" y="9593"/>
                </a:lnTo>
                <a:lnTo>
                  <a:pt x="0" y="9507"/>
                </a:lnTo>
                <a:lnTo>
                  <a:pt x="20" y="9507"/>
                </a:lnTo>
                <a:lnTo>
                  <a:pt x="20" y="9517"/>
                </a:lnTo>
                <a:moveTo>
                  <a:pt x="20" y="9632"/>
                </a:moveTo>
                <a:lnTo>
                  <a:pt x="20" y="9708"/>
                </a:lnTo>
                <a:lnTo>
                  <a:pt x="20" y="9718"/>
                </a:lnTo>
                <a:lnTo>
                  <a:pt x="0" y="9718"/>
                </a:lnTo>
                <a:lnTo>
                  <a:pt x="0" y="9708"/>
                </a:lnTo>
                <a:lnTo>
                  <a:pt x="0" y="9622"/>
                </a:lnTo>
                <a:lnTo>
                  <a:pt x="20" y="9622"/>
                </a:lnTo>
                <a:lnTo>
                  <a:pt x="20" y="9632"/>
                </a:lnTo>
                <a:moveTo>
                  <a:pt x="20" y="9746"/>
                </a:moveTo>
                <a:lnTo>
                  <a:pt x="20" y="9823"/>
                </a:lnTo>
                <a:lnTo>
                  <a:pt x="20" y="9832"/>
                </a:lnTo>
                <a:lnTo>
                  <a:pt x="0" y="9832"/>
                </a:lnTo>
                <a:lnTo>
                  <a:pt x="0" y="9823"/>
                </a:lnTo>
                <a:lnTo>
                  <a:pt x="0" y="9737"/>
                </a:lnTo>
                <a:lnTo>
                  <a:pt x="20" y="9737"/>
                </a:lnTo>
                <a:lnTo>
                  <a:pt x="20" y="9746"/>
                </a:lnTo>
                <a:moveTo>
                  <a:pt x="20" y="9861"/>
                </a:moveTo>
                <a:lnTo>
                  <a:pt x="20" y="9937"/>
                </a:lnTo>
                <a:lnTo>
                  <a:pt x="20" y="9947"/>
                </a:lnTo>
                <a:lnTo>
                  <a:pt x="0" y="9947"/>
                </a:lnTo>
                <a:lnTo>
                  <a:pt x="0" y="9937"/>
                </a:lnTo>
                <a:lnTo>
                  <a:pt x="0" y="9851"/>
                </a:lnTo>
                <a:lnTo>
                  <a:pt x="20" y="9851"/>
                </a:lnTo>
                <a:lnTo>
                  <a:pt x="20" y="9861"/>
                </a:lnTo>
                <a:moveTo>
                  <a:pt x="20" y="9976"/>
                </a:moveTo>
                <a:lnTo>
                  <a:pt x="20" y="10052"/>
                </a:lnTo>
                <a:lnTo>
                  <a:pt x="20" y="10062"/>
                </a:lnTo>
                <a:lnTo>
                  <a:pt x="0" y="10062"/>
                </a:lnTo>
                <a:lnTo>
                  <a:pt x="0" y="10052"/>
                </a:lnTo>
                <a:lnTo>
                  <a:pt x="0" y="9966"/>
                </a:lnTo>
                <a:lnTo>
                  <a:pt x="20" y="9966"/>
                </a:lnTo>
                <a:lnTo>
                  <a:pt x="20" y="9976"/>
                </a:lnTo>
                <a:moveTo>
                  <a:pt x="20" y="10090"/>
                </a:moveTo>
                <a:lnTo>
                  <a:pt x="20" y="10167"/>
                </a:lnTo>
                <a:lnTo>
                  <a:pt x="20" y="10176"/>
                </a:lnTo>
                <a:lnTo>
                  <a:pt x="0" y="10176"/>
                </a:lnTo>
                <a:lnTo>
                  <a:pt x="0" y="10167"/>
                </a:lnTo>
                <a:lnTo>
                  <a:pt x="0" y="10081"/>
                </a:lnTo>
                <a:lnTo>
                  <a:pt x="20" y="10081"/>
                </a:lnTo>
                <a:lnTo>
                  <a:pt x="20" y="10090"/>
                </a:lnTo>
                <a:moveTo>
                  <a:pt x="20" y="10205"/>
                </a:moveTo>
                <a:lnTo>
                  <a:pt x="20" y="10281"/>
                </a:lnTo>
                <a:lnTo>
                  <a:pt x="20" y="10291"/>
                </a:lnTo>
                <a:lnTo>
                  <a:pt x="0" y="10291"/>
                </a:lnTo>
                <a:lnTo>
                  <a:pt x="0" y="10281"/>
                </a:lnTo>
                <a:lnTo>
                  <a:pt x="0" y="10195"/>
                </a:lnTo>
                <a:lnTo>
                  <a:pt x="20" y="10195"/>
                </a:lnTo>
                <a:lnTo>
                  <a:pt x="20" y="10205"/>
                </a:lnTo>
                <a:moveTo>
                  <a:pt x="20" y="10319"/>
                </a:moveTo>
                <a:lnTo>
                  <a:pt x="20" y="10396"/>
                </a:lnTo>
                <a:lnTo>
                  <a:pt x="20" y="10405"/>
                </a:lnTo>
                <a:lnTo>
                  <a:pt x="0" y="10405"/>
                </a:lnTo>
                <a:lnTo>
                  <a:pt x="0" y="10396"/>
                </a:lnTo>
                <a:lnTo>
                  <a:pt x="0" y="10310"/>
                </a:lnTo>
                <a:lnTo>
                  <a:pt x="20" y="10310"/>
                </a:lnTo>
                <a:lnTo>
                  <a:pt x="20" y="10319"/>
                </a:lnTo>
                <a:moveTo>
                  <a:pt x="20" y="10434"/>
                </a:moveTo>
                <a:lnTo>
                  <a:pt x="20" y="10511"/>
                </a:lnTo>
                <a:lnTo>
                  <a:pt x="20" y="10520"/>
                </a:lnTo>
                <a:lnTo>
                  <a:pt x="0" y="10520"/>
                </a:lnTo>
                <a:lnTo>
                  <a:pt x="0" y="10511"/>
                </a:lnTo>
                <a:lnTo>
                  <a:pt x="0" y="10425"/>
                </a:lnTo>
                <a:lnTo>
                  <a:pt x="20" y="10425"/>
                </a:lnTo>
                <a:lnTo>
                  <a:pt x="20" y="10434"/>
                </a:lnTo>
                <a:moveTo>
                  <a:pt x="20" y="10549"/>
                </a:moveTo>
                <a:lnTo>
                  <a:pt x="20" y="10625"/>
                </a:lnTo>
                <a:lnTo>
                  <a:pt x="20" y="10635"/>
                </a:lnTo>
                <a:lnTo>
                  <a:pt x="0" y="10635"/>
                </a:lnTo>
                <a:lnTo>
                  <a:pt x="0" y="10625"/>
                </a:lnTo>
                <a:lnTo>
                  <a:pt x="0" y="10539"/>
                </a:lnTo>
                <a:lnTo>
                  <a:pt x="20" y="10539"/>
                </a:lnTo>
                <a:lnTo>
                  <a:pt x="20" y="10549"/>
                </a:lnTo>
                <a:moveTo>
                  <a:pt x="20" y="10663"/>
                </a:moveTo>
                <a:lnTo>
                  <a:pt x="20" y="10740"/>
                </a:lnTo>
                <a:lnTo>
                  <a:pt x="20" y="10749"/>
                </a:lnTo>
                <a:lnTo>
                  <a:pt x="0" y="10749"/>
                </a:lnTo>
                <a:lnTo>
                  <a:pt x="0" y="10740"/>
                </a:lnTo>
                <a:lnTo>
                  <a:pt x="0" y="10654"/>
                </a:lnTo>
                <a:lnTo>
                  <a:pt x="20" y="10654"/>
                </a:lnTo>
                <a:lnTo>
                  <a:pt x="20" y="10663"/>
                </a:lnTo>
                <a:moveTo>
                  <a:pt x="20" y="10778"/>
                </a:moveTo>
                <a:lnTo>
                  <a:pt x="20" y="10854"/>
                </a:lnTo>
                <a:lnTo>
                  <a:pt x="20" y="10864"/>
                </a:lnTo>
                <a:lnTo>
                  <a:pt x="0" y="10864"/>
                </a:lnTo>
                <a:lnTo>
                  <a:pt x="0" y="10854"/>
                </a:lnTo>
                <a:lnTo>
                  <a:pt x="0" y="10769"/>
                </a:lnTo>
                <a:lnTo>
                  <a:pt x="20" y="10769"/>
                </a:lnTo>
                <a:lnTo>
                  <a:pt x="20" y="10778"/>
                </a:lnTo>
                <a:moveTo>
                  <a:pt x="20" y="10893"/>
                </a:moveTo>
                <a:lnTo>
                  <a:pt x="20" y="10969"/>
                </a:lnTo>
                <a:lnTo>
                  <a:pt x="20" y="10979"/>
                </a:lnTo>
                <a:lnTo>
                  <a:pt x="0" y="10979"/>
                </a:lnTo>
                <a:lnTo>
                  <a:pt x="0" y="10969"/>
                </a:lnTo>
                <a:lnTo>
                  <a:pt x="0" y="10883"/>
                </a:lnTo>
                <a:lnTo>
                  <a:pt x="20" y="10883"/>
                </a:lnTo>
                <a:lnTo>
                  <a:pt x="20" y="10893"/>
                </a:lnTo>
                <a:moveTo>
                  <a:pt x="20" y="11007"/>
                </a:moveTo>
                <a:lnTo>
                  <a:pt x="20" y="11084"/>
                </a:lnTo>
                <a:lnTo>
                  <a:pt x="20" y="11093"/>
                </a:lnTo>
                <a:lnTo>
                  <a:pt x="0" y="11093"/>
                </a:lnTo>
                <a:lnTo>
                  <a:pt x="0" y="11084"/>
                </a:lnTo>
                <a:lnTo>
                  <a:pt x="0" y="10998"/>
                </a:lnTo>
                <a:lnTo>
                  <a:pt x="20" y="10998"/>
                </a:lnTo>
                <a:lnTo>
                  <a:pt x="20" y="11007"/>
                </a:lnTo>
                <a:moveTo>
                  <a:pt x="20" y="11122"/>
                </a:moveTo>
                <a:lnTo>
                  <a:pt x="20" y="11198"/>
                </a:lnTo>
                <a:lnTo>
                  <a:pt x="20" y="11208"/>
                </a:lnTo>
                <a:lnTo>
                  <a:pt x="0" y="11208"/>
                </a:lnTo>
                <a:lnTo>
                  <a:pt x="0" y="11198"/>
                </a:lnTo>
                <a:lnTo>
                  <a:pt x="0" y="11112"/>
                </a:lnTo>
                <a:lnTo>
                  <a:pt x="20" y="11112"/>
                </a:lnTo>
                <a:lnTo>
                  <a:pt x="20" y="11122"/>
                </a:lnTo>
                <a:moveTo>
                  <a:pt x="20" y="11237"/>
                </a:moveTo>
                <a:lnTo>
                  <a:pt x="20" y="11313"/>
                </a:lnTo>
                <a:lnTo>
                  <a:pt x="20" y="11323"/>
                </a:lnTo>
                <a:lnTo>
                  <a:pt x="0" y="11323"/>
                </a:lnTo>
                <a:lnTo>
                  <a:pt x="0" y="11313"/>
                </a:lnTo>
                <a:lnTo>
                  <a:pt x="0" y="11227"/>
                </a:lnTo>
                <a:lnTo>
                  <a:pt x="20" y="11227"/>
                </a:lnTo>
                <a:lnTo>
                  <a:pt x="20" y="11237"/>
                </a:lnTo>
                <a:moveTo>
                  <a:pt x="20" y="11351"/>
                </a:moveTo>
                <a:lnTo>
                  <a:pt x="20" y="11428"/>
                </a:lnTo>
                <a:lnTo>
                  <a:pt x="20" y="11437"/>
                </a:lnTo>
                <a:lnTo>
                  <a:pt x="0" y="11437"/>
                </a:lnTo>
                <a:lnTo>
                  <a:pt x="0" y="11428"/>
                </a:lnTo>
                <a:lnTo>
                  <a:pt x="0" y="11342"/>
                </a:lnTo>
                <a:lnTo>
                  <a:pt x="20" y="11342"/>
                </a:lnTo>
                <a:lnTo>
                  <a:pt x="20" y="11351"/>
                </a:lnTo>
                <a:moveTo>
                  <a:pt x="20" y="11466"/>
                </a:moveTo>
                <a:lnTo>
                  <a:pt x="20" y="11542"/>
                </a:lnTo>
                <a:lnTo>
                  <a:pt x="20" y="11552"/>
                </a:lnTo>
                <a:lnTo>
                  <a:pt x="0" y="11552"/>
                </a:lnTo>
                <a:lnTo>
                  <a:pt x="0" y="11542"/>
                </a:lnTo>
                <a:lnTo>
                  <a:pt x="0" y="11456"/>
                </a:lnTo>
                <a:lnTo>
                  <a:pt x="20" y="11456"/>
                </a:lnTo>
                <a:lnTo>
                  <a:pt x="20" y="11466"/>
                </a:lnTo>
                <a:moveTo>
                  <a:pt x="20" y="11581"/>
                </a:moveTo>
                <a:lnTo>
                  <a:pt x="20" y="11657"/>
                </a:lnTo>
                <a:lnTo>
                  <a:pt x="20" y="11667"/>
                </a:lnTo>
                <a:lnTo>
                  <a:pt x="0" y="11667"/>
                </a:lnTo>
                <a:lnTo>
                  <a:pt x="0" y="11657"/>
                </a:lnTo>
                <a:lnTo>
                  <a:pt x="0" y="11571"/>
                </a:lnTo>
                <a:lnTo>
                  <a:pt x="20" y="11571"/>
                </a:lnTo>
                <a:lnTo>
                  <a:pt x="20" y="11581"/>
                </a:lnTo>
                <a:moveTo>
                  <a:pt x="20" y="11695"/>
                </a:moveTo>
                <a:lnTo>
                  <a:pt x="20" y="11772"/>
                </a:lnTo>
                <a:lnTo>
                  <a:pt x="20" y="11781"/>
                </a:lnTo>
                <a:lnTo>
                  <a:pt x="0" y="11781"/>
                </a:lnTo>
                <a:lnTo>
                  <a:pt x="0" y="11772"/>
                </a:lnTo>
                <a:lnTo>
                  <a:pt x="0" y="11686"/>
                </a:lnTo>
                <a:lnTo>
                  <a:pt x="20" y="11686"/>
                </a:lnTo>
                <a:lnTo>
                  <a:pt x="20" y="11695"/>
                </a:lnTo>
                <a:moveTo>
                  <a:pt x="20" y="11810"/>
                </a:moveTo>
                <a:lnTo>
                  <a:pt x="20" y="11886"/>
                </a:lnTo>
                <a:lnTo>
                  <a:pt x="20" y="11896"/>
                </a:lnTo>
                <a:lnTo>
                  <a:pt x="0" y="11896"/>
                </a:lnTo>
                <a:lnTo>
                  <a:pt x="0" y="11886"/>
                </a:lnTo>
                <a:lnTo>
                  <a:pt x="0" y="11800"/>
                </a:lnTo>
                <a:lnTo>
                  <a:pt x="20" y="11800"/>
                </a:lnTo>
                <a:lnTo>
                  <a:pt x="20" y="11810"/>
                </a:lnTo>
                <a:moveTo>
                  <a:pt x="20" y="11925"/>
                </a:moveTo>
                <a:lnTo>
                  <a:pt x="20" y="12001"/>
                </a:lnTo>
                <a:lnTo>
                  <a:pt x="20" y="12011"/>
                </a:lnTo>
                <a:lnTo>
                  <a:pt x="0" y="12011"/>
                </a:lnTo>
                <a:lnTo>
                  <a:pt x="0" y="12001"/>
                </a:lnTo>
                <a:lnTo>
                  <a:pt x="0" y="11915"/>
                </a:lnTo>
                <a:lnTo>
                  <a:pt x="20" y="11915"/>
                </a:lnTo>
                <a:lnTo>
                  <a:pt x="20" y="11925"/>
                </a:lnTo>
                <a:moveTo>
                  <a:pt x="20" y="12039"/>
                </a:moveTo>
                <a:lnTo>
                  <a:pt x="20" y="12116"/>
                </a:lnTo>
                <a:lnTo>
                  <a:pt x="20" y="12125"/>
                </a:lnTo>
                <a:lnTo>
                  <a:pt x="0" y="12125"/>
                </a:lnTo>
                <a:lnTo>
                  <a:pt x="0" y="12116"/>
                </a:lnTo>
                <a:lnTo>
                  <a:pt x="0" y="12030"/>
                </a:lnTo>
                <a:lnTo>
                  <a:pt x="20" y="12030"/>
                </a:lnTo>
                <a:lnTo>
                  <a:pt x="20" y="12039"/>
                </a:lnTo>
                <a:moveTo>
                  <a:pt x="20" y="12154"/>
                </a:moveTo>
                <a:lnTo>
                  <a:pt x="20" y="12230"/>
                </a:lnTo>
                <a:lnTo>
                  <a:pt x="20" y="12240"/>
                </a:lnTo>
                <a:lnTo>
                  <a:pt x="0" y="12240"/>
                </a:lnTo>
                <a:lnTo>
                  <a:pt x="0" y="12230"/>
                </a:lnTo>
                <a:lnTo>
                  <a:pt x="0" y="12144"/>
                </a:lnTo>
                <a:lnTo>
                  <a:pt x="20" y="12144"/>
                </a:lnTo>
                <a:lnTo>
                  <a:pt x="20" y="12154"/>
                </a:lnTo>
                <a:moveTo>
                  <a:pt x="20" y="12268"/>
                </a:moveTo>
                <a:lnTo>
                  <a:pt x="20" y="12345"/>
                </a:lnTo>
                <a:lnTo>
                  <a:pt x="20" y="12354"/>
                </a:lnTo>
                <a:lnTo>
                  <a:pt x="0" y="12354"/>
                </a:lnTo>
                <a:lnTo>
                  <a:pt x="0" y="12345"/>
                </a:lnTo>
                <a:lnTo>
                  <a:pt x="0" y="12259"/>
                </a:lnTo>
                <a:lnTo>
                  <a:pt x="20" y="12259"/>
                </a:lnTo>
                <a:lnTo>
                  <a:pt x="20" y="12268"/>
                </a:lnTo>
                <a:moveTo>
                  <a:pt x="20" y="12383"/>
                </a:moveTo>
                <a:lnTo>
                  <a:pt x="20" y="12460"/>
                </a:lnTo>
                <a:lnTo>
                  <a:pt x="20" y="12469"/>
                </a:lnTo>
                <a:lnTo>
                  <a:pt x="0" y="12469"/>
                </a:lnTo>
                <a:lnTo>
                  <a:pt x="0" y="12460"/>
                </a:lnTo>
                <a:lnTo>
                  <a:pt x="0" y="12374"/>
                </a:lnTo>
                <a:lnTo>
                  <a:pt x="20" y="12374"/>
                </a:lnTo>
                <a:lnTo>
                  <a:pt x="20" y="12383"/>
                </a:lnTo>
                <a:moveTo>
                  <a:pt x="20" y="12498"/>
                </a:moveTo>
                <a:lnTo>
                  <a:pt x="20" y="12574"/>
                </a:lnTo>
                <a:lnTo>
                  <a:pt x="20" y="12584"/>
                </a:lnTo>
                <a:lnTo>
                  <a:pt x="0" y="12584"/>
                </a:lnTo>
                <a:lnTo>
                  <a:pt x="0" y="12574"/>
                </a:lnTo>
                <a:lnTo>
                  <a:pt x="0" y="12488"/>
                </a:lnTo>
                <a:lnTo>
                  <a:pt x="20" y="12488"/>
                </a:lnTo>
                <a:lnTo>
                  <a:pt x="20" y="12498"/>
                </a:lnTo>
                <a:moveTo>
                  <a:pt x="20" y="12612"/>
                </a:moveTo>
                <a:lnTo>
                  <a:pt x="20" y="12689"/>
                </a:lnTo>
                <a:lnTo>
                  <a:pt x="20" y="12698"/>
                </a:lnTo>
                <a:lnTo>
                  <a:pt x="0" y="12698"/>
                </a:lnTo>
                <a:lnTo>
                  <a:pt x="0" y="12689"/>
                </a:lnTo>
                <a:lnTo>
                  <a:pt x="0" y="12603"/>
                </a:lnTo>
                <a:lnTo>
                  <a:pt x="20" y="12603"/>
                </a:lnTo>
                <a:lnTo>
                  <a:pt x="20" y="12612"/>
                </a:lnTo>
                <a:moveTo>
                  <a:pt x="20" y="12727"/>
                </a:moveTo>
                <a:lnTo>
                  <a:pt x="20" y="12803"/>
                </a:lnTo>
                <a:lnTo>
                  <a:pt x="20" y="12813"/>
                </a:lnTo>
                <a:lnTo>
                  <a:pt x="0" y="12813"/>
                </a:lnTo>
                <a:lnTo>
                  <a:pt x="0" y="12803"/>
                </a:lnTo>
                <a:lnTo>
                  <a:pt x="0" y="12717"/>
                </a:lnTo>
                <a:lnTo>
                  <a:pt x="20" y="12717"/>
                </a:lnTo>
                <a:lnTo>
                  <a:pt x="20" y="12727"/>
                </a:lnTo>
                <a:moveTo>
                  <a:pt x="20" y="12842"/>
                </a:moveTo>
                <a:lnTo>
                  <a:pt x="20" y="12918"/>
                </a:lnTo>
                <a:lnTo>
                  <a:pt x="20" y="12928"/>
                </a:lnTo>
                <a:lnTo>
                  <a:pt x="0" y="12928"/>
                </a:lnTo>
                <a:lnTo>
                  <a:pt x="0" y="12918"/>
                </a:lnTo>
                <a:lnTo>
                  <a:pt x="0" y="12832"/>
                </a:lnTo>
                <a:lnTo>
                  <a:pt x="20" y="12832"/>
                </a:lnTo>
                <a:lnTo>
                  <a:pt x="20" y="12842"/>
                </a:lnTo>
                <a:moveTo>
                  <a:pt x="20" y="12956"/>
                </a:moveTo>
                <a:lnTo>
                  <a:pt x="20" y="13033"/>
                </a:lnTo>
                <a:lnTo>
                  <a:pt x="20" y="13042"/>
                </a:lnTo>
                <a:lnTo>
                  <a:pt x="0" y="13042"/>
                </a:lnTo>
                <a:lnTo>
                  <a:pt x="0" y="13033"/>
                </a:lnTo>
                <a:lnTo>
                  <a:pt x="0" y="12947"/>
                </a:lnTo>
                <a:lnTo>
                  <a:pt x="20" y="12947"/>
                </a:lnTo>
                <a:lnTo>
                  <a:pt x="20" y="12956"/>
                </a:lnTo>
                <a:moveTo>
                  <a:pt x="20" y="13071"/>
                </a:moveTo>
                <a:lnTo>
                  <a:pt x="20" y="13147"/>
                </a:lnTo>
                <a:lnTo>
                  <a:pt x="20" y="13157"/>
                </a:lnTo>
                <a:lnTo>
                  <a:pt x="0" y="13157"/>
                </a:lnTo>
                <a:lnTo>
                  <a:pt x="0" y="13147"/>
                </a:lnTo>
                <a:lnTo>
                  <a:pt x="0" y="13061"/>
                </a:lnTo>
                <a:lnTo>
                  <a:pt x="20" y="13061"/>
                </a:lnTo>
                <a:lnTo>
                  <a:pt x="20" y="13071"/>
                </a:lnTo>
                <a:moveTo>
                  <a:pt x="20" y="13186"/>
                </a:moveTo>
                <a:lnTo>
                  <a:pt x="20" y="13262"/>
                </a:lnTo>
                <a:lnTo>
                  <a:pt x="20" y="13272"/>
                </a:lnTo>
                <a:lnTo>
                  <a:pt x="0" y="13272"/>
                </a:lnTo>
                <a:lnTo>
                  <a:pt x="0" y="13262"/>
                </a:lnTo>
                <a:lnTo>
                  <a:pt x="0" y="13176"/>
                </a:lnTo>
                <a:lnTo>
                  <a:pt x="20" y="13176"/>
                </a:lnTo>
                <a:lnTo>
                  <a:pt x="20" y="13186"/>
                </a:lnTo>
                <a:moveTo>
                  <a:pt x="20" y="13300"/>
                </a:moveTo>
                <a:lnTo>
                  <a:pt x="20" y="13377"/>
                </a:lnTo>
                <a:lnTo>
                  <a:pt x="20" y="13386"/>
                </a:lnTo>
                <a:lnTo>
                  <a:pt x="0" y="13386"/>
                </a:lnTo>
                <a:lnTo>
                  <a:pt x="0" y="13377"/>
                </a:lnTo>
                <a:lnTo>
                  <a:pt x="0" y="13291"/>
                </a:lnTo>
                <a:lnTo>
                  <a:pt x="20" y="13291"/>
                </a:lnTo>
                <a:lnTo>
                  <a:pt x="20" y="13300"/>
                </a:lnTo>
                <a:moveTo>
                  <a:pt x="20" y="13415"/>
                </a:moveTo>
                <a:lnTo>
                  <a:pt x="20" y="13491"/>
                </a:lnTo>
                <a:lnTo>
                  <a:pt x="20" y="13501"/>
                </a:lnTo>
                <a:lnTo>
                  <a:pt x="0" y="13501"/>
                </a:lnTo>
                <a:lnTo>
                  <a:pt x="0" y="13491"/>
                </a:lnTo>
                <a:lnTo>
                  <a:pt x="0" y="13405"/>
                </a:lnTo>
                <a:lnTo>
                  <a:pt x="20" y="13405"/>
                </a:lnTo>
                <a:lnTo>
                  <a:pt x="20" y="13415"/>
                </a:lnTo>
                <a:moveTo>
                  <a:pt x="20" y="13530"/>
                </a:moveTo>
                <a:lnTo>
                  <a:pt x="20" y="13606"/>
                </a:lnTo>
                <a:lnTo>
                  <a:pt x="20" y="13616"/>
                </a:lnTo>
                <a:lnTo>
                  <a:pt x="0" y="13616"/>
                </a:lnTo>
                <a:lnTo>
                  <a:pt x="0" y="13606"/>
                </a:lnTo>
                <a:lnTo>
                  <a:pt x="0" y="13520"/>
                </a:lnTo>
                <a:lnTo>
                  <a:pt x="20" y="13520"/>
                </a:lnTo>
                <a:lnTo>
                  <a:pt x="20" y="13530"/>
                </a:lnTo>
                <a:moveTo>
                  <a:pt x="20" y="13644"/>
                </a:moveTo>
                <a:lnTo>
                  <a:pt x="20" y="13721"/>
                </a:lnTo>
                <a:lnTo>
                  <a:pt x="20" y="13730"/>
                </a:lnTo>
                <a:lnTo>
                  <a:pt x="0" y="13730"/>
                </a:lnTo>
                <a:lnTo>
                  <a:pt x="0" y="13721"/>
                </a:lnTo>
                <a:lnTo>
                  <a:pt x="0" y="13635"/>
                </a:lnTo>
                <a:lnTo>
                  <a:pt x="20" y="13635"/>
                </a:lnTo>
                <a:lnTo>
                  <a:pt x="20" y="13644"/>
                </a:lnTo>
                <a:moveTo>
                  <a:pt x="20" y="13759"/>
                </a:moveTo>
                <a:lnTo>
                  <a:pt x="20" y="13835"/>
                </a:lnTo>
                <a:lnTo>
                  <a:pt x="20" y="13845"/>
                </a:lnTo>
                <a:lnTo>
                  <a:pt x="0" y="13845"/>
                </a:lnTo>
                <a:lnTo>
                  <a:pt x="0" y="13835"/>
                </a:lnTo>
                <a:lnTo>
                  <a:pt x="0" y="13749"/>
                </a:lnTo>
                <a:lnTo>
                  <a:pt x="20" y="13749"/>
                </a:lnTo>
                <a:lnTo>
                  <a:pt x="20" y="13759"/>
                </a:lnTo>
                <a:moveTo>
                  <a:pt x="20" y="13874"/>
                </a:moveTo>
                <a:lnTo>
                  <a:pt x="20" y="13950"/>
                </a:lnTo>
                <a:lnTo>
                  <a:pt x="20" y="13960"/>
                </a:lnTo>
                <a:lnTo>
                  <a:pt x="0" y="13960"/>
                </a:lnTo>
                <a:lnTo>
                  <a:pt x="0" y="13950"/>
                </a:lnTo>
                <a:lnTo>
                  <a:pt x="0" y="13864"/>
                </a:lnTo>
                <a:lnTo>
                  <a:pt x="20" y="13864"/>
                </a:lnTo>
                <a:lnTo>
                  <a:pt x="20" y="13874"/>
                </a:lnTo>
                <a:moveTo>
                  <a:pt x="20" y="13988"/>
                </a:moveTo>
                <a:lnTo>
                  <a:pt x="20" y="14074"/>
                </a:lnTo>
                <a:lnTo>
                  <a:pt x="0" y="14074"/>
                </a:lnTo>
                <a:lnTo>
                  <a:pt x="0" y="13979"/>
                </a:lnTo>
                <a:lnTo>
                  <a:pt x="20" y="13979"/>
                </a:lnTo>
                <a:lnTo>
                  <a:pt x="20" y="13988"/>
                </a:lnTo>
                <a:close/>
              </a:path>
            </a:pathLst>
          </a:custGeom>
          <a:solidFill>
            <a:srgbClr val="FF8C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7499160" y="1145520"/>
            <a:ext cx="1161720" cy="103320"/>
          </a:xfrm>
          <a:custGeom>
            <a:avLst/>
            <a:gdLst/>
            <a:ahLst/>
            <a:rect l="0" t="0" r="r" b="b"/>
            <a:pathLst>
              <a:path w="3227" h="287">
                <a:moveTo>
                  <a:pt x="0" y="0"/>
                </a:moveTo>
                <a:lnTo>
                  <a:pt x="3227" y="0"/>
                </a:lnTo>
                <a:lnTo>
                  <a:pt x="3227" y="287"/>
                </a:lnTo>
                <a:lnTo>
                  <a:pt x="0" y="287"/>
                </a:lnTo>
                <a:lnTo>
                  <a:pt x="0" y="0"/>
                </a:lnTo>
                <a:close/>
              </a:path>
            </a:pathLst>
          </a:custGeom>
          <a:solidFill>
            <a:srgbClr val="FF8C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 txBox="1"/>
          <p:nvPr/>
        </p:nvSpPr>
        <p:spPr>
          <a:xfrm>
            <a:off x="8265600" y="93852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707.463 ms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7859880" y="1124640"/>
            <a:ext cx="55440" cy="41760"/>
          </a:xfrm>
          <a:custGeom>
            <a:avLst/>
            <a:gdLst/>
            <a:ahLst/>
            <a:rect l="0" t="0" r="r" b="b"/>
            <a:pathLst>
              <a:path w="154" h="116">
                <a:moveTo>
                  <a:pt x="77" y="0"/>
                </a:moveTo>
                <a:lnTo>
                  <a:pt x="154" y="59"/>
                </a:lnTo>
                <a:lnTo>
                  <a:pt x="77" y="116"/>
                </a:lnTo>
                <a:lnTo>
                  <a:pt x="0" y="59"/>
                </a:lnTo>
                <a:lnTo>
                  <a:pt x="77" y="0"/>
                </a:lnTo>
                <a:close/>
              </a:path>
            </a:pathLst>
          </a:custGeom>
          <a:solidFill>
            <a:srgbClr val="FFA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476280" y="904680"/>
            <a:ext cx="1099800" cy="5077080"/>
          </a:xfrm>
          <a:custGeom>
            <a:avLst/>
            <a:gdLst/>
            <a:ahLst/>
            <a:rect l="0" t="0" r="r" b="b"/>
            <a:pathLst>
              <a:path w="3055" h="14103">
                <a:moveTo>
                  <a:pt x="0" y="0"/>
                </a:moveTo>
                <a:lnTo>
                  <a:pt x="3055" y="0"/>
                </a:lnTo>
                <a:lnTo>
                  <a:pt x="3055" y="14103"/>
                </a:lnTo>
                <a:lnTo>
                  <a:pt x="0" y="14103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654840" y="95292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476280" y="93240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654840" y="113184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88C0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476280" y="111132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654840" y="1310760"/>
            <a:ext cx="20880" cy="110160"/>
          </a:xfrm>
          <a:custGeom>
            <a:avLst/>
            <a:gdLst/>
            <a:ahLst/>
            <a:rect l="0" t="0" r="r" b="b"/>
            <a:pathLst>
              <a:path w="58" h="306">
                <a:moveTo>
                  <a:pt x="0" y="0"/>
                </a:moveTo>
                <a:lnTo>
                  <a:pt x="58" y="0"/>
                </a:lnTo>
                <a:lnTo>
                  <a:pt x="58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EE68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476280" y="128988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654840" y="148932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EEB4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476280" y="146880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654840" y="166824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57C0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476280" y="164772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654840" y="184716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4E9A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476280" y="182664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654840" y="202608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C090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476280" y="200556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654840" y="2205000"/>
            <a:ext cx="20880" cy="110160"/>
          </a:xfrm>
          <a:custGeom>
            <a:avLst/>
            <a:gdLst/>
            <a:ahLst/>
            <a:rect l="0" t="0" r="r" b="b"/>
            <a:pathLst>
              <a:path w="58" h="306">
                <a:moveTo>
                  <a:pt x="0" y="0"/>
                </a:moveTo>
                <a:lnTo>
                  <a:pt x="58" y="0"/>
                </a:lnTo>
                <a:lnTo>
                  <a:pt x="58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F1D9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476280" y="218412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654840" y="238356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4E9A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476280" y="236304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654840" y="256248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C057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476280" y="254196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654840" y="274140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7B68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476280" y="272088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654840" y="292032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9A4E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476280" y="289980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654840" y="3099240"/>
            <a:ext cx="20880" cy="110160"/>
          </a:xfrm>
          <a:custGeom>
            <a:avLst/>
            <a:gdLst/>
            <a:ahLst/>
            <a:rect l="0" t="0" r="r" b="b"/>
            <a:pathLst>
              <a:path w="58" h="306">
                <a:moveTo>
                  <a:pt x="0" y="0"/>
                </a:moveTo>
                <a:lnTo>
                  <a:pt x="58" y="0"/>
                </a:lnTo>
                <a:lnTo>
                  <a:pt x="58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F1D9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476280" y="307836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654840" y="327780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68EE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476280" y="325728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654840" y="345672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F14E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476280" y="343620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654840" y="363564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4EF1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476280" y="361512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654840" y="381456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C057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476280" y="379404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654840" y="3993480"/>
            <a:ext cx="20880" cy="110160"/>
          </a:xfrm>
          <a:custGeom>
            <a:avLst/>
            <a:gdLst/>
            <a:ahLst/>
            <a:rect l="0" t="0" r="r" b="b"/>
            <a:pathLst>
              <a:path w="58" h="306">
                <a:moveTo>
                  <a:pt x="0" y="0"/>
                </a:moveTo>
                <a:lnTo>
                  <a:pt x="58" y="0"/>
                </a:lnTo>
                <a:lnTo>
                  <a:pt x="58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EEB4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476280" y="397260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654840" y="417204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4EF1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476280" y="415152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654840" y="435096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57C0C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476280" y="433044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654840" y="452988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476280" y="450936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654840" y="470880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7878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476280" y="4688280"/>
            <a:ext cx="1099800" cy="151560"/>
          </a:xfrm>
          <a:custGeom>
            <a:avLst/>
            <a:gdLst/>
            <a:ahLst/>
            <a:rect l="0" t="0" r="r" b="b"/>
            <a:pathLst>
              <a:path w="3055" h="421">
                <a:moveTo>
                  <a:pt x="0" y="0"/>
                </a:moveTo>
                <a:lnTo>
                  <a:pt x="3055" y="0"/>
                </a:lnTo>
                <a:lnTo>
                  <a:pt x="3055" y="421"/>
                </a:lnTo>
                <a:lnTo>
                  <a:pt x="0" y="421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654840" y="4887720"/>
            <a:ext cx="20880" cy="110160"/>
          </a:xfrm>
          <a:custGeom>
            <a:avLst/>
            <a:gdLst/>
            <a:ahLst/>
            <a:rect l="0" t="0" r="r" b="b"/>
            <a:pathLst>
              <a:path w="58" h="306">
                <a:moveTo>
                  <a:pt x="0" y="0"/>
                </a:moveTo>
                <a:lnTo>
                  <a:pt x="58" y="0"/>
                </a:lnTo>
                <a:lnTo>
                  <a:pt x="58" y="306"/>
                </a:lnTo>
                <a:lnTo>
                  <a:pt x="0" y="306"/>
                </a:lnTo>
                <a:lnTo>
                  <a:pt x="0" y="0"/>
                </a:lnTo>
                <a:close/>
              </a:path>
            </a:pathLst>
          </a:custGeom>
          <a:solidFill>
            <a:srgbClr val="6464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476280" y="486684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654840" y="5066280"/>
            <a:ext cx="20880" cy="110520"/>
          </a:xfrm>
          <a:custGeom>
            <a:avLst/>
            <a:gdLst/>
            <a:ahLst/>
            <a:rect l="0" t="0" r="r" b="b"/>
            <a:pathLst>
              <a:path w="58" h="307">
                <a:moveTo>
                  <a:pt x="0" y="0"/>
                </a:moveTo>
                <a:lnTo>
                  <a:pt x="58" y="0"/>
                </a:lnTo>
                <a:lnTo>
                  <a:pt x="58" y="307"/>
                </a:lnTo>
                <a:lnTo>
                  <a:pt x="0" y="307"/>
                </a:lnTo>
                <a:lnTo>
                  <a:pt x="0" y="0"/>
                </a:lnTo>
                <a:close/>
              </a:path>
            </a:pathLst>
          </a:custGeom>
          <a:solidFill>
            <a:srgbClr val="5050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476280" y="5045760"/>
            <a:ext cx="1099800" cy="151920"/>
          </a:xfrm>
          <a:custGeom>
            <a:avLst/>
            <a:gdLst/>
            <a:ahLst/>
            <a:rect l="0" t="0" r="r" b="b"/>
            <a:pathLst>
              <a:path w="3055" h="422">
                <a:moveTo>
                  <a:pt x="0" y="0"/>
                </a:moveTo>
                <a:lnTo>
                  <a:pt x="3055" y="0"/>
                </a:lnTo>
                <a:lnTo>
                  <a:pt x="3055" y="422"/>
                </a:lnTo>
                <a:lnTo>
                  <a:pt x="0" y="422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476280" y="5224680"/>
            <a:ext cx="1099800" cy="124200"/>
          </a:xfrm>
          <a:custGeom>
            <a:avLst/>
            <a:gdLst/>
            <a:ahLst/>
            <a:rect l="0" t="0" r="r" b="b"/>
            <a:pathLst>
              <a:path w="3055" h="345">
                <a:moveTo>
                  <a:pt x="0" y="0"/>
                </a:moveTo>
                <a:lnTo>
                  <a:pt x="3055" y="0"/>
                </a:lnTo>
                <a:lnTo>
                  <a:pt x="305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476280" y="5375880"/>
            <a:ext cx="1099800" cy="124200"/>
          </a:xfrm>
          <a:custGeom>
            <a:avLst/>
            <a:gdLst/>
            <a:ahLst/>
            <a:rect l="0" t="0" r="r" b="b"/>
            <a:pathLst>
              <a:path w="3055" h="345">
                <a:moveTo>
                  <a:pt x="0" y="0"/>
                </a:moveTo>
                <a:lnTo>
                  <a:pt x="3055" y="0"/>
                </a:lnTo>
                <a:lnTo>
                  <a:pt x="305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476280" y="5527440"/>
            <a:ext cx="1099800" cy="124200"/>
          </a:xfrm>
          <a:custGeom>
            <a:avLst/>
            <a:gdLst/>
            <a:ahLst/>
            <a:rect l="0" t="0" r="r" b="b"/>
            <a:pathLst>
              <a:path w="3055" h="345">
                <a:moveTo>
                  <a:pt x="0" y="0"/>
                </a:moveTo>
                <a:lnTo>
                  <a:pt x="3055" y="0"/>
                </a:lnTo>
                <a:lnTo>
                  <a:pt x="305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476280" y="5678640"/>
            <a:ext cx="1099800" cy="124200"/>
          </a:xfrm>
          <a:custGeom>
            <a:avLst/>
            <a:gdLst/>
            <a:ahLst/>
            <a:rect l="0" t="0" r="r" b="b"/>
            <a:pathLst>
              <a:path w="3055" h="345">
                <a:moveTo>
                  <a:pt x="0" y="0"/>
                </a:moveTo>
                <a:lnTo>
                  <a:pt x="3055" y="0"/>
                </a:lnTo>
                <a:lnTo>
                  <a:pt x="3055" y="345"/>
                </a:lnTo>
                <a:lnTo>
                  <a:pt x="0" y="345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 txBox="1"/>
          <p:nvPr/>
        </p:nvSpPr>
        <p:spPr>
          <a:xfrm>
            <a:off x="7513200" y="1173600"/>
            <a:ext cx="6451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IL[150]: pri 2→4 — 3.956…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 txBox="1"/>
          <p:nvPr/>
        </p:nvSpPr>
        <p:spPr>
          <a:xfrm>
            <a:off x="703080" y="984600"/>
            <a:ext cx="1652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EV[95]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703080" y="1163520"/>
            <a:ext cx="1652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EV[96]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 txBox="1"/>
          <p:nvPr/>
        </p:nvSpPr>
        <p:spPr>
          <a:xfrm>
            <a:off x="703080" y="1342080"/>
            <a:ext cx="1652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EV[97]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 txBox="1"/>
          <p:nvPr/>
        </p:nvSpPr>
        <p:spPr>
          <a:xfrm>
            <a:off x="703080" y="1521000"/>
            <a:ext cx="189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QP[108]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 txBox="1"/>
          <p:nvPr/>
        </p:nvSpPr>
        <p:spPr>
          <a:xfrm>
            <a:off x="703080" y="1699920"/>
            <a:ext cx="189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QP[109]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703080" y="1878840"/>
            <a:ext cx="189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QP[110]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 txBox="1"/>
          <p:nvPr/>
        </p:nvSpPr>
        <p:spPr>
          <a:xfrm>
            <a:off x="703080" y="205776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QC[111]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703080" y="223632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QC[112]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 txBox="1"/>
          <p:nvPr/>
        </p:nvSpPr>
        <p:spPr>
          <a:xfrm>
            <a:off x="703080" y="241524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QC[113]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703080" y="259416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QC[114]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 txBox="1"/>
          <p:nvPr/>
        </p:nvSpPr>
        <p:spPr>
          <a:xfrm>
            <a:off x="703080" y="277308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QC[115]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703080" y="295200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PS[128]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 txBox="1"/>
          <p:nvPr/>
        </p:nvSpPr>
        <p:spPr>
          <a:xfrm>
            <a:off x="703080" y="313056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PF[131]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703080" y="330948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PF[133]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 txBox="1"/>
          <p:nvPr/>
        </p:nvSpPr>
        <p:spPr>
          <a:xfrm>
            <a:off x="703080" y="348840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PF[134]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703080" y="366732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PF[135]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 txBox="1"/>
          <p:nvPr/>
        </p:nvSpPr>
        <p:spPr>
          <a:xfrm>
            <a:off x="703080" y="384624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PF[137]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 txBox="1"/>
          <p:nvPr/>
        </p:nvSpPr>
        <p:spPr>
          <a:xfrm>
            <a:off x="703080" y="4024800"/>
            <a:ext cx="1807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PF[138]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 txBox="1"/>
          <p:nvPr/>
        </p:nvSpPr>
        <p:spPr>
          <a:xfrm>
            <a:off x="703080" y="4203720"/>
            <a:ext cx="1713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IL[150]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703080" y="4382640"/>
            <a:ext cx="1774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IH[151]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 txBox="1"/>
          <p:nvPr/>
        </p:nvSpPr>
        <p:spPr>
          <a:xfrm>
            <a:off x="703080" y="4561560"/>
            <a:ext cx="110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idle0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703080" y="4740480"/>
            <a:ext cx="110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idle1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 txBox="1"/>
          <p:nvPr/>
        </p:nvSpPr>
        <p:spPr>
          <a:xfrm>
            <a:off x="703080" y="4919040"/>
            <a:ext cx="110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idle2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703080" y="5097960"/>
            <a:ext cx="1105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B0B0C0"/>
                </a:solidFill>
                <a:effectLst/>
                <a:uFillTx/>
                <a:latin typeface="Times New Roman"/>
                <a:ea typeface="Times New Roman"/>
              </a:rPr>
              <a:t>idle3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 txBox="1"/>
          <p:nvPr/>
        </p:nvSpPr>
        <p:spPr>
          <a:xfrm>
            <a:off x="504000" y="5261040"/>
            <a:ext cx="54720" cy="6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88AABB"/>
                </a:solidFill>
                <a:effectLst/>
                <a:uFillTx/>
                <a:latin typeface="DejaVuSans"/>
                <a:ea typeface="DejaVuSans"/>
              </a:rPr>
              <a:t>▶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546120" y="5263200"/>
            <a:ext cx="2552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88AABB"/>
                </a:solidFill>
                <a:effectLst/>
                <a:uFillTx/>
                <a:latin typeface="Times New Roman"/>
                <a:ea typeface="Times New Roman"/>
              </a:rPr>
              <a:t> tag0_event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504000" y="5414400"/>
            <a:ext cx="1378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88AABB"/>
                </a:solidFill>
                <a:effectLst/>
                <a:uFillTx/>
                <a:latin typeface="Times New Roman"/>
                <a:ea typeface="Times New Roman"/>
              </a:rPr>
              <a:t>mutex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 txBox="1"/>
          <p:nvPr/>
        </p:nvSpPr>
        <p:spPr>
          <a:xfrm>
            <a:off x="504000" y="5565600"/>
            <a:ext cx="1317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88AABB"/>
                </a:solidFill>
                <a:effectLst/>
                <a:uFillTx/>
                <a:latin typeface="Times New Roman"/>
                <a:ea typeface="Times New Roman"/>
              </a:rPr>
              <a:t>queue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476280" y="904680"/>
            <a:ext cx="1099800" cy="275400"/>
          </a:xfrm>
          <a:custGeom>
            <a:avLst/>
            <a:gdLst/>
            <a:ahLst/>
            <a:rect l="0" t="0" r="r" b="b"/>
            <a:pathLst>
              <a:path w="3055" h="765">
                <a:moveTo>
                  <a:pt x="0" y="0"/>
                </a:moveTo>
                <a:lnTo>
                  <a:pt x="3055" y="0"/>
                </a:lnTo>
                <a:lnTo>
                  <a:pt x="3055" y="765"/>
                </a:lnTo>
                <a:lnTo>
                  <a:pt x="0" y="765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 txBox="1"/>
          <p:nvPr/>
        </p:nvSpPr>
        <p:spPr>
          <a:xfrm>
            <a:off x="504000" y="5717160"/>
            <a:ext cx="889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88AABB"/>
                </a:solidFill>
                <a:effectLst/>
                <a:uFillTx/>
                <a:latin typeface="Times New Roman"/>
                <a:ea typeface="Times New Roman"/>
              </a:rPr>
              <a:t>sem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476280" y="5798160"/>
            <a:ext cx="8191800" cy="1031400"/>
          </a:xfrm>
          <a:custGeom>
            <a:avLst/>
            <a:gdLst/>
            <a:ahLst/>
            <a:rect l="0" t="0" r="r" b="b"/>
            <a:pathLst>
              <a:path w="22755" h="2865">
                <a:moveTo>
                  <a:pt x="0" y="0"/>
                </a:moveTo>
                <a:lnTo>
                  <a:pt x="22755" y="0"/>
                </a:lnTo>
                <a:lnTo>
                  <a:pt x="22755" y="2865"/>
                </a:lnTo>
                <a:lnTo>
                  <a:pt x="0" y="2865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476280" y="5798160"/>
            <a:ext cx="8191800" cy="1031400"/>
          </a:xfrm>
          <a:custGeom>
            <a:avLst/>
            <a:gdLst/>
            <a:ahLst/>
            <a:rect l="0" t="0" r="r" b="b"/>
            <a:pathLst>
              <a:path w="22755" h="2865">
                <a:moveTo>
                  <a:pt x="0" y="0"/>
                </a:moveTo>
                <a:lnTo>
                  <a:pt x="22755" y="0"/>
                </a:lnTo>
                <a:lnTo>
                  <a:pt x="22755" y="2865"/>
                </a:lnTo>
                <a:lnTo>
                  <a:pt x="0" y="2865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 txBox="1"/>
          <p:nvPr/>
        </p:nvSpPr>
        <p:spPr>
          <a:xfrm>
            <a:off x="504000" y="984600"/>
            <a:ext cx="2566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Core / Task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476280" y="5949360"/>
            <a:ext cx="8191440" cy="0"/>
          </a:xfrm>
          <a:prstGeom prst="line">
            <a:avLst/>
          </a:prstGeom>
          <a:ln cap="sq" w="6840">
            <a:solidFill>
              <a:srgbClr val="444444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 txBox="1"/>
          <p:nvPr/>
        </p:nvSpPr>
        <p:spPr>
          <a:xfrm>
            <a:off x="503640" y="5853600"/>
            <a:ext cx="2736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AAAAAA"/>
                </a:solidFill>
                <a:effectLst/>
                <a:uFillTx/>
                <a:latin typeface="Times New Roman"/>
                <a:ea typeface="Times New Roman"/>
              </a:rPr>
              <a:t>CPU LOAD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613440" y="601812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192" y="96"/>
                </a:moveTo>
                <a:cubicBezTo>
                  <a:pt x="192" y="109"/>
                  <a:pt x="189" y="122"/>
                  <a:pt x="185" y="133"/>
                </a:cubicBezTo>
                <a:cubicBezTo>
                  <a:pt x="180" y="145"/>
                  <a:pt x="173" y="155"/>
                  <a:pt x="164" y="164"/>
                </a:cubicBezTo>
                <a:cubicBezTo>
                  <a:pt x="155" y="173"/>
                  <a:pt x="145" y="180"/>
                  <a:pt x="133" y="185"/>
                </a:cubicBezTo>
                <a:cubicBezTo>
                  <a:pt x="121" y="190"/>
                  <a:pt x="109" y="192"/>
                  <a:pt x="96" y="192"/>
                </a:cubicBezTo>
                <a:cubicBezTo>
                  <a:pt x="83" y="192"/>
                  <a:pt x="71" y="190"/>
                  <a:pt x="59" y="185"/>
                </a:cubicBezTo>
                <a:cubicBezTo>
                  <a:pt x="47" y="180"/>
                  <a:pt x="37" y="173"/>
                  <a:pt x="28" y="164"/>
                </a:cubicBezTo>
                <a:cubicBezTo>
                  <a:pt x="19" y="155"/>
                  <a:pt x="12" y="145"/>
                  <a:pt x="7" y="133"/>
                </a:cubicBezTo>
                <a:cubicBezTo>
                  <a:pt x="3" y="122"/>
                  <a:pt x="0" y="109"/>
                  <a:pt x="0" y="96"/>
                </a:cubicBezTo>
                <a:cubicBezTo>
                  <a:pt x="0" y="83"/>
                  <a:pt x="3" y="71"/>
                  <a:pt x="7" y="59"/>
                </a:cubicBezTo>
                <a:cubicBezTo>
                  <a:pt x="12" y="48"/>
                  <a:pt x="19" y="37"/>
                  <a:pt x="28" y="28"/>
                </a:cubicBezTo>
                <a:cubicBezTo>
                  <a:pt x="37" y="19"/>
                  <a:pt x="47" y="12"/>
                  <a:pt x="59" y="8"/>
                </a:cubicBezTo>
                <a:cubicBezTo>
                  <a:pt x="71" y="3"/>
                  <a:pt x="83" y="0"/>
                  <a:pt x="96" y="0"/>
                </a:cubicBezTo>
                <a:cubicBezTo>
                  <a:pt x="109" y="0"/>
                  <a:pt x="121" y="3"/>
                  <a:pt x="133" y="8"/>
                </a:cubicBezTo>
                <a:cubicBezTo>
                  <a:pt x="145" y="12"/>
                  <a:pt x="155" y="19"/>
                  <a:pt x="164" y="28"/>
                </a:cubicBezTo>
                <a:cubicBezTo>
                  <a:pt x="173" y="37"/>
                  <a:pt x="180" y="48"/>
                  <a:pt x="185" y="59"/>
                </a:cubicBezTo>
                <a:cubicBezTo>
                  <a:pt x="189" y="71"/>
                  <a:pt x="192" y="83"/>
                  <a:pt x="192" y="96"/>
                </a:cubicBez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 txBox="1"/>
          <p:nvPr/>
        </p:nvSpPr>
        <p:spPr>
          <a:xfrm>
            <a:off x="489960" y="6032160"/>
            <a:ext cx="55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▼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 txBox="1"/>
          <p:nvPr/>
        </p:nvSpPr>
        <p:spPr>
          <a:xfrm>
            <a:off x="709560" y="6032160"/>
            <a:ext cx="1623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Core_0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 txBox="1"/>
          <p:nvPr/>
        </p:nvSpPr>
        <p:spPr>
          <a:xfrm>
            <a:off x="1429920" y="6032160"/>
            <a:ext cx="738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4CAF50"/>
                </a:solidFill>
                <a:effectLst/>
                <a:uFillTx/>
                <a:latin typeface="Times New Roman"/>
                <a:ea typeface="Times New Roman"/>
              </a:rPr>
              <a:t>7%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1578240" y="609732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 txBox="1"/>
          <p:nvPr/>
        </p:nvSpPr>
        <p:spPr>
          <a:xfrm>
            <a:off x="1595520" y="6115320"/>
            <a:ext cx="338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1578240" y="604224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 txBox="1"/>
          <p:nvPr/>
        </p:nvSpPr>
        <p:spPr>
          <a:xfrm>
            <a:off x="1595520" y="606024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1578240" y="5994000"/>
            <a:ext cx="7079400" cy="7560"/>
          </a:xfrm>
          <a:custGeom>
            <a:avLst/>
            <a:gdLst/>
            <a:ahLst/>
            <a:rect l="0" t="0" r="r" b="b"/>
            <a:pathLst>
              <a:path w="19665" h="21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1"/>
                </a:lnTo>
                <a:lnTo>
                  <a:pt x="28" y="21"/>
                </a:lnTo>
                <a:lnTo>
                  <a:pt x="0" y="21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1"/>
                </a:lnTo>
                <a:lnTo>
                  <a:pt x="86" y="21"/>
                </a:lnTo>
                <a:lnTo>
                  <a:pt x="57" y="21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1"/>
                </a:lnTo>
                <a:lnTo>
                  <a:pt x="143" y="21"/>
                </a:lnTo>
                <a:lnTo>
                  <a:pt x="114" y="21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1"/>
                </a:lnTo>
                <a:lnTo>
                  <a:pt x="200" y="21"/>
                </a:lnTo>
                <a:lnTo>
                  <a:pt x="172" y="21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1"/>
                </a:lnTo>
                <a:lnTo>
                  <a:pt x="257" y="21"/>
                </a:lnTo>
                <a:lnTo>
                  <a:pt x="229" y="21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1"/>
                </a:lnTo>
                <a:lnTo>
                  <a:pt x="315" y="21"/>
                </a:lnTo>
                <a:lnTo>
                  <a:pt x="286" y="21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1"/>
                </a:lnTo>
                <a:lnTo>
                  <a:pt x="372" y="21"/>
                </a:lnTo>
                <a:lnTo>
                  <a:pt x="343" y="21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1"/>
                </a:lnTo>
                <a:lnTo>
                  <a:pt x="429" y="21"/>
                </a:lnTo>
                <a:lnTo>
                  <a:pt x="400" y="21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1"/>
                </a:lnTo>
                <a:lnTo>
                  <a:pt x="486" y="21"/>
                </a:lnTo>
                <a:lnTo>
                  <a:pt x="458" y="21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1"/>
                </a:lnTo>
                <a:lnTo>
                  <a:pt x="543" y="21"/>
                </a:lnTo>
                <a:lnTo>
                  <a:pt x="515" y="21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1"/>
                </a:lnTo>
                <a:lnTo>
                  <a:pt x="601" y="21"/>
                </a:lnTo>
                <a:lnTo>
                  <a:pt x="572" y="21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1"/>
                </a:lnTo>
                <a:lnTo>
                  <a:pt x="658" y="21"/>
                </a:lnTo>
                <a:lnTo>
                  <a:pt x="629" y="21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1"/>
                </a:lnTo>
                <a:lnTo>
                  <a:pt x="715" y="21"/>
                </a:lnTo>
                <a:lnTo>
                  <a:pt x="686" y="21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1"/>
                </a:lnTo>
                <a:lnTo>
                  <a:pt x="772" y="21"/>
                </a:lnTo>
                <a:lnTo>
                  <a:pt x="744" y="21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1"/>
                </a:lnTo>
                <a:lnTo>
                  <a:pt x="830" y="21"/>
                </a:lnTo>
                <a:lnTo>
                  <a:pt x="801" y="21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1"/>
                </a:lnTo>
                <a:lnTo>
                  <a:pt x="887" y="21"/>
                </a:lnTo>
                <a:lnTo>
                  <a:pt x="858" y="21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1"/>
                </a:lnTo>
                <a:lnTo>
                  <a:pt x="944" y="21"/>
                </a:lnTo>
                <a:lnTo>
                  <a:pt x="915" y="21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1"/>
                </a:lnTo>
                <a:lnTo>
                  <a:pt x="1001" y="21"/>
                </a:lnTo>
                <a:lnTo>
                  <a:pt x="973" y="21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1"/>
                </a:lnTo>
                <a:lnTo>
                  <a:pt x="1058" y="21"/>
                </a:lnTo>
                <a:lnTo>
                  <a:pt x="1030" y="21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1"/>
                </a:lnTo>
                <a:lnTo>
                  <a:pt x="1116" y="21"/>
                </a:lnTo>
                <a:lnTo>
                  <a:pt x="1087" y="21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1"/>
                </a:lnTo>
                <a:lnTo>
                  <a:pt x="1173" y="21"/>
                </a:lnTo>
                <a:lnTo>
                  <a:pt x="1144" y="21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1"/>
                </a:lnTo>
                <a:lnTo>
                  <a:pt x="1230" y="21"/>
                </a:lnTo>
                <a:lnTo>
                  <a:pt x="1201" y="21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1"/>
                </a:lnTo>
                <a:lnTo>
                  <a:pt x="1287" y="21"/>
                </a:lnTo>
                <a:lnTo>
                  <a:pt x="1259" y="21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1"/>
                </a:lnTo>
                <a:lnTo>
                  <a:pt x="1344" y="21"/>
                </a:lnTo>
                <a:lnTo>
                  <a:pt x="1316" y="21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1"/>
                </a:lnTo>
                <a:lnTo>
                  <a:pt x="1402" y="21"/>
                </a:lnTo>
                <a:lnTo>
                  <a:pt x="1373" y="21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1"/>
                </a:lnTo>
                <a:lnTo>
                  <a:pt x="1459" y="21"/>
                </a:lnTo>
                <a:lnTo>
                  <a:pt x="1430" y="21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1"/>
                </a:lnTo>
                <a:lnTo>
                  <a:pt x="1516" y="21"/>
                </a:lnTo>
                <a:lnTo>
                  <a:pt x="1488" y="21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1"/>
                </a:lnTo>
                <a:lnTo>
                  <a:pt x="1573" y="21"/>
                </a:lnTo>
                <a:lnTo>
                  <a:pt x="1545" y="21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1"/>
                </a:lnTo>
                <a:lnTo>
                  <a:pt x="1631" y="21"/>
                </a:lnTo>
                <a:lnTo>
                  <a:pt x="1602" y="21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1"/>
                </a:lnTo>
                <a:lnTo>
                  <a:pt x="1688" y="21"/>
                </a:lnTo>
                <a:lnTo>
                  <a:pt x="1659" y="21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1"/>
                </a:lnTo>
                <a:lnTo>
                  <a:pt x="1745" y="21"/>
                </a:lnTo>
                <a:lnTo>
                  <a:pt x="1716" y="21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1"/>
                </a:lnTo>
                <a:lnTo>
                  <a:pt x="1802" y="21"/>
                </a:lnTo>
                <a:lnTo>
                  <a:pt x="1774" y="21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1"/>
                </a:lnTo>
                <a:lnTo>
                  <a:pt x="1859" y="21"/>
                </a:lnTo>
                <a:lnTo>
                  <a:pt x="1831" y="21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1"/>
                </a:lnTo>
                <a:lnTo>
                  <a:pt x="1917" y="21"/>
                </a:lnTo>
                <a:lnTo>
                  <a:pt x="1888" y="21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1"/>
                </a:lnTo>
                <a:lnTo>
                  <a:pt x="1974" y="21"/>
                </a:lnTo>
                <a:lnTo>
                  <a:pt x="1945" y="21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1"/>
                </a:lnTo>
                <a:lnTo>
                  <a:pt x="2031" y="21"/>
                </a:lnTo>
                <a:lnTo>
                  <a:pt x="2002" y="21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1"/>
                </a:lnTo>
                <a:lnTo>
                  <a:pt x="2088" y="21"/>
                </a:lnTo>
                <a:lnTo>
                  <a:pt x="2060" y="21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1"/>
                </a:lnTo>
                <a:lnTo>
                  <a:pt x="2146" y="21"/>
                </a:lnTo>
                <a:lnTo>
                  <a:pt x="2117" y="21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1"/>
                </a:lnTo>
                <a:lnTo>
                  <a:pt x="2203" y="21"/>
                </a:lnTo>
                <a:lnTo>
                  <a:pt x="2174" y="21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1"/>
                </a:lnTo>
                <a:lnTo>
                  <a:pt x="2260" y="21"/>
                </a:lnTo>
                <a:lnTo>
                  <a:pt x="2231" y="21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1"/>
                </a:lnTo>
                <a:lnTo>
                  <a:pt x="2317" y="21"/>
                </a:lnTo>
                <a:lnTo>
                  <a:pt x="2289" y="21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1"/>
                </a:lnTo>
                <a:lnTo>
                  <a:pt x="2374" y="21"/>
                </a:lnTo>
                <a:lnTo>
                  <a:pt x="2346" y="21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1"/>
                </a:lnTo>
                <a:lnTo>
                  <a:pt x="2432" y="21"/>
                </a:lnTo>
                <a:lnTo>
                  <a:pt x="2403" y="21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1"/>
                </a:lnTo>
                <a:lnTo>
                  <a:pt x="2489" y="21"/>
                </a:lnTo>
                <a:lnTo>
                  <a:pt x="2460" y="21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1"/>
                </a:lnTo>
                <a:lnTo>
                  <a:pt x="2546" y="21"/>
                </a:lnTo>
                <a:lnTo>
                  <a:pt x="2517" y="21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1"/>
                </a:lnTo>
                <a:lnTo>
                  <a:pt x="2603" y="21"/>
                </a:lnTo>
                <a:lnTo>
                  <a:pt x="2575" y="21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1"/>
                </a:lnTo>
                <a:lnTo>
                  <a:pt x="2660" y="21"/>
                </a:lnTo>
                <a:lnTo>
                  <a:pt x="2632" y="21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1"/>
                </a:lnTo>
                <a:lnTo>
                  <a:pt x="2718" y="21"/>
                </a:lnTo>
                <a:lnTo>
                  <a:pt x="2689" y="21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1"/>
                </a:lnTo>
                <a:lnTo>
                  <a:pt x="2775" y="21"/>
                </a:lnTo>
                <a:lnTo>
                  <a:pt x="2746" y="21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1"/>
                </a:lnTo>
                <a:lnTo>
                  <a:pt x="2832" y="21"/>
                </a:lnTo>
                <a:lnTo>
                  <a:pt x="2804" y="21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1"/>
                </a:lnTo>
                <a:lnTo>
                  <a:pt x="2889" y="21"/>
                </a:lnTo>
                <a:lnTo>
                  <a:pt x="2861" y="21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1"/>
                </a:lnTo>
                <a:lnTo>
                  <a:pt x="2947" y="21"/>
                </a:lnTo>
                <a:lnTo>
                  <a:pt x="2918" y="21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1"/>
                </a:lnTo>
                <a:lnTo>
                  <a:pt x="3004" y="21"/>
                </a:lnTo>
                <a:lnTo>
                  <a:pt x="2975" y="21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1"/>
                </a:lnTo>
                <a:lnTo>
                  <a:pt x="3061" y="21"/>
                </a:lnTo>
                <a:lnTo>
                  <a:pt x="3032" y="21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1"/>
                </a:lnTo>
                <a:lnTo>
                  <a:pt x="3118" y="21"/>
                </a:lnTo>
                <a:lnTo>
                  <a:pt x="3090" y="21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1"/>
                </a:lnTo>
                <a:lnTo>
                  <a:pt x="3175" y="21"/>
                </a:lnTo>
                <a:lnTo>
                  <a:pt x="3147" y="21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1"/>
                </a:lnTo>
                <a:lnTo>
                  <a:pt x="3233" y="21"/>
                </a:lnTo>
                <a:lnTo>
                  <a:pt x="3204" y="21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1"/>
                </a:lnTo>
                <a:lnTo>
                  <a:pt x="3290" y="21"/>
                </a:lnTo>
                <a:lnTo>
                  <a:pt x="3261" y="21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1"/>
                </a:lnTo>
                <a:lnTo>
                  <a:pt x="3347" y="21"/>
                </a:lnTo>
                <a:lnTo>
                  <a:pt x="3318" y="21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1"/>
                </a:lnTo>
                <a:lnTo>
                  <a:pt x="3404" y="21"/>
                </a:lnTo>
                <a:lnTo>
                  <a:pt x="3376" y="21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1"/>
                </a:lnTo>
                <a:lnTo>
                  <a:pt x="3462" y="21"/>
                </a:lnTo>
                <a:lnTo>
                  <a:pt x="3433" y="21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1"/>
                </a:lnTo>
                <a:lnTo>
                  <a:pt x="3519" y="21"/>
                </a:lnTo>
                <a:lnTo>
                  <a:pt x="3490" y="21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1"/>
                </a:lnTo>
                <a:lnTo>
                  <a:pt x="3576" y="21"/>
                </a:lnTo>
                <a:lnTo>
                  <a:pt x="3547" y="21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1"/>
                </a:lnTo>
                <a:lnTo>
                  <a:pt x="3633" y="21"/>
                </a:lnTo>
                <a:lnTo>
                  <a:pt x="3605" y="21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1"/>
                </a:lnTo>
                <a:lnTo>
                  <a:pt x="3690" y="21"/>
                </a:lnTo>
                <a:lnTo>
                  <a:pt x="3662" y="21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1"/>
                </a:lnTo>
                <a:lnTo>
                  <a:pt x="3748" y="21"/>
                </a:lnTo>
                <a:lnTo>
                  <a:pt x="3719" y="21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1"/>
                </a:lnTo>
                <a:lnTo>
                  <a:pt x="3805" y="21"/>
                </a:lnTo>
                <a:lnTo>
                  <a:pt x="3776" y="21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1"/>
                </a:lnTo>
                <a:lnTo>
                  <a:pt x="3862" y="21"/>
                </a:lnTo>
                <a:lnTo>
                  <a:pt x="3833" y="21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1"/>
                </a:lnTo>
                <a:lnTo>
                  <a:pt x="3919" y="21"/>
                </a:lnTo>
                <a:lnTo>
                  <a:pt x="3891" y="21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1"/>
                </a:lnTo>
                <a:lnTo>
                  <a:pt x="3976" y="21"/>
                </a:lnTo>
                <a:lnTo>
                  <a:pt x="3948" y="21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1"/>
                </a:lnTo>
                <a:lnTo>
                  <a:pt x="4034" y="21"/>
                </a:lnTo>
                <a:lnTo>
                  <a:pt x="4005" y="21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1"/>
                </a:lnTo>
                <a:lnTo>
                  <a:pt x="4091" y="21"/>
                </a:lnTo>
                <a:lnTo>
                  <a:pt x="4062" y="21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1"/>
                </a:lnTo>
                <a:lnTo>
                  <a:pt x="4148" y="21"/>
                </a:lnTo>
                <a:lnTo>
                  <a:pt x="4120" y="21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1"/>
                </a:lnTo>
                <a:lnTo>
                  <a:pt x="4205" y="21"/>
                </a:lnTo>
                <a:lnTo>
                  <a:pt x="4177" y="21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1"/>
                </a:lnTo>
                <a:lnTo>
                  <a:pt x="4263" y="21"/>
                </a:lnTo>
                <a:lnTo>
                  <a:pt x="4234" y="21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1"/>
                </a:lnTo>
                <a:lnTo>
                  <a:pt x="4320" y="21"/>
                </a:lnTo>
                <a:lnTo>
                  <a:pt x="4291" y="21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1"/>
                </a:lnTo>
                <a:lnTo>
                  <a:pt x="4377" y="21"/>
                </a:lnTo>
                <a:lnTo>
                  <a:pt x="4348" y="21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1"/>
                </a:lnTo>
                <a:lnTo>
                  <a:pt x="4434" y="21"/>
                </a:lnTo>
                <a:lnTo>
                  <a:pt x="4406" y="21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1"/>
                </a:lnTo>
                <a:lnTo>
                  <a:pt x="4491" y="21"/>
                </a:lnTo>
                <a:lnTo>
                  <a:pt x="4463" y="21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1"/>
                </a:lnTo>
                <a:lnTo>
                  <a:pt x="4549" y="21"/>
                </a:lnTo>
                <a:lnTo>
                  <a:pt x="4520" y="21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1"/>
                </a:lnTo>
                <a:lnTo>
                  <a:pt x="4606" y="21"/>
                </a:lnTo>
                <a:lnTo>
                  <a:pt x="4577" y="21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1"/>
                </a:lnTo>
                <a:lnTo>
                  <a:pt x="4663" y="21"/>
                </a:lnTo>
                <a:lnTo>
                  <a:pt x="4634" y="21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1"/>
                </a:lnTo>
                <a:lnTo>
                  <a:pt x="4720" y="21"/>
                </a:lnTo>
                <a:lnTo>
                  <a:pt x="4692" y="21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1"/>
                </a:lnTo>
                <a:lnTo>
                  <a:pt x="4778" y="21"/>
                </a:lnTo>
                <a:lnTo>
                  <a:pt x="4749" y="21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1"/>
                </a:lnTo>
                <a:lnTo>
                  <a:pt x="4835" y="21"/>
                </a:lnTo>
                <a:lnTo>
                  <a:pt x="4806" y="21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1"/>
                </a:lnTo>
                <a:lnTo>
                  <a:pt x="4892" y="21"/>
                </a:lnTo>
                <a:lnTo>
                  <a:pt x="4863" y="21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1"/>
                </a:lnTo>
                <a:lnTo>
                  <a:pt x="4949" y="21"/>
                </a:lnTo>
                <a:lnTo>
                  <a:pt x="4921" y="21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1"/>
                </a:lnTo>
                <a:lnTo>
                  <a:pt x="5006" y="21"/>
                </a:lnTo>
                <a:lnTo>
                  <a:pt x="4978" y="21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1"/>
                </a:lnTo>
                <a:lnTo>
                  <a:pt x="5064" y="21"/>
                </a:lnTo>
                <a:lnTo>
                  <a:pt x="5035" y="21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1"/>
                </a:lnTo>
                <a:lnTo>
                  <a:pt x="5121" y="21"/>
                </a:lnTo>
                <a:lnTo>
                  <a:pt x="5092" y="21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1"/>
                </a:lnTo>
                <a:lnTo>
                  <a:pt x="5178" y="21"/>
                </a:lnTo>
                <a:lnTo>
                  <a:pt x="5149" y="21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1"/>
                </a:lnTo>
                <a:lnTo>
                  <a:pt x="5235" y="21"/>
                </a:lnTo>
                <a:lnTo>
                  <a:pt x="5207" y="21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1"/>
                </a:lnTo>
                <a:lnTo>
                  <a:pt x="5292" y="21"/>
                </a:lnTo>
                <a:lnTo>
                  <a:pt x="5264" y="21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1"/>
                </a:lnTo>
                <a:lnTo>
                  <a:pt x="5350" y="21"/>
                </a:lnTo>
                <a:lnTo>
                  <a:pt x="5321" y="21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1"/>
                </a:lnTo>
                <a:lnTo>
                  <a:pt x="5407" y="21"/>
                </a:lnTo>
                <a:lnTo>
                  <a:pt x="5378" y="21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1"/>
                </a:lnTo>
                <a:lnTo>
                  <a:pt x="5465" y="21"/>
                </a:lnTo>
                <a:lnTo>
                  <a:pt x="5436" y="21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1"/>
                </a:lnTo>
                <a:lnTo>
                  <a:pt x="5522" y="21"/>
                </a:lnTo>
                <a:lnTo>
                  <a:pt x="5494" y="21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1"/>
                </a:lnTo>
                <a:lnTo>
                  <a:pt x="5580" y="21"/>
                </a:lnTo>
                <a:lnTo>
                  <a:pt x="5551" y="21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1"/>
                </a:lnTo>
                <a:lnTo>
                  <a:pt x="5637" y="21"/>
                </a:lnTo>
                <a:lnTo>
                  <a:pt x="5608" y="21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1"/>
                </a:lnTo>
                <a:lnTo>
                  <a:pt x="5694" y="21"/>
                </a:lnTo>
                <a:lnTo>
                  <a:pt x="5665" y="21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1"/>
                </a:lnTo>
                <a:lnTo>
                  <a:pt x="5751" y="21"/>
                </a:lnTo>
                <a:lnTo>
                  <a:pt x="5723" y="21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1"/>
                </a:lnTo>
                <a:lnTo>
                  <a:pt x="5808" y="21"/>
                </a:lnTo>
                <a:lnTo>
                  <a:pt x="5780" y="21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1"/>
                </a:lnTo>
                <a:lnTo>
                  <a:pt x="5866" y="21"/>
                </a:lnTo>
                <a:lnTo>
                  <a:pt x="5837" y="21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1"/>
                </a:lnTo>
                <a:lnTo>
                  <a:pt x="5923" y="21"/>
                </a:lnTo>
                <a:lnTo>
                  <a:pt x="5894" y="21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1"/>
                </a:lnTo>
                <a:lnTo>
                  <a:pt x="5980" y="21"/>
                </a:lnTo>
                <a:lnTo>
                  <a:pt x="5952" y="21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1"/>
                </a:lnTo>
                <a:lnTo>
                  <a:pt x="6037" y="21"/>
                </a:lnTo>
                <a:lnTo>
                  <a:pt x="6009" y="21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1"/>
                </a:lnTo>
                <a:lnTo>
                  <a:pt x="6095" y="21"/>
                </a:lnTo>
                <a:lnTo>
                  <a:pt x="6066" y="21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1"/>
                </a:lnTo>
                <a:lnTo>
                  <a:pt x="6152" y="21"/>
                </a:lnTo>
                <a:lnTo>
                  <a:pt x="6123" y="21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1"/>
                </a:lnTo>
                <a:lnTo>
                  <a:pt x="6209" y="21"/>
                </a:lnTo>
                <a:lnTo>
                  <a:pt x="6180" y="21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1"/>
                </a:lnTo>
                <a:lnTo>
                  <a:pt x="6266" y="21"/>
                </a:lnTo>
                <a:lnTo>
                  <a:pt x="6238" y="21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1"/>
                </a:lnTo>
                <a:lnTo>
                  <a:pt x="6323" y="21"/>
                </a:lnTo>
                <a:lnTo>
                  <a:pt x="6295" y="21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1"/>
                </a:lnTo>
                <a:lnTo>
                  <a:pt x="6381" y="21"/>
                </a:lnTo>
                <a:lnTo>
                  <a:pt x="6352" y="21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1"/>
                </a:lnTo>
                <a:lnTo>
                  <a:pt x="6438" y="21"/>
                </a:lnTo>
                <a:lnTo>
                  <a:pt x="6409" y="21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1"/>
                </a:lnTo>
                <a:lnTo>
                  <a:pt x="6495" y="21"/>
                </a:lnTo>
                <a:lnTo>
                  <a:pt x="6466" y="21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1"/>
                </a:lnTo>
                <a:lnTo>
                  <a:pt x="6552" y="21"/>
                </a:lnTo>
                <a:lnTo>
                  <a:pt x="6524" y="21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1"/>
                </a:lnTo>
                <a:lnTo>
                  <a:pt x="6610" y="21"/>
                </a:lnTo>
                <a:lnTo>
                  <a:pt x="6581" y="21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1"/>
                </a:lnTo>
                <a:lnTo>
                  <a:pt x="6667" y="21"/>
                </a:lnTo>
                <a:lnTo>
                  <a:pt x="6638" y="21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1"/>
                </a:lnTo>
                <a:lnTo>
                  <a:pt x="6724" y="21"/>
                </a:lnTo>
                <a:lnTo>
                  <a:pt x="6695" y="21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1"/>
                </a:lnTo>
                <a:lnTo>
                  <a:pt x="6781" y="21"/>
                </a:lnTo>
                <a:lnTo>
                  <a:pt x="6753" y="21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1"/>
                </a:lnTo>
                <a:lnTo>
                  <a:pt x="6838" y="21"/>
                </a:lnTo>
                <a:lnTo>
                  <a:pt x="6810" y="21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1"/>
                </a:lnTo>
                <a:lnTo>
                  <a:pt x="6896" y="21"/>
                </a:lnTo>
                <a:lnTo>
                  <a:pt x="6867" y="21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1"/>
                </a:lnTo>
                <a:lnTo>
                  <a:pt x="6953" y="21"/>
                </a:lnTo>
                <a:lnTo>
                  <a:pt x="6924" y="21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1"/>
                </a:lnTo>
                <a:lnTo>
                  <a:pt x="7010" y="21"/>
                </a:lnTo>
                <a:lnTo>
                  <a:pt x="6981" y="21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1"/>
                </a:lnTo>
                <a:lnTo>
                  <a:pt x="7067" y="21"/>
                </a:lnTo>
                <a:lnTo>
                  <a:pt x="7039" y="21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1"/>
                </a:lnTo>
                <a:lnTo>
                  <a:pt x="7124" y="21"/>
                </a:lnTo>
                <a:lnTo>
                  <a:pt x="7096" y="21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1"/>
                </a:lnTo>
                <a:lnTo>
                  <a:pt x="7182" y="21"/>
                </a:lnTo>
                <a:lnTo>
                  <a:pt x="7153" y="21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1"/>
                </a:lnTo>
                <a:lnTo>
                  <a:pt x="7239" y="21"/>
                </a:lnTo>
                <a:lnTo>
                  <a:pt x="7210" y="21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1"/>
                </a:lnTo>
                <a:lnTo>
                  <a:pt x="7296" y="21"/>
                </a:lnTo>
                <a:lnTo>
                  <a:pt x="7268" y="21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1"/>
                </a:lnTo>
                <a:lnTo>
                  <a:pt x="7353" y="21"/>
                </a:lnTo>
                <a:lnTo>
                  <a:pt x="7325" y="21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1"/>
                </a:lnTo>
                <a:lnTo>
                  <a:pt x="7411" y="21"/>
                </a:lnTo>
                <a:lnTo>
                  <a:pt x="7382" y="21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1"/>
                </a:lnTo>
                <a:lnTo>
                  <a:pt x="7468" y="21"/>
                </a:lnTo>
                <a:lnTo>
                  <a:pt x="7439" y="21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1"/>
                </a:lnTo>
                <a:lnTo>
                  <a:pt x="7525" y="21"/>
                </a:lnTo>
                <a:lnTo>
                  <a:pt x="7496" y="21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1"/>
                </a:lnTo>
                <a:lnTo>
                  <a:pt x="7582" y="21"/>
                </a:lnTo>
                <a:lnTo>
                  <a:pt x="7554" y="21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1"/>
                </a:lnTo>
                <a:lnTo>
                  <a:pt x="7639" y="21"/>
                </a:lnTo>
                <a:lnTo>
                  <a:pt x="7611" y="21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1"/>
                </a:lnTo>
                <a:lnTo>
                  <a:pt x="7697" y="21"/>
                </a:lnTo>
                <a:lnTo>
                  <a:pt x="7668" y="21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1"/>
                </a:lnTo>
                <a:lnTo>
                  <a:pt x="7754" y="21"/>
                </a:lnTo>
                <a:lnTo>
                  <a:pt x="7725" y="21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1"/>
                </a:lnTo>
                <a:lnTo>
                  <a:pt x="7811" y="21"/>
                </a:lnTo>
                <a:lnTo>
                  <a:pt x="7782" y="21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1"/>
                </a:lnTo>
                <a:lnTo>
                  <a:pt x="7868" y="21"/>
                </a:lnTo>
                <a:lnTo>
                  <a:pt x="7840" y="21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1"/>
                </a:lnTo>
                <a:lnTo>
                  <a:pt x="7926" y="21"/>
                </a:lnTo>
                <a:lnTo>
                  <a:pt x="7897" y="21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1"/>
                </a:lnTo>
                <a:lnTo>
                  <a:pt x="7983" y="21"/>
                </a:lnTo>
                <a:lnTo>
                  <a:pt x="7954" y="21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1"/>
                </a:lnTo>
                <a:lnTo>
                  <a:pt x="8040" y="21"/>
                </a:lnTo>
                <a:lnTo>
                  <a:pt x="8011" y="21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1"/>
                </a:lnTo>
                <a:lnTo>
                  <a:pt x="8097" y="21"/>
                </a:lnTo>
                <a:lnTo>
                  <a:pt x="8069" y="21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1"/>
                </a:lnTo>
                <a:lnTo>
                  <a:pt x="8154" y="21"/>
                </a:lnTo>
                <a:lnTo>
                  <a:pt x="8126" y="21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1"/>
                </a:lnTo>
                <a:lnTo>
                  <a:pt x="8212" y="21"/>
                </a:lnTo>
                <a:lnTo>
                  <a:pt x="8183" y="21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1"/>
                </a:lnTo>
                <a:lnTo>
                  <a:pt x="8269" y="21"/>
                </a:lnTo>
                <a:lnTo>
                  <a:pt x="8240" y="21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1"/>
                </a:lnTo>
                <a:lnTo>
                  <a:pt x="8326" y="21"/>
                </a:lnTo>
                <a:lnTo>
                  <a:pt x="8297" y="21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1"/>
                </a:lnTo>
                <a:lnTo>
                  <a:pt x="8383" y="21"/>
                </a:lnTo>
                <a:lnTo>
                  <a:pt x="8355" y="21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1"/>
                </a:lnTo>
                <a:lnTo>
                  <a:pt x="8440" y="21"/>
                </a:lnTo>
                <a:lnTo>
                  <a:pt x="8412" y="21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1"/>
                </a:lnTo>
                <a:lnTo>
                  <a:pt x="8498" y="21"/>
                </a:lnTo>
                <a:lnTo>
                  <a:pt x="8469" y="21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1"/>
                </a:lnTo>
                <a:lnTo>
                  <a:pt x="8555" y="21"/>
                </a:lnTo>
                <a:lnTo>
                  <a:pt x="8526" y="21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1"/>
                </a:lnTo>
                <a:lnTo>
                  <a:pt x="8612" y="21"/>
                </a:lnTo>
                <a:lnTo>
                  <a:pt x="8584" y="21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1"/>
                </a:lnTo>
                <a:lnTo>
                  <a:pt x="8669" y="21"/>
                </a:lnTo>
                <a:lnTo>
                  <a:pt x="8641" y="21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1"/>
                </a:lnTo>
                <a:lnTo>
                  <a:pt x="8727" y="21"/>
                </a:lnTo>
                <a:lnTo>
                  <a:pt x="8698" y="21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1"/>
                </a:lnTo>
                <a:lnTo>
                  <a:pt x="8784" y="21"/>
                </a:lnTo>
                <a:lnTo>
                  <a:pt x="8755" y="21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1"/>
                </a:lnTo>
                <a:lnTo>
                  <a:pt x="8841" y="21"/>
                </a:lnTo>
                <a:lnTo>
                  <a:pt x="8812" y="21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1"/>
                </a:lnTo>
                <a:lnTo>
                  <a:pt x="8898" y="21"/>
                </a:lnTo>
                <a:lnTo>
                  <a:pt x="8870" y="21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1"/>
                </a:lnTo>
                <a:lnTo>
                  <a:pt x="8955" y="21"/>
                </a:lnTo>
                <a:lnTo>
                  <a:pt x="8927" y="21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1"/>
                </a:lnTo>
                <a:lnTo>
                  <a:pt x="9013" y="21"/>
                </a:lnTo>
                <a:lnTo>
                  <a:pt x="8984" y="21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1"/>
                </a:lnTo>
                <a:lnTo>
                  <a:pt x="9070" y="21"/>
                </a:lnTo>
                <a:lnTo>
                  <a:pt x="9041" y="21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1"/>
                </a:lnTo>
                <a:lnTo>
                  <a:pt x="9127" y="21"/>
                </a:lnTo>
                <a:lnTo>
                  <a:pt x="9098" y="21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1"/>
                </a:lnTo>
                <a:lnTo>
                  <a:pt x="9184" y="21"/>
                </a:lnTo>
                <a:lnTo>
                  <a:pt x="9156" y="21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1"/>
                </a:lnTo>
                <a:lnTo>
                  <a:pt x="9242" y="21"/>
                </a:lnTo>
                <a:lnTo>
                  <a:pt x="9213" y="21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1"/>
                </a:lnTo>
                <a:lnTo>
                  <a:pt x="9299" y="21"/>
                </a:lnTo>
                <a:lnTo>
                  <a:pt x="9270" y="21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1"/>
                </a:lnTo>
                <a:lnTo>
                  <a:pt x="9356" y="21"/>
                </a:lnTo>
                <a:lnTo>
                  <a:pt x="9327" y="21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1"/>
                </a:lnTo>
                <a:lnTo>
                  <a:pt x="9413" y="21"/>
                </a:lnTo>
                <a:lnTo>
                  <a:pt x="9385" y="21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1"/>
                </a:lnTo>
                <a:lnTo>
                  <a:pt x="9470" y="21"/>
                </a:lnTo>
                <a:lnTo>
                  <a:pt x="9442" y="21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1"/>
                </a:lnTo>
                <a:lnTo>
                  <a:pt x="9528" y="21"/>
                </a:lnTo>
                <a:lnTo>
                  <a:pt x="9499" y="21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1"/>
                </a:lnTo>
                <a:lnTo>
                  <a:pt x="9585" y="21"/>
                </a:lnTo>
                <a:lnTo>
                  <a:pt x="9556" y="21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1"/>
                </a:lnTo>
                <a:lnTo>
                  <a:pt x="9642" y="21"/>
                </a:lnTo>
                <a:lnTo>
                  <a:pt x="9613" y="21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1"/>
                </a:lnTo>
                <a:lnTo>
                  <a:pt x="9699" y="21"/>
                </a:lnTo>
                <a:lnTo>
                  <a:pt x="9671" y="21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1"/>
                </a:lnTo>
                <a:lnTo>
                  <a:pt x="9756" y="21"/>
                </a:lnTo>
                <a:lnTo>
                  <a:pt x="9728" y="21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1"/>
                </a:lnTo>
                <a:lnTo>
                  <a:pt x="9814" y="21"/>
                </a:lnTo>
                <a:lnTo>
                  <a:pt x="9785" y="21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1"/>
                </a:lnTo>
                <a:lnTo>
                  <a:pt x="9871" y="21"/>
                </a:lnTo>
                <a:lnTo>
                  <a:pt x="9842" y="21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1"/>
                </a:lnTo>
                <a:lnTo>
                  <a:pt x="9928" y="21"/>
                </a:lnTo>
                <a:lnTo>
                  <a:pt x="9900" y="21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1"/>
                </a:lnTo>
                <a:lnTo>
                  <a:pt x="9985" y="21"/>
                </a:lnTo>
                <a:lnTo>
                  <a:pt x="9957" y="21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1"/>
                </a:lnTo>
                <a:lnTo>
                  <a:pt x="10043" y="21"/>
                </a:lnTo>
                <a:lnTo>
                  <a:pt x="10014" y="21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1"/>
                </a:lnTo>
                <a:lnTo>
                  <a:pt x="10100" y="21"/>
                </a:lnTo>
                <a:lnTo>
                  <a:pt x="10071" y="21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1"/>
                </a:lnTo>
                <a:lnTo>
                  <a:pt x="10157" y="21"/>
                </a:lnTo>
                <a:lnTo>
                  <a:pt x="10128" y="21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1"/>
                </a:lnTo>
                <a:lnTo>
                  <a:pt x="10214" y="21"/>
                </a:lnTo>
                <a:lnTo>
                  <a:pt x="10186" y="21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1"/>
                </a:lnTo>
                <a:lnTo>
                  <a:pt x="10271" y="21"/>
                </a:lnTo>
                <a:lnTo>
                  <a:pt x="10243" y="21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1"/>
                </a:lnTo>
                <a:lnTo>
                  <a:pt x="10329" y="21"/>
                </a:lnTo>
                <a:lnTo>
                  <a:pt x="10300" y="21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1"/>
                </a:lnTo>
                <a:lnTo>
                  <a:pt x="10386" y="21"/>
                </a:lnTo>
                <a:lnTo>
                  <a:pt x="10357" y="21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1"/>
                </a:lnTo>
                <a:lnTo>
                  <a:pt x="10443" y="21"/>
                </a:lnTo>
                <a:lnTo>
                  <a:pt x="10414" y="21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1"/>
                </a:lnTo>
                <a:lnTo>
                  <a:pt x="10500" y="21"/>
                </a:lnTo>
                <a:lnTo>
                  <a:pt x="10472" y="21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1"/>
                </a:lnTo>
                <a:lnTo>
                  <a:pt x="10558" y="21"/>
                </a:lnTo>
                <a:lnTo>
                  <a:pt x="10529" y="21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1"/>
                </a:lnTo>
                <a:lnTo>
                  <a:pt x="10615" y="21"/>
                </a:lnTo>
                <a:lnTo>
                  <a:pt x="10586" y="21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1"/>
                </a:lnTo>
                <a:lnTo>
                  <a:pt x="10672" y="21"/>
                </a:lnTo>
                <a:lnTo>
                  <a:pt x="10643" y="21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1"/>
                </a:lnTo>
                <a:lnTo>
                  <a:pt x="10729" y="21"/>
                </a:lnTo>
                <a:lnTo>
                  <a:pt x="10701" y="21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1"/>
                </a:lnTo>
                <a:lnTo>
                  <a:pt x="10786" y="21"/>
                </a:lnTo>
                <a:lnTo>
                  <a:pt x="10758" y="21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1"/>
                </a:lnTo>
                <a:lnTo>
                  <a:pt x="10844" y="21"/>
                </a:lnTo>
                <a:lnTo>
                  <a:pt x="10815" y="21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1"/>
                </a:lnTo>
                <a:lnTo>
                  <a:pt x="10901" y="21"/>
                </a:lnTo>
                <a:lnTo>
                  <a:pt x="10872" y="21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1"/>
                </a:lnTo>
                <a:lnTo>
                  <a:pt x="10958" y="21"/>
                </a:lnTo>
                <a:lnTo>
                  <a:pt x="10929" y="21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1"/>
                </a:lnTo>
                <a:lnTo>
                  <a:pt x="11015" y="21"/>
                </a:lnTo>
                <a:lnTo>
                  <a:pt x="10987" y="21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1"/>
                </a:lnTo>
                <a:lnTo>
                  <a:pt x="11072" y="21"/>
                </a:lnTo>
                <a:lnTo>
                  <a:pt x="11044" y="21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1"/>
                </a:lnTo>
                <a:lnTo>
                  <a:pt x="11130" y="21"/>
                </a:lnTo>
                <a:lnTo>
                  <a:pt x="11101" y="21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1"/>
                </a:lnTo>
                <a:lnTo>
                  <a:pt x="11187" y="21"/>
                </a:lnTo>
                <a:lnTo>
                  <a:pt x="11158" y="21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1"/>
                </a:lnTo>
                <a:lnTo>
                  <a:pt x="11244" y="21"/>
                </a:lnTo>
                <a:lnTo>
                  <a:pt x="11216" y="21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1"/>
                </a:lnTo>
                <a:lnTo>
                  <a:pt x="11301" y="21"/>
                </a:lnTo>
                <a:lnTo>
                  <a:pt x="11273" y="21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1"/>
                </a:lnTo>
                <a:lnTo>
                  <a:pt x="11359" y="21"/>
                </a:lnTo>
                <a:lnTo>
                  <a:pt x="11330" y="21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1"/>
                </a:lnTo>
                <a:lnTo>
                  <a:pt x="11416" y="21"/>
                </a:lnTo>
                <a:lnTo>
                  <a:pt x="11387" y="21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1"/>
                </a:lnTo>
                <a:lnTo>
                  <a:pt x="11473" y="21"/>
                </a:lnTo>
                <a:lnTo>
                  <a:pt x="11444" y="21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1"/>
                </a:lnTo>
                <a:lnTo>
                  <a:pt x="11530" y="21"/>
                </a:lnTo>
                <a:lnTo>
                  <a:pt x="11502" y="21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1"/>
                </a:lnTo>
                <a:lnTo>
                  <a:pt x="11587" y="21"/>
                </a:lnTo>
                <a:lnTo>
                  <a:pt x="11559" y="21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1"/>
                </a:lnTo>
                <a:lnTo>
                  <a:pt x="11645" y="21"/>
                </a:lnTo>
                <a:lnTo>
                  <a:pt x="11616" y="21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1"/>
                </a:lnTo>
                <a:lnTo>
                  <a:pt x="11702" y="21"/>
                </a:lnTo>
                <a:lnTo>
                  <a:pt x="11673" y="21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1"/>
                </a:lnTo>
                <a:lnTo>
                  <a:pt x="11759" y="21"/>
                </a:lnTo>
                <a:lnTo>
                  <a:pt x="11730" y="21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1"/>
                </a:lnTo>
                <a:lnTo>
                  <a:pt x="11816" y="21"/>
                </a:lnTo>
                <a:lnTo>
                  <a:pt x="11788" y="21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1"/>
                </a:lnTo>
                <a:lnTo>
                  <a:pt x="11874" y="21"/>
                </a:lnTo>
                <a:lnTo>
                  <a:pt x="11845" y="21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1"/>
                </a:lnTo>
                <a:lnTo>
                  <a:pt x="11931" y="21"/>
                </a:lnTo>
                <a:lnTo>
                  <a:pt x="11902" y="21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1"/>
                </a:lnTo>
                <a:lnTo>
                  <a:pt x="11988" y="21"/>
                </a:lnTo>
                <a:lnTo>
                  <a:pt x="11959" y="21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1"/>
                </a:lnTo>
                <a:lnTo>
                  <a:pt x="12045" y="21"/>
                </a:lnTo>
                <a:lnTo>
                  <a:pt x="12017" y="21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1"/>
                </a:lnTo>
                <a:lnTo>
                  <a:pt x="12102" y="21"/>
                </a:lnTo>
                <a:lnTo>
                  <a:pt x="12074" y="21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1"/>
                </a:lnTo>
                <a:lnTo>
                  <a:pt x="12160" y="21"/>
                </a:lnTo>
                <a:lnTo>
                  <a:pt x="12131" y="21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1"/>
                </a:lnTo>
                <a:lnTo>
                  <a:pt x="12217" y="21"/>
                </a:lnTo>
                <a:lnTo>
                  <a:pt x="12188" y="21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1"/>
                </a:lnTo>
                <a:lnTo>
                  <a:pt x="12274" y="21"/>
                </a:lnTo>
                <a:lnTo>
                  <a:pt x="12245" y="21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1"/>
                </a:lnTo>
                <a:lnTo>
                  <a:pt x="12331" y="21"/>
                </a:lnTo>
                <a:lnTo>
                  <a:pt x="12303" y="21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1"/>
                </a:lnTo>
                <a:lnTo>
                  <a:pt x="12388" y="21"/>
                </a:lnTo>
                <a:lnTo>
                  <a:pt x="12360" y="21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1"/>
                </a:lnTo>
                <a:lnTo>
                  <a:pt x="12446" y="21"/>
                </a:lnTo>
                <a:lnTo>
                  <a:pt x="12417" y="21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1"/>
                </a:lnTo>
                <a:lnTo>
                  <a:pt x="12503" y="21"/>
                </a:lnTo>
                <a:lnTo>
                  <a:pt x="12474" y="21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1"/>
                </a:lnTo>
                <a:lnTo>
                  <a:pt x="12560" y="21"/>
                </a:lnTo>
                <a:lnTo>
                  <a:pt x="12532" y="21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1"/>
                </a:lnTo>
                <a:lnTo>
                  <a:pt x="12617" y="21"/>
                </a:lnTo>
                <a:lnTo>
                  <a:pt x="12589" y="21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1"/>
                </a:lnTo>
                <a:lnTo>
                  <a:pt x="12675" y="21"/>
                </a:lnTo>
                <a:lnTo>
                  <a:pt x="12646" y="21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1"/>
                </a:lnTo>
                <a:lnTo>
                  <a:pt x="12732" y="21"/>
                </a:lnTo>
                <a:lnTo>
                  <a:pt x="12703" y="21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1"/>
                </a:lnTo>
                <a:lnTo>
                  <a:pt x="12789" y="21"/>
                </a:lnTo>
                <a:lnTo>
                  <a:pt x="12760" y="21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1"/>
                </a:lnTo>
                <a:lnTo>
                  <a:pt x="12846" y="21"/>
                </a:lnTo>
                <a:lnTo>
                  <a:pt x="12818" y="21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1"/>
                </a:lnTo>
                <a:lnTo>
                  <a:pt x="12903" y="21"/>
                </a:lnTo>
                <a:lnTo>
                  <a:pt x="12875" y="21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1"/>
                </a:lnTo>
                <a:lnTo>
                  <a:pt x="12961" y="21"/>
                </a:lnTo>
                <a:lnTo>
                  <a:pt x="12932" y="21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1"/>
                </a:lnTo>
                <a:lnTo>
                  <a:pt x="13018" y="21"/>
                </a:lnTo>
                <a:lnTo>
                  <a:pt x="12989" y="21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1"/>
                </a:lnTo>
                <a:lnTo>
                  <a:pt x="13075" y="21"/>
                </a:lnTo>
                <a:lnTo>
                  <a:pt x="13046" y="21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1"/>
                </a:lnTo>
                <a:lnTo>
                  <a:pt x="13132" y="21"/>
                </a:lnTo>
                <a:lnTo>
                  <a:pt x="13104" y="21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1"/>
                </a:lnTo>
                <a:lnTo>
                  <a:pt x="13190" y="21"/>
                </a:lnTo>
                <a:lnTo>
                  <a:pt x="13161" y="21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1"/>
                </a:lnTo>
                <a:lnTo>
                  <a:pt x="13247" y="21"/>
                </a:lnTo>
                <a:lnTo>
                  <a:pt x="13218" y="21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1"/>
                </a:lnTo>
                <a:lnTo>
                  <a:pt x="13304" y="21"/>
                </a:lnTo>
                <a:lnTo>
                  <a:pt x="13275" y="21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1"/>
                </a:lnTo>
                <a:lnTo>
                  <a:pt x="13361" y="21"/>
                </a:lnTo>
                <a:lnTo>
                  <a:pt x="13333" y="21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1"/>
                </a:lnTo>
                <a:lnTo>
                  <a:pt x="13418" y="21"/>
                </a:lnTo>
                <a:lnTo>
                  <a:pt x="13390" y="21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1"/>
                </a:lnTo>
                <a:lnTo>
                  <a:pt x="13476" y="21"/>
                </a:lnTo>
                <a:lnTo>
                  <a:pt x="13447" y="21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1"/>
                </a:lnTo>
                <a:lnTo>
                  <a:pt x="13533" y="21"/>
                </a:lnTo>
                <a:lnTo>
                  <a:pt x="13504" y="21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1"/>
                </a:lnTo>
                <a:lnTo>
                  <a:pt x="13590" y="21"/>
                </a:lnTo>
                <a:lnTo>
                  <a:pt x="13561" y="21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1"/>
                </a:lnTo>
                <a:lnTo>
                  <a:pt x="13647" y="21"/>
                </a:lnTo>
                <a:lnTo>
                  <a:pt x="13619" y="21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1"/>
                </a:lnTo>
                <a:lnTo>
                  <a:pt x="13704" y="21"/>
                </a:lnTo>
                <a:lnTo>
                  <a:pt x="13676" y="21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1"/>
                </a:lnTo>
                <a:lnTo>
                  <a:pt x="13762" y="21"/>
                </a:lnTo>
                <a:lnTo>
                  <a:pt x="13733" y="21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1"/>
                </a:lnTo>
                <a:lnTo>
                  <a:pt x="13819" y="21"/>
                </a:lnTo>
                <a:lnTo>
                  <a:pt x="13790" y="21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1"/>
                </a:lnTo>
                <a:lnTo>
                  <a:pt x="13876" y="21"/>
                </a:lnTo>
                <a:lnTo>
                  <a:pt x="13848" y="21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1"/>
                </a:lnTo>
                <a:lnTo>
                  <a:pt x="13933" y="21"/>
                </a:lnTo>
                <a:lnTo>
                  <a:pt x="13905" y="21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1"/>
                </a:lnTo>
                <a:lnTo>
                  <a:pt x="13991" y="21"/>
                </a:lnTo>
                <a:lnTo>
                  <a:pt x="13962" y="21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1"/>
                </a:lnTo>
                <a:lnTo>
                  <a:pt x="14048" y="21"/>
                </a:lnTo>
                <a:lnTo>
                  <a:pt x="14019" y="21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1"/>
                </a:lnTo>
                <a:lnTo>
                  <a:pt x="14105" y="21"/>
                </a:lnTo>
                <a:lnTo>
                  <a:pt x="14076" y="21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1"/>
                </a:lnTo>
                <a:lnTo>
                  <a:pt x="14162" y="21"/>
                </a:lnTo>
                <a:lnTo>
                  <a:pt x="14134" y="21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1"/>
                </a:lnTo>
                <a:lnTo>
                  <a:pt x="14219" y="21"/>
                </a:lnTo>
                <a:lnTo>
                  <a:pt x="14191" y="21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1"/>
                </a:lnTo>
                <a:lnTo>
                  <a:pt x="14277" y="21"/>
                </a:lnTo>
                <a:lnTo>
                  <a:pt x="14248" y="21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1"/>
                </a:lnTo>
                <a:lnTo>
                  <a:pt x="14334" y="21"/>
                </a:lnTo>
                <a:lnTo>
                  <a:pt x="14305" y="21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1"/>
                </a:lnTo>
                <a:lnTo>
                  <a:pt x="14391" y="21"/>
                </a:lnTo>
                <a:lnTo>
                  <a:pt x="14363" y="21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1"/>
                </a:lnTo>
                <a:lnTo>
                  <a:pt x="14448" y="21"/>
                </a:lnTo>
                <a:lnTo>
                  <a:pt x="14420" y="21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1"/>
                </a:lnTo>
                <a:lnTo>
                  <a:pt x="14506" y="21"/>
                </a:lnTo>
                <a:lnTo>
                  <a:pt x="14477" y="21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1"/>
                </a:lnTo>
                <a:lnTo>
                  <a:pt x="14563" y="21"/>
                </a:lnTo>
                <a:lnTo>
                  <a:pt x="14534" y="21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1"/>
                </a:lnTo>
                <a:lnTo>
                  <a:pt x="14620" y="21"/>
                </a:lnTo>
                <a:lnTo>
                  <a:pt x="14591" y="21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1"/>
                </a:lnTo>
                <a:lnTo>
                  <a:pt x="14677" y="21"/>
                </a:lnTo>
                <a:lnTo>
                  <a:pt x="14649" y="21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1"/>
                </a:lnTo>
                <a:lnTo>
                  <a:pt x="14734" y="21"/>
                </a:lnTo>
                <a:lnTo>
                  <a:pt x="14706" y="21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1"/>
                </a:lnTo>
                <a:lnTo>
                  <a:pt x="14792" y="21"/>
                </a:lnTo>
                <a:lnTo>
                  <a:pt x="14763" y="21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1"/>
                </a:lnTo>
                <a:lnTo>
                  <a:pt x="14849" y="21"/>
                </a:lnTo>
                <a:lnTo>
                  <a:pt x="14820" y="21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1"/>
                </a:lnTo>
                <a:lnTo>
                  <a:pt x="14906" y="21"/>
                </a:lnTo>
                <a:lnTo>
                  <a:pt x="14877" y="21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1"/>
                </a:lnTo>
                <a:lnTo>
                  <a:pt x="14963" y="21"/>
                </a:lnTo>
                <a:lnTo>
                  <a:pt x="14935" y="21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1"/>
                </a:lnTo>
                <a:lnTo>
                  <a:pt x="15021" y="21"/>
                </a:lnTo>
                <a:lnTo>
                  <a:pt x="14992" y="21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1"/>
                </a:lnTo>
                <a:lnTo>
                  <a:pt x="15078" y="21"/>
                </a:lnTo>
                <a:lnTo>
                  <a:pt x="15049" y="21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1"/>
                </a:lnTo>
                <a:lnTo>
                  <a:pt x="15135" y="21"/>
                </a:lnTo>
                <a:lnTo>
                  <a:pt x="15106" y="21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1"/>
                </a:lnTo>
                <a:lnTo>
                  <a:pt x="15192" y="21"/>
                </a:lnTo>
                <a:lnTo>
                  <a:pt x="15164" y="21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1"/>
                </a:lnTo>
                <a:lnTo>
                  <a:pt x="15249" y="21"/>
                </a:lnTo>
                <a:lnTo>
                  <a:pt x="15221" y="21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1"/>
                </a:lnTo>
                <a:lnTo>
                  <a:pt x="15307" y="21"/>
                </a:lnTo>
                <a:lnTo>
                  <a:pt x="15278" y="21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1"/>
                </a:lnTo>
                <a:lnTo>
                  <a:pt x="15364" y="21"/>
                </a:lnTo>
                <a:lnTo>
                  <a:pt x="15335" y="21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1"/>
                </a:lnTo>
                <a:lnTo>
                  <a:pt x="15421" y="21"/>
                </a:lnTo>
                <a:lnTo>
                  <a:pt x="15392" y="21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1"/>
                </a:lnTo>
                <a:lnTo>
                  <a:pt x="15478" y="21"/>
                </a:lnTo>
                <a:lnTo>
                  <a:pt x="15450" y="21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1"/>
                </a:lnTo>
                <a:lnTo>
                  <a:pt x="15535" y="21"/>
                </a:lnTo>
                <a:lnTo>
                  <a:pt x="15507" y="21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1"/>
                </a:lnTo>
                <a:lnTo>
                  <a:pt x="15593" y="21"/>
                </a:lnTo>
                <a:lnTo>
                  <a:pt x="15564" y="21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1"/>
                </a:lnTo>
                <a:lnTo>
                  <a:pt x="15650" y="21"/>
                </a:lnTo>
                <a:lnTo>
                  <a:pt x="15621" y="21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1"/>
                </a:lnTo>
                <a:lnTo>
                  <a:pt x="15707" y="21"/>
                </a:lnTo>
                <a:lnTo>
                  <a:pt x="15679" y="21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1"/>
                </a:lnTo>
                <a:lnTo>
                  <a:pt x="15764" y="21"/>
                </a:lnTo>
                <a:lnTo>
                  <a:pt x="15736" y="21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1"/>
                </a:lnTo>
                <a:lnTo>
                  <a:pt x="15822" y="21"/>
                </a:lnTo>
                <a:lnTo>
                  <a:pt x="15793" y="21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1"/>
                </a:lnTo>
                <a:lnTo>
                  <a:pt x="15879" y="21"/>
                </a:lnTo>
                <a:lnTo>
                  <a:pt x="15850" y="21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1"/>
                </a:lnTo>
                <a:lnTo>
                  <a:pt x="15936" y="21"/>
                </a:lnTo>
                <a:lnTo>
                  <a:pt x="15907" y="21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1"/>
                </a:lnTo>
                <a:lnTo>
                  <a:pt x="15993" y="21"/>
                </a:lnTo>
                <a:lnTo>
                  <a:pt x="15965" y="21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1"/>
                </a:lnTo>
                <a:lnTo>
                  <a:pt x="16050" y="21"/>
                </a:lnTo>
                <a:lnTo>
                  <a:pt x="16022" y="21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1"/>
                </a:lnTo>
                <a:lnTo>
                  <a:pt x="16108" y="21"/>
                </a:lnTo>
                <a:lnTo>
                  <a:pt x="16079" y="21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1"/>
                </a:lnTo>
                <a:lnTo>
                  <a:pt x="16165" y="21"/>
                </a:lnTo>
                <a:lnTo>
                  <a:pt x="16136" y="21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1"/>
                </a:lnTo>
                <a:lnTo>
                  <a:pt x="16222" y="21"/>
                </a:lnTo>
                <a:lnTo>
                  <a:pt x="16193" y="21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1"/>
                </a:lnTo>
                <a:lnTo>
                  <a:pt x="16279" y="21"/>
                </a:lnTo>
                <a:lnTo>
                  <a:pt x="16251" y="21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1"/>
                </a:lnTo>
                <a:lnTo>
                  <a:pt x="16337" y="21"/>
                </a:lnTo>
                <a:lnTo>
                  <a:pt x="16308" y="21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1"/>
                </a:lnTo>
                <a:lnTo>
                  <a:pt x="16394" y="21"/>
                </a:lnTo>
                <a:lnTo>
                  <a:pt x="16365" y="21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1"/>
                </a:lnTo>
                <a:lnTo>
                  <a:pt x="16451" y="21"/>
                </a:lnTo>
                <a:lnTo>
                  <a:pt x="16422" y="21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1"/>
                </a:lnTo>
                <a:lnTo>
                  <a:pt x="16508" y="21"/>
                </a:lnTo>
                <a:lnTo>
                  <a:pt x="16480" y="21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1"/>
                </a:lnTo>
                <a:lnTo>
                  <a:pt x="16565" y="21"/>
                </a:lnTo>
                <a:lnTo>
                  <a:pt x="16537" y="21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1"/>
                </a:lnTo>
                <a:lnTo>
                  <a:pt x="16623" y="21"/>
                </a:lnTo>
                <a:lnTo>
                  <a:pt x="16594" y="21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1"/>
                </a:lnTo>
                <a:lnTo>
                  <a:pt x="16680" y="21"/>
                </a:lnTo>
                <a:lnTo>
                  <a:pt x="16651" y="21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1"/>
                </a:lnTo>
                <a:lnTo>
                  <a:pt x="16737" y="21"/>
                </a:lnTo>
                <a:lnTo>
                  <a:pt x="16708" y="21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1"/>
                </a:lnTo>
                <a:lnTo>
                  <a:pt x="16794" y="21"/>
                </a:lnTo>
                <a:lnTo>
                  <a:pt x="16766" y="21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1"/>
                </a:lnTo>
                <a:lnTo>
                  <a:pt x="16851" y="21"/>
                </a:lnTo>
                <a:lnTo>
                  <a:pt x="16823" y="21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1"/>
                </a:lnTo>
                <a:lnTo>
                  <a:pt x="16909" y="21"/>
                </a:lnTo>
                <a:lnTo>
                  <a:pt x="16880" y="21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1"/>
                </a:lnTo>
                <a:lnTo>
                  <a:pt x="16966" y="21"/>
                </a:lnTo>
                <a:lnTo>
                  <a:pt x="16937" y="21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1"/>
                </a:lnTo>
                <a:lnTo>
                  <a:pt x="17023" y="21"/>
                </a:lnTo>
                <a:lnTo>
                  <a:pt x="16995" y="21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1"/>
                </a:lnTo>
                <a:lnTo>
                  <a:pt x="17080" y="21"/>
                </a:lnTo>
                <a:lnTo>
                  <a:pt x="17052" y="21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1"/>
                </a:lnTo>
                <a:lnTo>
                  <a:pt x="17138" y="21"/>
                </a:lnTo>
                <a:lnTo>
                  <a:pt x="17109" y="21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1"/>
                </a:lnTo>
                <a:lnTo>
                  <a:pt x="17195" y="21"/>
                </a:lnTo>
                <a:lnTo>
                  <a:pt x="17166" y="21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1"/>
                </a:lnTo>
                <a:lnTo>
                  <a:pt x="17252" y="21"/>
                </a:lnTo>
                <a:lnTo>
                  <a:pt x="17223" y="21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1"/>
                </a:lnTo>
                <a:lnTo>
                  <a:pt x="17309" y="21"/>
                </a:lnTo>
                <a:lnTo>
                  <a:pt x="17281" y="21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1"/>
                </a:lnTo>
                <a:lnTo>
                  <a:pt x="17366" y="21"/>
                </a:lnTo>
                <a:lnTo>
                  <a:pt x="17338" y="21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1"/>
                </a:lnTo>
                <a:lnTo>
                  <a:pt x="17424" y="21"/>
                </a:lnTo>
                <a:lnTo>
                  <a:pt x="17395" y="21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1"/>
                </a:lnTo>
                <a:lnTo>
                  <a:pt x="17481" y="21"/>
                </a:lnTo>
                <a:lnTo>
                  <a:pt x="17452" y="21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1"/>
                </a:lnTo>
                <a:lnTo>
                  <a:pt x="17538" y="21"/>
                </a:lnTo>
                <a:lnTo>
                  <a:pt x="17509" y="21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1"/>
                </a:lnTo>
                <a:lnTo>
                  <a:pt x="17595" y="21"/>
                </a:lnTo>
                <a:lnTo>
                  <a:pt x="17567" y="21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1"/>
                </a:lnTo>
                <a:lnTo>
                  <a:pt x="17653" y="21"/>
                </a:lnTo>
                <a:lnTo>
                  <a:pt x="17624" y="21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1"/>
                </a:lnTo>
                <a:lnTo>
                  <a:pt x="17710" y="21"/>
                </a:lnTo>
                <a:lnTo>
                  <a:pt x="17681" y="21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1"/>
                </a:lnTo>
                <a:lnTo>
                  <a:pt x="17767" y="21"/>
                </a:lnTo>
                <a:lnTo>
                  <a:pt x="17738" y="21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1"/>
                </a:lnTo>
                <a:lnTo>
                  <a:pt x="17824" y="21"/>
                </a:lnTo>
                <a:lnTo>
                  <a:pt x="17796" y="21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1"/>
                </a:lnTo>
                <a:lnTo>
                  <a:pt x="17881" y="21"/>
                </a:lnTo>
                <a:lnTo>
                  <a:pt x="17853" y="21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1"/>
                </a:lnTo>
                <a:lnTo>
                  <a:pt x="17939" y="21"/>
                </a:lnTo>
                <a:lnTo>
                  <a:pt x="17910" y="21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1"/>
                </a:lnTo>
                <a:lnTo>
                  <a:pt x="17996" y="21"/>
                </a:lnTo>
                <a:lnTo>
                  <a:pt x="17967" y="21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1"/>
                </a:lnTo>
                <a:lnTo>
                  <a:pt x="18053" y="21"/>
                </a:lnTo>
                <a:lnTo>
                  <a:pt x="18024" y="21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1"/>
                </a:lnTo>
                <a:lnTo>
                  <a:pt x="18110" y="21"/>
                </a:lnTo>
                <a:lnTo>
                  <a:pt x="18082" y="21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1"/>
                </a:lnTo>
                <a:lnTo>
                  <a:pt x="18167" y="21"/>
                </a:lnTo>
                <a:lnTo>
                  <a:pt x="18139" y="21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1"/>
                </a:lnTo>
                <a:lnTo>
                  <a:pt x="18225" y="21"/>
                </a:lnTo>
                <a:lnTo>
                  <a:pt x="18196" y="21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1"/>
                </a:lnTo>
                <a:lnTo>
                  <a:pt x="18282" y="21"/>
                </a:lnTo>
                <a:lnTo>
                  <a:pt x="18253" y="21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1"/>
                </a:lnTo>
                <a:lnTo>
                  <a:pt x="18339" y="21"/>
                </a:lnTo>
                <a:lnTo>
                  <a:pt x="18311" y="21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1"/>
                </a:lnTo>
                <a:lnTo>
                  <a:pt x="18396" y="21"/>
                </a:lnTo>
                <a:lnTo>
                  <a:pt x="18368" y="21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1"/>
                </a:lnTo>
                <a:lnTo>
                  <a:pt x="18454" y="21"/>
                </a:lnTo>
                <a:lnTo>
                  <a:pt x="18425" y="21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1"/>
                </a:lnTo>
                <a:lnTo>
                  <a:pt x="18511" y="21"/>
                </a:lnTo>
                <a:lnTo>
                  <a:pt x="18482" y="21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1"/>
                </a:lnTo>
                <a:lnTo>
                  <a:pt x="18568" y="21"/>
                </a:lnTo>
                <a:lnTo>
                  <a:pt x="18539" y="21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1"/>
                </a:lnTo>
                <a:lnTo>
                  <a:pt x="18625" y="21"/>
                </a:lnTo>
                <a:lnTo>
                  <a:pt x="18597" y="21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1"/>
                </a:lnTo>
                <a:lnTo>
                  <a:pt x="18682" y="21"/>
                </a:lnTo>
                <a:lnTo>
                  <a:pt x="18654" y="21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1"/>
                </a:lnTo>
                <a:lnTo>
                  <a:pt x="18740" y="21"/>
                </a:lnTo>
                <a:lnTo>
                  <a:pt x="18711" y="21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1"/>
                </a:lnTo>
                <a:lnTo>
                  <a:pt x="18797" y="21"/>
                </a:lnTo>
                <a:lnTo>
                  <a:pt x="18768" y="21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1"/>
                </a:lnTo>
                <a:lnTo>
                  <a:pt x="18854" y="21"/>
                </a:lnTo>
                <a:lnTo>
                  <a:pt x="18825" y="21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1"/>
                </a:lnTo>
                <a:lnTo>
                  <a:pt x="18911" y="21"/>
                </a:lnTo>
                <a:lnTo>
                  <a:pt x="18883" y="21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1"/>
                </a:lnTo>
                <a:lnTo>
                  <a:pt x="18969" y="21"/>
                </a:lnTo>
                <a:lnTo>
                  <a:pt x="18940" y="21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1"/>
                </a:lnTo>
                <a:lnTo>
                  <a:pt x="19026" y="21"/>
                </a:lnTo>
                <a:lnTo>
                  <a:pt x="18997" y="21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1"/>
                </a:lnTo>
                <a:lnTo>
                  <a:pt x="19083" y="21"/>
                </a:lnTo>
                <a:lnTo>
                  <a:pt x="19054" y="21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1"/>
                </a:lnTo>
                <a:lnTo>
                  <a:pt x="19140" y="21"/>
                </a:lnTo>
                <a:lnTo>
                  <a:pt x="19112" y="21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1"/>
                </a:lnTo>
                <a:lnTo>
                  <a:pt x="19197" y="21"/>
                </a:lnTo>
                <a:lnTo>
                  <a:pt x="19169" y="21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1"/>
                </a:lnTo>
                <a:lnTo>
                  <a:pt x="19255" y="21"/>
                </a:lnTo>
                <a:lnTo>
                  <a:pt x="19226" y="21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1"/>
                </a:lnTo>
                <a:lnTo>
                  <a:pt x="19312" y="21"/>
                </a:lnTo>
                <a:lnTo>
                  <a:pt x="19283" y="21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1"/>
                </a:lnTo>
                <a:lnTo>
                  <a:pt x="19369" y="21"/>
                </a:lnTo>
                <a:lnTo>
                  <a:pt x="19340" y="21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1"/>
                </a:lnTo>
                <a:lnTo>
                  <a:pt x="19426" y="21"/>
                </a:lnTo>
                <a:lnTo>
                  <a:pt x="19398" y="21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1"/>
                </a:lnTo>
                <a:lnTo>
                  <a:pt x="19483" y="21"/>
                </a:lnTo>
                <a:lnTo>
                  <a:pt x="19455" y="21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1"/>
                </a:lnTo>
                <a:lnTo>
                  <a:pt x="19541" y="21"/>
                </a:lnTo>
                <a:lnTo>
                  <a:pt x="19512" y="21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1"/>
                </a:lnTo>
                <a:lnTo>
                  <a:pt x="19598" y="21"/>
                </a:lnTo>
                <a:lnTo>
                  <a:pt x="19569" y="21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1"/>
                </a:lnTo>
                <a:lnTo>
                  <a:pt x="19627" y="21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 txBox="1"/>
          <p:nvPr/>
        </p:nvSpPr>
        <p:spPr>
          <a:xfrm>
            <a:off x="1595520" y="600516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50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1578240" y="593928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15746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15814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1588320" y="602496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15955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16023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16092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16160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16228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16297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16365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16434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16502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16570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16639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16707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16776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1684440" y="602496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16916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16984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17053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17121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17190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17258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17326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17395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17463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17532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17600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17668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1773720" y="602496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17809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17877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17946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18014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18082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18151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18219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18288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18356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18424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18493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18561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18630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1869840" y="602496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18770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18838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18907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18975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19044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19112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19180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19249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19317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19386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19454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19522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19591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1965960" y="602496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19731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19800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19868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19936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20005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20073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20142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20210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20278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20347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20415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20484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20552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2062080" y="6024960"/>
            <a:ext cx="7920" cy="131040"/>
          </a:xfrm>
          <a:custGeom>
            <a:avLst/>
            <a:gdLst/>
            <a:ahLst/>
            <a:rect l="0" t="0" r="r" b="b"/>
            <a:pathLst>
              <a:path w="22" h="364">
                <a:moveTo>
                  <a:pt x="0" y="0"/>
                </a:moveTo>
                <a:lnTo>
                  <a:pt x="22" y="0"/>
                </a:lnTo>
                <a:lnTo>
                  <a:pt x="22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20692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20761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20829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20898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20966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21034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21103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21171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21240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21308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213768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214452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215136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2158200" y="602496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216540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2172240" y="602496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476280" y="6155640"/>
            <a:ext cx="8191440" cy="0"/>
          </a:xfrm>
          <a:prstGeom prst="line">
            <a:avLst/>
          </a:prstGeom>
          <a:ln cap="sq" w="6840">
            <a:solidFill>
              <a:srgbClr val="444444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 txBox="1"/>
          <p:nvPr/>
        </p:nvSpPr>
        <p:spPr>
          <a:xfrm>
            <a:off x="1595520" y="595692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75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613440" y="623808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192" y="97"/>
                </a:moveTo>
                <a:cubicBezTo>
                  <a:pt x="192" y="109"/>
                  <a:pt x="189" y="122"/>
                  <a:pt x="185" y="133"/>
                </a:cubicBezTo>
                <a:cubicBezTo>
                  <a:pt x="180" y="145"/>
                  <a:pt x="173" y="155"/>
                  <a:pt x="164" y="164"/>
                </a:cubicBezTo>
                <a:cubicBezTo>
                  <a:pt x="155" y="173"/>
                  <a:pt x="145" y="180"/>
                  <a:pt x="133" y="185"/>
                </a:cubicBezTo>
                <a:cubicBezTo>
                  <a:pt x="121" y="190"/>
                  <a:pt x="109" y="192"/>
                  <a:pt x="96" y="192"/>
                </a:cubicBezTo>
                <a:cubicBezTo>
                  <a:pt x="83" y="192"/>
                  <a:pt x="71" y="190"/>
                  <a:pt x="59" y="185"/>
                </a:cubicBezTo>
                <a:cubicBezTo>
                  <a:pt x="47" y="180"/>
                  <a:pt x="37" y="173"/>
                  <a:pt x="28" y="164"/>
                </a:cubicBezTo>
                <a:cubicBezTo>
                  <a:pt x="19" y="155"/>
                  <a:pt x="12" y="145"/>
                  <a:pt x="7" y="133"/>
                </a:cubicBezTo>
                <a:cubicBezTo>
                  <a:pt x="3" y="122"/>
                  <a:pt x="0" y="109"/>
                  <a:pt x="0" y="97"/>
                </a:cubicBezTo>
                <a:cubicBezTo>
                  <a:pt x="0" y="84"/>
                  <a:pt x="3" y="72"/>
                  <a:pt x="7" y="60"/>
                </a:cubicBezTo>
                <a:cubicBezTo>
                  <a:pt x="12" y="47"/>
                  <a:pt x="19" y="37"/>
                  <a:pt x="28" y="28"/>
                </a:cubicBezTo>
                <a:cubicBezTo>
                  <a:pt x="37" y="19"/>
                  <a:pt x="47" y="12"/>
                  <a:pt x="59" y="8"/>
                </a:cubicBezTo>
                <a:cubicBezTo>
                  <a:pt x="71" y="3"/>
                  <a:pt x="83" y="0"/>
                  <a:pt x="96" y="0"/>
                </a:cubicBezTo>
                <a:cubicBezTo>
                  <a:pt x="109" y="0"/>
                  <a:pt x="121" y="3"/>
                  <a:pt x="133" y="8"/>
                </a:cubicBezTo>
                <a:cubicBezTo>
                  <a:pt x="145" y="12"/>
                  <a:pt x="155" y="19"/>
                  <a:pt x="164" y="28"/>
                </a:cubicBezTo>
                <a:cubicBezTo>
                  <a:pt x="173" y="37"/>
                  <a:pt x="180" y="47"/>
                  <a:pt x="185" y="60"/>
                </a:cubicBezTo>
                <a:cubicBezTo>
                  <a:pt x="189" y="72"/>
                  <a:pt x="192" y="84"/>
                  <a:pt x="192" y="97"/>
                </a:cubicBezTo>
                <a:close/>
              </a:path>
            </a:pathLst>
          </a:custGeom>
          <a:solidFill>
            <a:srgbClr val="33BB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 txBox="1"/>
          <p:nvPr/>
        </p:nvSpPr>
        <p:spPr>
          <a:xfrm>
            <a:off x="489960" y="6252480"/>
            <a:ext cx="55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▼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 txBox="1"/>
          <p:nvPr/>
        </p:nvSpPr>
        <p:spPr>
          <a:xfrm>
            <a:off x="709560" y="6252480"/>
            <a:ext cx="1623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Core_1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 txBox="1"/>
          <p:nvPr/>
        </p:nvSpPr>
        <p:spPr>
          <a:xfrm>
            <a:off x="1425240" y="6252480"/>
            <a:ext cx="738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4CAF50"/>
                </a:solidFill>
                <a:effectLst/>
                <a:uFillTx/>
                <a:latin typeface="Times New Roman"/>
                <a:ea typeface="Times New Roman"/>
              </a:rPr>
              <a:t>0%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1578240" y="631728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 txBox="1"/>
          <p:nvPr/>
        </p:nvSpPr>
        <p:spPr>
          <a:xfrm>
            <a:off x="1595520" y="6334920"/>
            <a:ext cx="338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1578240" y="626220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 txBox="1"/>
          <p:nvPr/>
        </p:nvSpPr>
        <p:spPr>
          <a:xfrm>
            <a:off x="1595520" y="628020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1578240" y="6213960"/>
            <a:ext cx="7079400" cy="7920"/>
          </a:xfrm>
          <a:custGeom>
            <a:avLst/>
            <a:gdLst/>
            <a:ahLst/>
            <a:rect l="0" t="0" r="r" b="b"/>
            <a:pathLst>
              <a:path w="19665" h="22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2"/>
                </a:lnTo>
                <a:lnTo>
                  <a:pt x="28" y="22"/>
                </a:lnTo>
                <a:lnTo>
                  <a:pt x="0" y="22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2"/>
                </a:lnTo>
                <a:lnTo>
                  <a:pt x="86" y="22"/>
                </a:lnTo>
                <a:lnTo>
                  <a:pt x="57" y="22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2"/>
                </a:lnTo>
                <a:lnTo>
                  <a:pt x="143" y="22"/>
                </a:lnTo>
                <a:lnTo>
                  <a:pt x="114" y="22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2"/>
                </a:lnTo>
                <a:lnTo>
                  <a:pt x="200" y="22"/>
                </a:lnTo>
                <a:lnTo>
                  <a:pt x="172" y="22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2"/>
                </a:lnTo>
                <a:lnTo>
                  <a:pt x="257" y="22"/>
                </a:lnTo>
                <a:lnTo>
                  <a:pt x="229" y="22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2"/>
                </a:lnTo>
                <a:lnTo>
                  <a:pt x="315" y="22"/>
                </a:lnTo>
                <a:lnTo>
                  <a:pt x="286" y="22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2"/>
                </a:lnTo>
                <a:lnTo>
                  <a:pt x="372" y="22"/>
                </a:lnTo>
                <a:lnTo>
                  <a:pt x="343" y="22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2"/>
                </a:lnTo>
                <a:lnTo>
                  <a:pt x="429" y="22"/>
                </a:lnTo>
                <a:lnTo>
                  <a:pt x="400" y="22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2"/>
                </a:lnTo>
                <a:lnTo>
                  <a:pt x="486" y="22"/>
                </a:lnTo>
                <a:lnTo>
                  <a:pt x="458" y="22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2"/>
                </a:lnTo>
                <a:lnTo>
                  <a:pt x="543" y="22"/>
                </a:lnTo>
                <a:lnTo>
                  <a:pt x="515" y="22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2"/>
                </a:lnTo>
                <a:lnTo>
                  <a:pt x="601" y="22"/>
                </a:lnTo>
                <a:lnTo>
                  <a:pt x="572" y="22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2"/>
                </a:lnTo>
                <a:lnTo>
                  <a:pt x="658" y="22"/>
                </a:lnTo>
                <a:lnTo>
                  <a:pt x="629" y="22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2"/>
                </a:lnTo>
                <a:lnTo>
                  <a:pt x="715" y="22"/>
                </a:lnTo>
                <a:lnTo>
                  <a:pt x="686" y="22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2"/>
                </a:lnTo>
                <a:lnTo>
                  <a:pt x="772" y="22"/>
                </a:lnTo>
                <a:lnTo>
                  <a:pt x="744" y="22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2"/>
                </a:lnTo>
                <a:lnTo>
                  <a:pt x="830" y="22"/>
                </a:lnTo>
                <a:lnTo>
                  <a:pt x="801" y="22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2"/>
                </a:lnTo>
                <a:lnTo>
                  <a:pt x="887" y="22"/>
                </a:lnTo>
                <a:lnTo>
                  <a:pt x="858" y="22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2"/>
                </a:lnTo>
                <a:lnTo>
                  <a:pt x="944" y="22"/>
                </a:lnTo>
                <a:lnTo>
                  <a:pt x="915" y="22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2"/>
                </a:lnTo>
                <a:lnTo>
                  <a:pt x="1001" y="22"/>
                </a:lnTo>
                <a:lnTo>
                  <a:pt x="973" y="22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2"/>
                </a:lnTo>
                <a:lnTo>
                  <a:pt x="1058" y="22"/>
                </a:lnTo>
                <a:lnTo>
                  <a:pt x="1030" y="22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2"/>
                </a:lnTo>
                <a:lnTo>
                  <a:pt x="1116" y="22"/>
                </a:lnTo>
                <a:lnTo>
                  <a:pt x="1087" y="22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2"/>
                </a:lnTo>
                <a:lnTo>
                  <a:pt x="1173" y="22"/>
                </a:lnTo>
                <a:lnTo>
                  <a:pt x="1144" y="22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2"/>
                </a:lnTo>
                <a:lnTo>
                  <a:pt x="1230" y="22"/>
                </a:lnTo>
                <a:lnTo>
                  <a:pt x="1201" y="22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2"/>
                </a:lnTo>
                <a:lnTo>
                  <a:pt x="1287" y="22"/>
                </a:lnTo>
                <a:lnTo>
                  <a:pt x="1259" y="22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2"/>
                </a:lnTo>
                <a:lnTo>
                  <a:pt x="1344" y="22"/>
                </a:lnTo>
                <a:lnTo>
                  <a:pt x="1316" y="22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2"/>
                </a:lnTo>
                <a:lnTo>
                  <a:pt x="1402" y="22"/>
                </a:lnTo>
                <a:lnTo>
                  <a:pt x="1373" y="22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2"/>
                </a:lnTo>
                <a:lnTo>
                  <a:pt x="1459" y="22"/>
                </a:lnTo>
                <a:lnTo>
                  <a:pt x="1430" y="22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2"/>
                </a:lnTo>
                <a:lnTo>
                  <a:pt x="1516" y="22"/>
                </a:lnTo>
                <a:lnTo>
                  <a:pt x="1488" y="22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2"/>
                </a:lnTo>
                <a:lnTo>
                  <a:pt x="1573" y="22"/>
                </a:lnTo>
                <a:lnTo>
                  <a:pt x="1545" y="22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2"/>
                </a:lnTo>
                <a:lnTo>
                  <a:pt x="1631" y="22"/>
                </a:lnTo>
                <a:lnTo>
                  <a:pt x="1602" y="22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2"/>
                </a:lnTo>
                <a:lnTo>
                  <a:pt x="1688" y="22"/>
                </a:lnTo>
                <a:lnTo>
                  <a:pt x="1659" y="22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2"/>
                </a:lnTo>
                <a:lnTo>
                  <a:pt x="1745" y="22"/>
                </a:lnTo>
                <a:lnTo>
                  <a:pt x="1716" y="22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2"/>
                </a:lnTo>
                <a:lnTo>
                  <a:pt x="1802" y="22"/>
                </a:lnTo>
                <a:lnTo>
                  <a:pt x="1774" y="22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2"/>
                </a:lnTo>
                <a:lnTo>
                  <a:pt x="1859" y="22"/>
                </a:lnTo>
                <a:lnTo>
                  <a:pt x="1831" y="22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2"/>
                </a:lnTo>
                <a:lnTo>
                  <a:pt x="1917" y="22"/>
                </a:lnTo>
                <a:lnTo>
                  <a:pt x="1888" y="22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2"/>
                </a:lnTo>
                <a:lnTo>
                  <a:pt x="1974" y="22"/>
                </a:lnTo>
                <a:lnTo>
                  <a:pt x="1945" y="22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2"/>
                </a:lnTo>
                <a:lnTo>
                  <a:pt x="2031" y="22"/>
                </a:lnTo>
                <a:lnTo>
                  <a:pt x="2002" y="22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2"/>
                </a:lnTo>
                <a:lnTo>
                  <a:pt x="2088" y="22"/>
                </a:lnTo>
                <a:lnTo>
                  <a:pt x="2060" y="22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2"/>
                </a:lnTo>
                <a:lnTo>
                  <a:pt x="2146" y="22"/>
                </a:lnTo>
                <a:lnTo>
                  <a:pt x="2117" y="22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2"/>
                </a:lnTo>
                <a:lnTo>
                  <a:pt x="2203" y="22"/>
                </a:lnTo>
                <a:lnTo>
                  <a:pt x="2174" y="22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2"/>
                </a:lnTo>
                <a:lnTo>
                  <a:pt x="2260" y="22"/>
                </a:lnTo>
                <a:lnTo>
                  <a:pt x="2231" y="22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2"/>
                </a:lnTo>
                <a:lnTo>
                  <a:pt x="2317" y="22"/>
                </a:lnTo>
                <a:lnTo>
                  <a:pt x="2289" y="22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2"/>
                </a:lnTo>
                <a:lnTo>
                  <a:pt x="2374" y="22"/>
                </a:lnTo>
                <a:lnTo>
                  <a:pt x="2346" y="22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2"/>
                </a:lnTo>
                <a:lnTo>
                  <a:pt x="2432" y="22"/>
                </a:lnTo>
                <a:lnTo>
                  <a:pt x="2403" y="22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2"/>
                </a:lnTo>
                <a:lnTo>
                  <a:pt x="2489" y="22"/>
                </a:lnTo>
                <a:lnTo>
                  <a:pt x="2460" y="22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2"/>
                </a:lnTo>
                <a:lnTo>
                  <a:pt x="2546" y="22"/>
                </a:lnTo>
                <a:lnTo>
                  <a:pt x="2517" y="22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2"/>
                </a:lnTo>
                <a:lnTo>
                  <a:pt x="2603" y="22"/>
                </a:lnTo>
                <a:lnTo>
                  <a:pt x="2575" y="22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2"/>
                </a:lnTo>
                <a:lnTo>
                  <a:pt x="2660" y="22"/>
                </a:lnTo>
                <a:lnTo>
                  <a:pt x="2632" y="22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2"/>
                </a:lnTo>
                <a:lnTo>
                  <a:pt x="2718" y="22"/>
                </a:lnTo>
                <a:lnTo>
                  <a:pt x="2689" y="22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2"/>
                </a:lnTo>
                <a:lnTo>
                  <a:pt x="2775" y="22"/>
                </a:lnTo>
                <a:lnTo>
                  <a:pt x="2746" y="22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2"/>
                </a:lnTo>
                <a:lnTo>
                  <a:pt x="2832" y="22"/>
                </a:lnTo>
                <a:lnTo>
                  <a:pt x="2804" y="22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2"/>
                </a:lnTo>
                <a:lnTo>
                  <a:pt x="2889" y="22"/>
                </a:lnTo>
                <a:lnTo>
                  <a:pt x="2861" y="22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2"/>
                </a:lnTo>
                <a:lnTo>
                  <a:pt x="2947" y="22"/>
                </a:lnTo>
                <a:lnTo>
                  <a:pt x="2918" y="22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2"/>
                </a:lnTo>
                <a:lnTo>
                  <a:pt x="3004" y="22"/>
                </a:lnTo>
                <a:lnTo>
                  <a:pt x="2975" y="22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2"/>
                </a:lnTo>
                <a:lnTo>
                  <a:pt x="3061" y="22"/>
                </a:lnTo>
                <a:lnTo>
                  <a:pt x="3032" y="22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2"/>
                </a:lnTo>
                <a:lnTo>
                  <a:pt x="3118" y="22"/>
                </a:lnTo>
                <a:lnTo>
                  <a:pt x="3090" y="22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2"/>
                </a:lnTo>
                <a:lnTo>
                  <a:pt x="3175" y="22"/>
                </a:lnTo>
                <a:lnTo>
                  <a:pt x="3147" y="22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2"/>
                </a:lnTo>
                <a:lnTo>
                  <a:pt x="3233" y="22"/>
                </a:lnTo>
                <a:lnTo>
                  <a:pt x="3204" y="22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2"/>
                </a:lnTo>
                <a:lnTo>
                  <a:pt x="3290" y="22"/>
                </a:lnTo>
                <a:lnTo>
                  <a:pt x="3261" y="22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2"/>
                </a:lnTo>
                <a:lnTo>
                  <a:pt x="3347" y="22"/>
                </a:lnTo>
                <a:lnTo>
                  <a:pt x="3318" y="22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2"/>
                </a:lnTo>
                <a:lnTo>
                  <a:pt x="3404" y="22"/>
                </a:lnTo>
                <a:lnTo>
                  <a:pt x="3376" y="22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2"/>
                </a:lnTo>
                <a:lnTo>
                  <a:pt x="3462" y="22"/>
                </a:lnTo>
                <a:lnTo>
                  <a:pt x="3433" y="22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2"/>
                </a:lnTo>
                <a:lnTo>
                  <a:pt x="3519" y="22"/>
                </a:lnTo>
                <a:lnTo>
                  <a:pt x="3490" y="22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2"/>
                </a:lnTo>
                <a:lnTo>
                  <a:pt x="3576" y="22"/>
                </a:lnTo>
                <a:lnTo>
                  <a:pt x="3547" y="22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2"/>
                </a:lnTo>
                <a:lnTo>
                  <a:pt x="3633" y="22"/>
                </a:lnTo>
                <a:lnTo>
                  <a:pt x="3605" y="22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2"/>
                </a:lnTo>
                <a:lnTo>
                  <a:pt x="3690" y="22"/>
                </a:lnTo>
                <a:lnTo>
                  <a:pt x="3662" y="22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2"/>
                </a:lnTo>
                <a:lnTo>
                  <a:pt x="3748" y="22"/>
                </a:lnTo>
                <a:lnTo>
                  <a:pt x="3719" y="22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2"/>
                </a:lnTo>
                <a:lnTo>
                  <a:pt x="3805" y="22"/>
                </a:lnTo>
                <a:lnTo>
                  <a:pt x="3776" y="22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2"/>
                </a:lnTo>
                <a:lnTo>
                  <a:pt x="3862" y="22"/>
                </a:lnTo>
                <a:lnTo>
                  <a:pt x="3833" y="22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2"/>
                </a:lnTo>
                <a:lnTo>
                  <a:pt x="3919" y="22"/>
                </a:lnTo>
                <a:lnTo>
                  <a:pt x="3891" y="22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2"/>
                </a:lnTo>
                <a:lnTo>
                  <a:pt x="3976" y="22"/>
                </a:lnTo>
                <a:lnTo>
                  <a:pt x="3948" y="22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2"/>
                </a:lnTo>
                <a:lnTo>
                  <a:pt x="4034" y="22"/>
                </a:lnTo>
                <a:lnTo>
                  <a:pt x="4005" y="22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2"/>
                </a:lnTo>
                <a:lnTo>
                  <a:pt x="4091" y="22"/>
                </a:lnTo>
                <a:lnTo>
                  <a:pt x="4062" y="22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2"/>
                </a:lnTo>
                <a:lnTo>
                  <a:pt x="4148" y="22"/>
                </a:lnTo>
                <a:lnTo>
                  <a:pt x="4120" y="22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2"/>
                </a:lnTo>
                <a:lnTo>
                  <a:pt x="4205" y="22"/>
                </a:lnTo>
                <a:lnTo>
                  <a:pt x="4177" y="22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2"/>
                </a:lnTo>
                <a:lnTo>
                  <a:pt x="4263" y="22"/>
                </a:lnTo>
                <a:lnTo>
                  <a:pt x="4234" y="22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2"/>
                </a:lnTo>
                <a:lnTo>
                  <a:pt x="4320" y="22"/>
                </a:lnTo>
                <a:lnTo>
                  <a:pt x="4291" y="22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2"/>
                </a:lnTo>
                <a:lnTo>
                  <a:pt x="4377" y="22"/>
                </a:lnTo>
                <a:lnTo>
                  <a:pt x="4348" y="22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2"/>
                </a:lnTo>
                <a:lnTo>
                  <a:pt x="4434" y="22"/>
                </a:lnTo>
                <a:lnTo>
                  <a:pt x="4406" y="22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2"/>
                </a:lnTo>
                <a:lnTo>
                  <a:pt x="4491" y="22"/>
                </a:lnTo>
                <a:lnTo>
                  <a:pt x="4463" y="22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2"/>
                </a:lnTo>
                <a:lnTo>
                  <a:pt x="4549" y="22"/>
                </a:lnTo>
                <a:lnTo>
                  <a:pt x="4520" y="22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2"/>
                </a:lnTo>
                <a:lnTo>
                  <a:pt x="4606" y="22"/>
                </a:lnTo>
                <a:lnTo>
                  <a:pt x="4577" y="22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2"/>
                </a:lnTo>
                <a:lnTo>
                  <a:pt x="4663" y="22"/>
                </a:lnTo>
                <a:lnTo>
                  <a:pt x="4634" y="22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2"/>
                </a:lnTo>
                <a:lnTo>
                  <a:pt x="4720" y="22"/>
                </a:lnTo>
                <a:lnTo>
                  <a:pt x="4692" y="22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2"/>
                </a:lnTo>
                <a:lnTo>
                  <a:pt x="4778" y="22"/>
                </a:lnTo>
                <a:lnTo>
                  <a:pt x="4749" y="22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2"/>
                </a:lnTo>
                <a:lnTo>
                  <a:pt x="4835" y="22"/>
                </a:lnTo>
                <a:lnTo>
                  <a:pt x="4806" y="22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2"/>
                </a:lnTo>
                <a:lnTo>
                  <a:pt x="4892" y="22"/>
                </a:lnTo>
                <a:lnTo>
                  <a:pt x="4863" y="22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2"/>
                </a:lnTo>
                <a:lnTo>
                  <a:pt x="4949" y="22"/>
                </a:lnTo>
                <a:lnTo>
                  <a:pt x="4921" y="22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2"/>
                </a:lnTo>
                <a:lnTo>
                  <a:pt x="5006" y="22"/>
                </a:lnTo>
                <a:lnTo>
                  <a:pt x="4978" y="22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2"/>
                </a:lnTo>
                <a:lnTo>
                  <a:pt x="5064" y="22"/>
                </a:lnTo>
                <a:lnTo>
                  <a:pt x="5035" y="22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2"/>
                </a:lnTo>
                <a:lnTo>
                  <a:pt x="5121" y="22"/>
                </a:lnTo>
                <a:lnTo>
                  <a:pt x="5092" y="22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2"/>
                </a:lnTo>
                <a:lnTo>
                  <a:pt x="5178" y="22"/>
                </a:lnTo>
                <a:lnTo>
                  <a:pt x="5149" y="22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2"/>
                </a:lnTo>
                <a:lnTo>
                  <a:pt x="5235" y="22"/>
                </a:lnTo>
                <a:lnTo>
                  <a:pt x="5207" y="22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2"/>
                </a:lnTo>
                <a:lnTo>
                  <a:pt x="5292" y="22"/>
                </a:lnTo>
                <a:lnTo>
                  <a:pt x="5264" y="22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2"/>
                </a:lnTo>
                <a:lnTo>
                  <a:pt x="5350" y="22"/>
                </a:lnTo>
                <a:lnTo>
                  <a:pt x="5321" y="22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2"/>
                </a:lnTo>
                <a:lnTo>
                  <a:pt x="5407" y="22"/>
                </a:lnTo>
                <a:lnTo>
                  <a:pt x="5378" y="22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2"/>
                </a:lnTo>
                <a:lnTo>
                  <a:pt x="5465" y="22"/>
                </a:lnTo>
                <a:lnTo>
                  <a:pt x="5436" y="22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2"/>
                </a:lnTo>
                <a:lnTo>
                  <a:pt x="5522" y="22"/>
                </a:lnTo>
                <a:lnTo>
                  <a:pt x="5494" y="22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2"/>
                </a:lnTo>
                <a:lnTo>
                  <a:pt x="5580" y="22"/>
                </a:lnTo>
                <a:lnTo>
                  <a:pt x="5551" y="22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2"/>
                </a:lnTo>
                <a:lnTo>
                  <a:pt x="5637" y="22"/>
                </a:lnTo>
                <a:lnTo>
                  <a:pt x="5608" y="22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2"/>
                </a:lnTo>
                <a:lnTo>
                  <a:pt x="5694" y="22"/>
                </a:lnTo>
                <a:lnTo>
                  <a:pt x="5665" y="22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2"/>
                </a:lnTo>
                <a:lnTo>
                  <a:pt x="5751" y="22"/>
                </a:lnTo>
                <a:lnTo>
                  <a:pt x="5723" y="22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2"/>
                </a:lnTo>
                <a:lnTo>
                  <a:pt x="5808" y="22"/>
                </a:lnTo>
                <a:lnTo>
                  <a:pt x="5780" y="22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2"/>
                </a:lnTo>
                <a:lnTo>
                  <a:pt x="5866" y="22"/>
                </a:lnTo>
                <a:lnTo>
                  <a:pt x="5837" y="22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2"/>
                </a:lnTo>
                <a:lnTo>
                  <a:pt x="5923" y="22"/>
                </a:lnTo>
                <a:lnTo>
                  <a:pt x="5894" y="22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2"/>
                </a:lnTo>
                <a:lnTo>
                  <a:pt x="5980" y="22"/>
                </a:lnTo>
                <a:lnTo>
                  <a:pt x="5952" y="22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2"/>
                </a:lnTo>
                <a:lnTo>
                  <a:pt x="6037" y="22"/>
                </a:lnTo>
                <a:lnTo>
                  <a:pt x="6009" y="22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2"/>
                </a:lnTo>
                <a:lnTo>
                  <a:pt x="6095" y="22"/>
                </a:lnTo>
                <a:lnTo>
                  <a:pt x="6066" y="22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2"/>
                </a:lnTo>
                <a:lnTo>
                  <a:pt x="6152" y="22"/>
                </a:lnTo>
                <a:lnTo>
                  <a:pt x="6123" y="22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2"/>
                </a:lnTo>
                <a:lnTo>
                  <a:pt x="6209" y="22"/>
                </a:lnTo>
                <a:lnTo>
                  <a:pt x="6180" y="22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2"/>
                </a:lnTo>
                <a:lnTo>
                  <a:pt x="6266" y="22"/>
                </a:lnTo>
                <a:lnTo>
                  <a:pt x="6238" y="22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2"/>
                </a:lnTo>
                <a:lnTo>
                  <a:pt x="6323" y="22"/>
                </a:lnTo>
                <a:lnTo>
                  <a:pt x="6295" y="22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2"/>
                </a:lnTo>
                <a:lnTo>
                  <a:pt x="6381" y="22"/>
                </a:lnTo>
                <a:lnTo>
                  <a:pt x="6352" y="22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2"/>
                </a:lnTo>
                <a:lnTo>
                  <a:pt x="6438" y="22"/>
                </a:lnTo>
                <a:lnTo>
                  <a:pt x="6409" y="22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2"/>
                </a:lnTo>
                <a:lnTo>
                  <a:pt x="6495" y="22"/>
                </a:lnTo>
                <a:lnTo>
                  <a:pt x="6466" y="22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2"/>
                </a:lnTo>
                <a:lnTo>
                  <a:pt x="6552" y="22"/>
                </a:lnTo>
                <a:lnTo>
                  <a:pt x="6524" y="22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2"/>
                </a:lnTo>
                <a:lnTo>
                  <a:pt x="6610" y="22"/>
                </a:lnTo>
                <a:lnTo>
                  <a:pt x="6581" y="22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2"/>
                </a:lnTo>
                <a:lnTo>
                  <a:pt x="6667" y="22"/>
                </a:lnTo>
                <a:lnTo>
                  <a:pt x="6638" y="22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2"/>
                </a:lnTo>
                <a:lnTo>
                  <a:pt x="6724" y="22"/>
                </a:lnTo>
                <a:lnTo>
                  <a:pt x="6695" y="22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2"/>
                </a:lnTo>
                <a:lnTo>
                  <a:pt x="6781" y="22"/>
                </a:lnTo>
                <a:lnTo>
                  <a:pt x="6753" y="22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2"/>
                </a:lnTo>
                <a:lnTo>
                  <a:pt x="6838" y="22"/>
                </a:lnTo>
                <a:lnTo>
                  <a:pt x="6810" y="22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2"/>
                </a:lnTo>
                <a:lnTo>
                  <a:pt x="6896" y="22"/>
                </a:lnTo>
                <a:lnTo>
                  <a:pt x="6867" y="22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2"/>
                </a:lnTo>
                <a:lnTo>
                  <a:pt x="6953" y="22"/>
                </a:lnTo>
                <a:lnTo>
                  <a:pt x="6924" y="22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2"/>
                </a:lnTo>
                <a:lnTo>
                  <a:pt x="7010" y="22"/>
                </a:lnTo>
                <a:lnTo>
                  <a:pt x="6981" y="22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2"/>
                </a:lnTo>
                <a:lnTo>
                  <a:pt x="7067" y="22"/>
                </a:lnTo>
                <a:lnTo>
                  <a:pt x="7039" y="22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2"/>
                </a:lnTo>
                <a:lnTo>
                  <a:pt x="7124" y="22"/>
                </a:lnTo>
                <a:lnTo>
                  <a:pt x="7096" y="22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2"/>
                </a:lnTo>
                <a:lnTo>
                  <a:pt x="7182" y="22"/>
                </a:lnTo>
                <a:lnTo>
                  <a:pt x="7153" y="22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2"/>
                </a:lnTo>
                <a:lnTo>
                  <a:pt x="7239" y="22"/>
                </a:lnTo>
                <a:lnTo>
                  <a:pt x="7210" y="22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2"/>
                </a:lnTo>
                <a:lnTo>
                  <a:pt x="7296" y="22"/>
                </a:lnTo>
                <a:lnTo>
                  <a:pt x="7268" y="22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2"/>
                </a:lnTo>
                <a:lnTo>
                  <a:pt x="7353" y="22"/>
                </a:lnTo>
                <a:lnTo>
                  <a:pt x="7325" y="22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2"/>
                </a:lnTo>
                <a:lnTo>
                  <a:pt x="7411" y="22"/>
                </a:lnTo>
                <a:lnTo>
                  <a:pt x="7382" y="22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2"/>
                </a:lnTo>
                <a:lnTo>
                  <a:pt x="7468" y="22"/>
                </a:lnTo>
                <a:lnTo>
                  <a:pt x="7439" y="22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2"/>
                </a:lnTo>
                <a:lnTo>
                  <a:pt x="7525" y="22"/>
                </a:lnTo>
                <a:lnTo>
                  <a:pt x="7496" y="22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2"/>
                </a:lnTo>
                <a:lnTo>
                  <a:pt x="7582" y="22"/>
                </a:lnTo>
                <a:lnTo>
                  <a:pt x="7554" y="22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2"/>
                </a:lnTo>
                <a:lnTo>
                  <a:pt x="7639" y="22"/>
                </a:lnTo>
                <a:lnTo>
                  <a:pt x="7611" y="22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2"/>
                </a:lnTo>
                <a:lnTo>
                  <a:pt x="7697" y="22"/>
                </a:lnTo>
                <a:lnTo>
                  <a:pt x="7668" y="22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2"/>
                </a:lnTo>
                <a:lnTo>
                  <a:pt x="7754" y="22"/>
                </a:lnTo>
                <a:lnTo>
                  <a:pt x="7725" y="22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2"/>
                </a:lnTo>
                <a:lnTo>
                  <a:pt x="7811" y="22"/>
                </a:lnTo>
                <a:lnTo>
                  <a:pt x="7782" y="22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2"/>
                </a:lnTo>
                <a:lnTo>
                  <a:pt x="7868" y="22"/>
                </a:lnTo>
                <a:lnTo>
                  <a:pt x="7840" y="22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2"/>
                </a:lnTo>
                <a:lnTo>
                  <a:pt x="7926" y="22"/>
                </a:lnTo>
                <a:lnTo>
                  <a:pt x="7897" y="22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2"/>
                </a:lnTo>
                <a:lnTo>
                  <a:pt x="7983" y="22"/>
                </a:lnTo>
                <a:lnTo>
                  <a:pt x="7954" y="22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2"/>
                </a:lnTo>
                <a:lnTo>
                  <a:pt x="8040" y="22"/>
                </a:lnTo>
                <a:lnTo>
                  <a:pt x="8011" y="22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2"/>
                </a:lnTo>
                <a:lnTo>
                  <a:pt x="8097" y="22"/>
                </a:lnTo>
                <a:lnTo>
                  <a:pt x="8069" y="22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2"/>
                </a:lnTo>
                <a:lnTo>
                  <a:pt x="8154" y="22"/>
                </a:lnTo>
                <a:lnTo>
                  <a:pt x="8126" y="22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2"/>
                </a:lnTo>
                <a:lnTo>
                  <a:pt x="8212" y="22"/>
                </a:lnTo>
                <a:lnTo>
                  <a:pt x="8183" y="22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2"/>
                </a:lnTo>
                <a:lnTo>
                  <a:pt x="8269" y="22"/>
                </a:lnTo>
                <a:lnTo>
                  <a:pt x="8240" y="22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2"/>
                </a:lnTo>
                <a:lnTo>
                  <a:pt x="8326" y="22"/>
                </a:lnTo>
                <a:lnTo>
                  <a:pt x="8297" y="22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2"/>
                </a:lnTo>
                <a:lnTo>
                  <a:pt x="8383" y="22"/>
                </a:lnTo>
                <a:lnTo>
                  <a:pt x="8355" y="22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2"/>
                </a:lnTo>
                <a:lnTo>
                  <a:pt x="8440" y="22"/>
                </a:lnTo>
                <a:lnTo>
                  <a:pt x="8412" y="22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2"/>
                </a:lnTo>
                <a:lnTo>
                  <a:pt x="8498" y="22"/>
                </a:lnTo>
                <a:lnTo>
                  <a:pt x="8469" y="22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2"/>
                </a:lnTo>
                <a:lnTo>
                  <a:pt x="8555" y="22"/>
                </a:lnTo>
                <a:lnTo>
                  <a:pt x="8526" y="22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2"/>
                </a:lnTo>
                <a:lnTo>
                  <a:pt x="8612" y="22"/>
                </a:lnTo>
                <a:lnTo>
                  <a:pt x="8584" y="22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2"/>
                </a:lnTo>
                <a:lnTo>
                  <a:pt x="8669" y="22"/>
                </a:lnTo>
                <a:lnTo>
                  <a:pt x="8641" y="22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2"/>
                </a:lnTo>
                <a:lnTo>
                  <a:pt x="8727" y="22"/>
                </a:lnTo>
                <a:lnTo>
                  <a:pt x="8698" y="22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2"/>
                </a:lnTo>
                <a:lnTo>
                  <a:pt x="8784" y="22"/>
                </a:lnTo>
                <a:lnTo>
                  <a:pt x="8755" y="22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2"/>
                </a:lnTo>
                <a:lnTo>
                  <a:pt x="8841" y="22"/>
                </a:lnTo>
                <a:lnTo>
                  <a:pt x="8812" y="22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2"/>
                </a:lnTo>
                <a:lnTo>
                  <a:pt x="8898" y="22"/>
                </a:lnTo>
                <a:lnTo>
                  <a:pt x="8870" y="22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2"/>
                </a:lnTo>
                <a:lnTo>
                  <a:pt x="8955" y="22"/>
                </a:lnTo>
                <a:lnTo>
                  <a:pt x="8927" y="22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2"/>
                </a:lnTo>
                <a:lnTo>
                  <a:pt x="9013" y="22"/>
                </a:lnTo>
                <a:lnTo>
                  <a:pt x="8984" y="22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2"/>
                </a:lnTo>
                <a:lnTo>
                  <a:pt x="9070" y="22"/>
                </a:lnTo>
                <a:lnTo>
                  <a:pt x="9041" y="22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2"/>
                </a:lnTo>
                <a:lnTo>
                  <a:pt x="9127" y="22"/>
                </a:lnTo>
                <a:lnTo>
                  <a:pt x="9098" y="22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2"/>
                </a:lnTo>
                <a:lnTo>
                  <a:pt x="9184" y="22"/>
                </a:lnTo>
                <a:lnTo>
                  <a:pt x="9156" y="22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2"/>
                </a:lnTo>
                <a:lnTo>
                  <a:pt x="9242" y="22"/>
                </a:lnTo>
                <a:lnTo>
                  <a:pt x="9213" y="22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2"/>
                </a:lnTo>
                <a:lnTo>
                  <a:pt x="9299" y="22"/>
                </a:lnTo>
                <a:lnTo>
                  <a:pt x="9270" y="22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2"/>
                </a:lnTo>
                <a:lnTo>
                  <a:pt x="9356" y="22"/>
                </a:lnTo>
                <a:lnTo>
                  <a:pt x="9327" y="22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2"/>
                </a:lnTo>
                <a:lnTo>
                  <a:pt x="9413" y="22"/>
                </a:lnTo>
                <a:lnTo>
                  <a:pt x="9385" y="22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2"/>
                </a:lnTo>
                <a:lnTo>
                  <a:pt x="9470" y="22"/>
                </a:lnTo>
                <a:lnTo>
                  <a:pt x="9442" y="22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2"/>
                </a:lnTo>
                <a:lnTo>
                  <a:pt x="9528" y="22"/>
                </a:lnTo>
                <a:lnTo>
                  <a:pt x="9499" y="22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2"/>
                </a:lnTo>
                <a:lnTo>
                  <a:pt x="9585" y="22"/>
                </a:lnTo>
                <a:lnTo>
                  <a:pt x="9556" y="22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2"/>
                </a:lnTo>
                <a:lnTo>
                  <a:pt x="9642" y="22"/>
                </a:lnTo>
                <a:lnTo>
                  <a:pt x="9613" y="22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2"/>
                </a:lnTo>
                <a:lnTo>
                  <a:pt x="9699" y="22"/>
                </a:lnTo>
                <a:lnTo>
                  <a:pt x="9671" y="22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2"/>
                </a:lnTo>
                <a:lnTo>
                  <a:pt x="9756" y="22"/>
                </a:lnTo>
                <a:lnTo>
                  <a:pt x="9728" y="22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2"/>
                </a:lnTo>
                <a:lnTo>
                  <a:pt x="9814" y="22"/>
                </a:lnTo>
                <a:lnTo>
                  <a:pt x="9785" y="22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2"/>
                </a:lnTo>
                <a:lnTo>
                  <a:pt x="9871" y="22"/>
                </a:lnTo>
                <a:lnTo>
                  <a:pt x="9842" y="22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2"/>
                </a:lnTo>
                <a:lnTo>
                  <a:pt x="9928" y="22"/>
                </a:lnTo>
                <a:lnTo>
                  <a:pt x="9900" y="22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2"/>
                </a:lnTo>
                <a:lnTo>
                  <a:pt x="9985" y="22"/>
                </a:lnTo>
                <a:lnTo>
                  <a:pt x="9957" y="22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2"/>
                </a:lnTo>
                <a:lnTo>
                  <a:pt x="10043" y="22"/>
                </a:lnTo>
                <a:lnTo>
                  <a:pt x="10014" y="22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2"/>
                </a:lnTo>
                <a:lnTo>
                  <a:pt x="10100" y="22"/>
                </a:lnTo>
                <a:lnTo>
                  <a:pt x="10071" y="22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2"/>
                </a:lnTo>
                <a:lnTo>
                  <a:pt x="10157" y="22"/>
                </a:lnTo>
                <a:lnTo>
                  <a:pt x="10128" y="22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2"/>
                </a:lnTo>
                <a:lnTo>
                  <a:pt x="10214" y="22"/>
                </a:lnTo>
                <a:lnTo>
                  <a:pt x="10186" y="22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2"/>
                </a:lnTo>
                <a:lnTo>
                  <a:pt x="10271" y="22"/>
                </a:lnTo>
                <a:lnTo>
                  <a:pt x="10243" y="22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2"/>
                </a:lnTo>
                <a:lnTo>
                  <a:pt x="10329" y="22"/>
                </a:lnTo>
                <a:lnTo>
                  <a:pt x="10300" y="22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2"/>
                </a:lnTo>
                <a:lnTo>
                  <a:pt x="10386" y="22"/>
                </a:lnTo>
                <a:lnTo>
                  <a:pt x="10357" y="22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2"/>
                </a:lnTo>
                <a:lnTo>
                  <a:pt x="10443" y="22"/>
                </a:lnTo>
                <a:lnTo>
                  <a:pt x="10414" y="22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2"/>
                </a:lnTo>
                <a:lnTo>
                  <a:pt x="10500" y="22"/>
                </a:lnTo>
                <a:lnTo>
                  <a:pt x="10472" y="22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2"/>
                </a:lnTo>
                <a:lnTo>
                  <a:pt x="10558" y="22"/>
                </a:lnTo>
                <a:lnTo>
                  <a:pt x="10529" y="22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2"/>
                </a:lnTo>
                <a:lnTo>
                  <a:pt x="10615" y="22"/>
                </a:lnTo>
                <a:lnTo>
                  <a:pt x="10586" y="22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2"/>
                </a:lnTo>
                <a:lnTo>
                  <a:pt x="10672" y="22"/>
                </a:lnTo>
                <a:lnTo>
                  <a:pt x="10643" y="22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2"/>
                </a:lnTo>
                <a:lnTo>
                  <a:pt x="10729" y="22"/>
                </a:lnTo>
                <a:lnTo>
                  <a:pt x="10701" y="22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2"/>
                </a:lnTo>
                <a:lnTo>
                  <a:pt x="10786" y="22"/>
                </a:lnTo>
                <a:lnTo>
                  <a:pt x="10758" y="22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2"/>
                </a:lnTo>
                <a:lnTo>
                  <a:pt x="10844" y="22"/>
                </a:lnTo>
                <a:lnTo>
                  <a:pt x="10815" y="22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2"/>
                </a:lnTo>
                <a:lnTo>
                  <a:pt x="10901" y="22"/>
                </a:lnTo>
                <a:lnTo>
                  <a:pt x="10872" y="22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2"/>
                </a:lnTo>
                <a:lnTo>
                  <a:pt x="10958" y="22"/>
                </a:lnTo>
                <a:lnTo>
                  <a:pt x="10929" y="22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2"/>
                </a:lnTo>
                <a:lnTo>
                  <a:pt x="11015" y="22"/>
                </a:lnTo>
                <a:lnTo>
                  <a:pt x="10987" y="22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2"/>
                </a:lnTo>
                <a:lnTo>
                  <a:pt x="11072" y="22"/>
                </a:lnTo>
                <a:lnTo>
                  <a:pt x="11044" y="22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2"/>
                </a:lnTo>
                <a:lnTo>
                  <a:pt x="11130" y="22"/>
                </a:lnTo>
                <a:lnTo>
                  <a:pt x="11101" y="22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2"/>
                </a:lnTo>
                <a:lnTo>
                  <a:pt x="11187" y="22"/>
                </a:lnTo>
                <a:lnTo>
                  <a:pt x="11158" y="22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2"/>
                </a:lnTo>
                <a:lnTo>
                  <a:pt x="11244" y="22"/>
                </a:lnTo>
                <a:lnTo>
                  <a:pt x="11216" y="22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2"/>
                </a:lnTo>
                <a:lnTo>
                  <a:pt x="11301" y="22"/>
                </a:lnTo>
                <a:lnTo>
                  <a:pt x="11273" y="22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2"/>
                </a:lnTo>
                <a:lnTo>
                  <a:pt x="11359" y="22"/>
                </a:lnTo>
                <a:lnTo>
                  <a:pt x="11330" y="22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2"/>
                </a:lnTo>
                <a:lnTo>
                  <a:pt x="11416" y="22"/>
                </a:lnTo>
                <a:lnTo>
                  <a:pt x="11387" y="22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2"/>
                </a:lnTo>
                <a:lnTo>
                  <a:pt x="11473" y="22"/>
                </a:lnTo>
                <a:lnTo>
                  <a:pt x="11444" y="22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2"/>
                </a:lnTo>
                <a:lnTo>
                  <a:pt x="11530" y="22"/>
                </a:lnTo>
                <a:lnTo>
                  <a:pt x="11502" y="22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2"/>
                </a:lnTo>
                <a:lnTo>
                  <a:pt x="11587" y="22"/>
                </a:lnTo>
                <a:lnTo>
                  <a:pt x="11559" y="22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2"/>
                </a:lnTo>
                <a:lnTo>
                  <a:pt x="11645" y="22"/>
                </a:lnTo>
                <a:lnTo>
                  <a:pt x="11616" y="22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2"/>
                </a:lnTo>
                <a:lnTo>
                  <a:pt x="11702" y="22"/>
                </a:lnTo>
                <a:lnTo>
                  <a:pt x="11673" y="22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2"/>
                </a:lnTo>
                <a:lnTo>
                  <a:pt x="11759" y="22"/>
                </a:lnTo>
                <a:lnTo>
                  <a:pt x="11730" y="22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2"/>
                </a:lnTo>
                <a:lnTo>
                  <a:pt x="11816" y="22"/>
                </a:lnTo>
                <a:lnTo>
                  <a:pt x="11788" y="22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2"/>
                </a:lnTo>
                <a:lnTo>
                  <a:pt x="11874" y="22"/>
                </a:lnTo>
                <a:lnTo>
                  <a:pt x="11845" y="22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2"/>
                </a:lnTo>
                <a:lnTo>
                  <a:pt x="11931" y="22"/>
                </a:lnTo>
                <a:lnTo>
                  <a:pt x="11902" y="22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2"/>
                </a:lnTo>
                <a:lnTo>
                  <a:pt x="11988" y="22"/>
                </a:lnTo>
                <a:lnTo>
                  <a:pt x="11959" y="22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2"/>
                </a:lnTo>
                <a:lnTo>
                  <a:pt x="12045" y="22"/>
                </a:lnTo>
                <a:lnTo>
                  <a:pt x="12017" y="22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2"/>
                </a:lnTo>
                <a:lnTo>
                  <a:pt x="12102" y="22"/>
                </a:lnTo>
                <a:lnTo>
                  <a:pt x="12074" y="22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2"/>
                </a:lnTo>
                <a:lnTo>
                  <a:pt x="12160" y="22"/>
                </a:lnTo>
                <a:lnTo>
                  <a:pt x="12131" y="22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2"/>
                </a:lnTo>
                <a:lnTo>
                  <a:pt x="12217" y="22"/>
                </a:lnTo>
                <a:lnTo>
                  <a:pt x="12188" y="22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2"/>
                </a:lnTo>
                <a:lnTo>
                  <a:pt x="12274" y="22"/>
                </a:lnTo>
                <a:lnTo>
                  <a:pt x="12245" y="22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2"/>
                </a:lnTo>
                <a:lnTo>
                  <a:pt x="12331" y="22"/>
                </a:lnTo>
                <a:lnTo>
                  <a:pt x="12303" y="22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2"/>
                </a:lnTo>
                <a:lnTo>
                  <a:pt x="12388" y="22"/>
                </a:lnTo>
                <a:lnTo>
                  <a:pt x="12360" y="22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2"/>
                </a:lnTo>
                <a:lnTo>
                  <a:pt x="12446" y="22"/>
                </a:lnTo>
                <a:lnTo>
                  <a:pt x="12417" y="22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2"/>
                </a:lnTo>
                <a:lnTo>
                  <a:pt x="12503" y="22"/>
                </a:lnTo>
                <a:lnTo>
                  <a:pt x="12474" y="22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2"/>
                </a:lnTo>
                <a:lnTo>
                  <a:pt x="12560" y="22"/>
                </a:lnTo>
                <a:lnTo>
                  <a:pt x="12532" y="22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2"/>
                </a:lnTo>
                <a:lnTo>
                  <a:pt x="12617" y="22"/>
                </a:lnTo>
                <a:lnTo>
                  <a:pt x="12589" y="22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2"/>
                </a:lnTo>
                <a:lnTo>
                  <a:pt x="12675" y="22"/>
                </a:lnTo>
                <a:lnTo>
                  <a:pt x="12646" y="22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2"/>
                </a:lnTo>
                <a:lnTo>
                  <a:pt x="12732" y="22"/>
                </a:lnTo>
                <a:lnTo>
                  <a:pt x="12703" y="22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2"/>
                </a:lnTo>
                <a:lnTo>
                  <a:pt x="12789" y="22"/>
                </a:lnTo>
                <a:lnTo>
                  <a:pt x="12760" y="22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2"/>
                </a:lnTo>
                <a:lnTo>
                  <a:pt x="12846" y="22"/>
                </a:lnTo>
                <a:lnTo>
                  <a:pt x="12818" y="22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2"/>
                </a:lnTo>
                <a:lnTo>
                  <a:pt x="12903" y="22"/>
                </a:lnTo>
                <a:lnTo>
                  <a:pt x="12875" y="22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2"/>
                </a:lnTo>
                <a:lnTo>
                  <a:pt x="12961" y="22"/>
                </a:lnTo>
                <a:lnTo>
                  <a:pt x="12932" y="22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2"/>
                </a:lnTo>
                <a:lnTo>
                  <a:pt x="13018" y="22"/>
                </a:lnTo>
                <a:lnTo>
                  <a:pt x="12989" y="22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2"/>
                </a:lnTo>
                <a:lnTo>
                  <a:pt x="13075" y="22"/>
                </a:lnTo>
                <a:lnTo>
                  <a:pt x="13046" y="22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2"/>
                </a:lnTo>
                <a:lnTo>
                  <a:pt x="13132" y="22"/>
                </a:lnTo>
                <a:lnTo>
                  <a:pt x="13104" y="22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2"/>
                </a:lnTo>
                <a:lnTo>
                  <a:pt x="13190" y="22"/>
                </a:lnTo>
                <a:lnTo>
                  <a:pt x="13161" y="22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2"/>
                </a:lnTo>
                <a:lnTo>
                  <a:pt x="13247" y="22"/>
                </a:lnTo>
                <a:lnTo>
                  <a:pt x="13218" y="22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2"/>
                </a:lnTo>
                <a:lnTo>
                  <a:pt x="13304" y="22"/>
                </a:lnTo>
                <a:lnTo>
                  <a:pt x="13275" y="22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2"/>
                </a:lnTo>
                <a:lnTo>
                  <a:pt x="13361" y="22"/>
                </a:lnTo>
                <a:lnTo>
                  <a:pt x="13333" y="22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2"/>
                </a:lnTo>
                <a:lnTo>
                  <a:pt x="13418" y="22"/>
                </a:lnTo>
                <a:lnTo>
                  <a:pt x="13390" y="22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2"/>
                </a:lnTo>
                <a:lnTo>
                  <a:pt x="13476" y="22"/>
                </a:lnTo>
                <a:lnTo>
                  <a:pt x="13447" y="22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2"/>
                </a:lnTo>
                <a:lnTo>
                  <a:pt x="13533" y="22"/>
                </a:lnTo>
                <a:lnTo>
                  <a:pt x="13504" y="22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2"/>
                </a:lnTo>
                <a:lnTo>
                  <a:pt x="13590" y="22"/>
                </a:lnTo>
                <a:lnTo>
                  <a:pt x="13561" y="22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2"/>
                </a:lnTo>
                <a:lnTo>
                  <a:pt x="13647" y="22"/>
                </a:lnTo>
                <a:lnTo>
                  <a:pt x="13619" y="22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2"/>
                </a:lnTo>
                <a:lnTo>
                  <a:pt x="13704" y="22"/>
                </a:lnTo>
                <a:lnTo>
                  <a:pt x="13676" y="22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2"/>
                </a:lnTo>
                <a:lnTo>
                  <a:pt x="13762" y="22"/>
                </a:lnTo>
                <a:lnTo>
                  <a:pt x="13733" y="22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2"/>
                </a:lnTo>
                <a:lnTo>
                  <a:pt x="13819" y="22"/>
                </a:lnTo>
                <a:lnTo>
                  <a:pt x="13790" y="22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2"/>
                </a:lnTo>
                <a:lnTo>
                  <a:pt x="13876" y="22"/>
                </a:lnTo>
                <a:lnTo>
                  <a:pt x="13848" y="22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2"/>
                </a:lnTo>
                <a:lnTo>
                  <a:pt x="13933" y="22"/>
                </a:lnTo>
                <a:lnTo>
                  <a:pt x="13905" y="22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2"/>
                </a:lnTo>
                <a:lnTo>
                  <a:pt x="13991" y="22"/>
                </a:lnTo>
                <a:lnTo>
                  <a:pt x="13962" y="22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2"/>
                </a:lnTo>
                <a:lnTo>
                  <a:pt x="14048" y="22"/>
                </a:lnTo>
                <a:lnTo>
                  <a:pt x="14019" y="22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2"/>
                </a:lnTo>
                <a:lnTo>
                  <a:pt x="14105" y="22"/>
                </a:lnTo>
                <a:lnTo>
                  <a:pt x="14076" y="22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2"/>
                </a:lnTo>
                <a:lnTo>
                  <a:pt x="14162" y="22"/>
                </a:lnTo>
                <a:lnTo>
                  <a:pt x="14134" y="22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2"/>
                </a:lnTo>
                <a:lnTo>
                  <a:pt x="14219" y="22"/>
                </a:lnTo>
                <a:lnTo>
                  <a:pt x="14191" y="22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2"/>
                </a:lnTo>
                <a:lnTo>
                  <a:pt x="14277" y="22"/>
                </a:lnTo>
                <a:lnTo>
                  <a:pt x="14248" y="22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2"/>
                </a:lnTo>
                <a:lnTo>
                  <a:pt x="14334" y="22"/>
                </a:lnTo>
                <a:lnTo>
                  <a:pt x="14305" y="22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2"/>
                </a:lnTo>
                <a:lnTo>
                  <a:pt x="14391" y="22"/>
                </a:lnTo>
                <a:lnTo>
                  <a:pt x="14363" y="22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2"/>
                </a:lnTo>
                <a:lnTo>
                  <a:pt x="14448" y="22"/>
                </a:lnTo>
                <a:lnTo>
                  <a:pt x="14420" y="22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2"/>
                </a:lnTo>
                <a:lnTo>
                  <a:pt x="14506" y="22"/>
                </a:lnTo>
                <a:lnTo>
                  <a:pt x="14477" y="22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2"/>
                </a:lnTo>
                <a:lnTo>
                  <a:pt x="14563" y="22"/>
                </a:lnTo>
                <a:lnTo>
                  <a:pt x="14534" y="22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2"/>
                </a:lnTo>
                <a:lnTo>
                  <a:pt x="14620" y="22"/>
                </a:lnTo>
                <a:lnTo>
                  <a:pt x="14591" y="22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2"/>
                </a:lnTo>
                <a:lnTo>
                  <a:pt x="14677" y="22"/>
                </a:lnTo>
                <a:lnTo>
                  <a:pt x="14649" y="22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2"/>
                </a:lnTo>
                <a:lnTo>
                  <a:pt x="14734" y="22"/>
                </a:lnTo>
                <a:lnTo>
                  <a:pt x="14706" y="22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2"/>
                </a:lnTo>
                <a:lnTo>
                  <a:pt x="14792" y="22"/>
                </a:lnTo>
                <a:lnTo>
                  <a:pt x="14763" y="22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2"/>
                </a:lnTo>
                <a:lnTo>
                  <a:pt x="14849" y="22"/>
                </a:lnTo>
                <a:lnTo>
                  <a:pt x="14820" y="22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2"/>
                </a:lnTo>
                <a:lnTo>
                  <a:pt x="14906" y="22"/>
                </a:lnTo>
                <a:lnTo>
                  <a:pt x="14877" y="22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2"/>
                </a:lnTo>
                <a:lnTo>
                  <a:pt x="14963" y="22"/>
                </a:lnTo>
                <a:lnTo>
                  <a:pt x="14935" y="22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2"/>
                </a:lnTo>
                <a:lnTo>
                  <a:pt x="15021" y="22"/>
                </a:lnTo>
                <a:lnTo>
                  <a:pt x="14992" y="22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2"/>
                </a:lnTo>
                <a:lnTo>
                  <a:pt x="15078" y="22"/>
                </a:lnTo>
                <a:lnTo>
                  <a:pt x="15049" y="22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2"/>
                </a:lnTo>
                <a:lnTo>
                  <a:pt x="15135" y="22"/>
                </a:lnTo>
                <a:lnTo>
                  <a:pt x="15106" y="22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2"/>
                </a:lnTo>
                <a:lnTo>
                  <a:pt x="15192" y="22"/>
                </a:lnTo>
                <a:lnTo>
                  <a:pt x="15164" y="22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2"/>
                </a:lnTo>
                <a:lnTo>
                  <a:pt x="15249" y="22"/>
                </a:lnTo>
                <a:lnTo>
                  <a:pt x="15221" y="22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2"/>
                </a:lnTo>
                <a:lnTo>
                  <a:pt x="15307" y="22"/>
                </a:lnTo>
                <a:lnTo>
                  <a:pt x="15278" y="22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2"/>
                </a:lnTo>
                <a:lnTo>
                  <a:pt x="15364" y="22"/>
                </a:lnTo>
                <a:lnTo>
                  <a:pt x="15335" y="22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2"/>
                </a:lnTo>
                <a:lnTo>
                  <a:pt x="15421" y="22"/>
                </a:lnTo>
                <a:lnTo>
                  <a:pt x="15392" y="22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2"/>
                </a:lnTo>
                <a:lnTo>
                  <a:pt x="15478" y="22"/>
                </a:lnTo>
                <a:lnTo>
                  <a:pt x="15450" y="22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2"/>
                </a:lnTo>
                <a:lnTo>
                  <a:pt x="15535" y="22"/>
                </a:lnTo>
                <a:lnTo>
                  <a:pt x="15507" y="22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2"/>
                </a:lnTo>
                <a:lnTo>
                  <a:pt x="15593" y="22"/>
                </a:lnTo>
                <a:lnTo>
                  <a:pt x="15564" y="22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2"/>
                </a:lnTo>
                <a:lnTo>
                  <a:pt x="15650" y="22"/>
                </a:lnTo>
                <a:lnTo>
                  <a:pt x="15621" y="22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2"/>
                </a:lnTo>
                <a:lnTo>
                  <a:pt x="15707" y="22"/>
                </a:lnTo>
                <a:lnTo>
                  <a:pt x="15679" y="22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2"/>
                </a:lnTo>
                <a:lnTo>
                  <a:pt x="15764" y="22"/>
                </a:lnTo>
                <a:lnTo>
                  <a:pt x="15736" y="22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2"/>
                </a:lnTo>
                <a:lnTo>
                  <a:pt x="15822" y="22"/>
                </a:lnTo>
                <a:lnTo>
                  <a:pt x="15793" y="22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2"/>
                </a:lnTo>
                <a:lnTo>
                  <a:pt x="15879" y="22"/>
                </a:lnTo>
                <a:lnTo>
                  <a:pt x="15850" y="22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2"/>
                </a:lnTo>
                <a:lnTo>
                  <a:pt x="15936" y="22"/>
                </a:lnTo>
                <a:lnTo>
                  <a:pt x="15907" y="22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2"/>
                </a:lnTo>
                <a:lnTo>
                  <a:pt x="15993" y="22"/>
                </a:lnTo>
                <a:lnTo>
                  <a:pt x="15965" y="22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2"/>
                </a:lnTo>
                <a:lnTo>
                  <a:pt x="16050" y="22"/>
                </a:lnTo>
                <a:lnTo>
                  <a:pt x="16022" y="22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2"/>
                </a:lnTo>
                <a:lnTo>
                  <a:pt x="16108" y="22"/>
                </a:lnTo>
                <a:lnTo>
                  <a:pt x="16079" y="22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2"/>
                </a:lnTo>
                <a:lnTo>
                  <a:pt x="16165" y="22"/>
                </a:lnTo>
                <a:lnTo>
                  <a:pt x="16136" y="22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2"/>
                </a:lnTo>
                <a:lnTo>
                  <a:pt x="16222" y="22"/>
                </a:lnTo>
                <a:lnTo>
                  <a:pt x="16193" y="22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2"/>
                </a:lnTo>
                <a:lnTo>
                  <a:pt x="16279" y="22"/>
                </a:lnTo>
                <a:lnTo>
                  <a:pt x="16251" y="22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2"/>
                </a:lnTo>
                <a:lnTo>
                  <a:pt x="16337" y="22"/>
                </a:lnTo>
                <a:lnTo>
                  <a:pt x="16308" y="22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2"/>
                </a:lnTo>
                <a:lnTo>
                  <a:pt x="16394" y="22"/>
                </a:lnTo>
                <a:lnTo>
                  <a:pt x="16365" y="22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2"/>
                </a:lnTo>
                <a:lnTo>
                  <a:pt x="16451" y="22"/>
                </a:lnTo>
                <a:lnTo>
                  <a:pt x="16422" y="22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2"/>
                </a:lnTo>
                <a:lnTo>
                  <a:pt x="16508" y="22"/>
                </a:lnTo>
                <a:lnTo>
                  <a:pt x="16480" y="22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2"/>
                </a:lnTo>
                <a:lnTo>
                  <a:pt x="16565" y="22"/>
                </a:lnTo>
                <a:lnTo>
                  <a:pt x="16537" y="22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2"/>
                </a:lnTo>
                <a:lnTo>
                  <a:pt x="16623" y="22"/>
                </a:lnTo>
                <a:lnTo>
                  <a:pt x="16594" y="22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2"/>
                </a:lnTo>
                <a:lnTo>
                  <a:pt x="16680" y="22"/>
                </a:lnTo>
                <a:lnTo>
                  <a:pt x="16651" y="22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2"/>
                </a:lnTo>
                <a:lnTo>
                  <a:pt x="16737" y="22"/>
                </a:lnTo>
                <a:lnTo>
                  <a:pt x="16708" y="22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2"/>
                </a:lnTo>
                <a:lnTo>
                  <a:pt x="16794" y="22"/>
                </a:lnTo>
                <a:lnTo>
                  <a:pt x="16766" y="22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2"/>
                </a:lnTo>
                <a:lnTo>
                  <a:pt x="16851" y="22"/>
                </a:lnTo>
                <a:lnTo>
                  <a:pt x="16823" y="22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2"/>
                </a:lnTo>
                <a:lnTo>
                  <a:pt x="16909" y="22"/>
                </a:lnTo>
                <a:lnTo>
                  <a:pt x="16880" y="22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2"/>
                </a:lnTo>
                <a:lnTo>
                  <a:pt x="16966" y="22"/>
                </a:lnTo>
                <a:lnTo>
                  <a:pt x="16937" y="22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2"/>
                </a:lnTo>
                <a:lnTo>
                  <a:pt x="17023" y="22"/>
                </a:lnTo>
                <a:lnTo>
                  <a:pt x="16995" y="22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2"/>
                </a:lnTo>
                <a:lnTo>
                  <a:pt x="17080" y="22"/>
                </a:lnTo>
                <a:lnTo>
                  <a:pt x="17052" y="22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2"/>
                </a:lnTo>
                <a:lnTo>
                  <a:pt x="17138" y="22"/>
                </a:lnTo>
                <a:lnTo>
                  <a:pt x="17109" y="22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2"/>
                </a:lnTo>
                <a:lnTo>
                  <a:pt x="17195" y="22"/>
                </a:lnTo>
                <a:lnTo>
                  <a:pt x="17166" y="22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2"/>
                </a:lnTo>
                <a:lnTo>
                  <a:pt x="17252" y="22"/>
                </a:lnTo>
                <a:lnTo>
                  <a:pt x="17223" y="22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2"/>
                </a:lnTo>
                <a:lnTo>
                  <a:pt x="17309" y="22"/>
                </a:lnTo>
                <a:lnTo>
                  <a:pt x="17281" y="22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2"/>
                </a:lnTo>
                <a:lnTo>
                  <a:pt x="17366" y="22"/>
                </a:lnTo>
                <a:lnTo>
                  <a:pt x="17338" y="22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2"/>
                </a:lnTo>
                <a:lnTo>
                  <a:pt x="17424" y="22"/>
                </a:lnTo>
                <a:lnTo>
                  <a:pt x="17395" y="22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2"/>
                </a:lnTo>
                <a:lnTo>
                  <a:pt x="17481" y="22"/>
                </a:lnTo>
                <a:lnTo>
                  <a:pt x="17452" y="22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2"/>
                </a:lnTo>
                <a:lnTo>
                  <a:pt x="17538" y="22"/>
                </a:lnTo>
                <a:lnTo>
                  <a:pt x="17509" y="22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2"/>
                </a:lnTo>
                <a:lnTo>
                  <a:pt x="17595" y="22"/>
                </a:lnTo>
                <a:lnTo>
                  <a:pt x="17567" y="22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2"/>
                </a:lnTo>
                <a:lnTo>
                  <a:pt x="17653" y="22"/>
                </a:lnTo>
                <a:lnTo>
                  <a:pt x="17624" y="22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2"/>
                </a:lnTo>
                <a:lnTo>
                  <a:pt x="17710" y="22"/>
                </a:lnTo>
                <a:lnTo>
                  <a:pt x="17681" y="22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2"/>
                </a:lnTo>
                <a:lnTo>
                  <a:pt x="17767" y="22"/>
                </a:lnTo>
                <a:lnTo>
                  <a:pt x="17738" y="22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2"/>
                </a:lnTo>
                <a:lnTo>
                  <a:pt x="17824" y="22"/>
                </a:lnTo>
                <a:lnTo>
                  <a:pt x="17796" y="22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2"/>
                </a:lnTo>
                <a:lnTo>
                  <a:pt x="17881" y="22"/>
                </a:lnTo>
                <a:lnTo>
                  <a:pt x="17853" y="22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2"/>
                </a:lnTo>
                <a:lnTo>
                  <a:pt x="17939" y="22"/>
                </a:lnTo>
                <a:lnTo>
                  <a:pt x="17910" y="22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2"/>
                </a:lnTo>
                <a:lnTo>
                  <a:pt x="17996" y="22"/>
                </a:lnTo>
                <a:lnTo>
                  <a:pt x="17967" y="22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2"/>
                </a:lnTo>
                <a:lnTo>
                  <a:pt x="18053" y="22"/>
                </a:lnTo>
                <a:lnTo>
                  <a:pt x="18024" y="22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2"/>
                </a:lnTo>
                <a:lnTo>
                  <a:pt x="18110" y="22"/>
                </a:lnTo>
                <a:lnTo>
                  <a:pt x="18082" y="22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2"/>
                </a:lnTo>
                <a:lnTo>
                  <a:pt x="18167" y="22"/>
                </a:lnTo>
                <a:lnTo>
                  <a:pt x="18139" y="22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2"/>
                </a:lnTo>
                <a:lnTo>
                  <a:pt x="18225" y="22"/>
                </a:lnTo>
                <a:lnTo>
                  <a:pt x="18196" y="22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2"/>
                </a:lnTo>
                <a:lnTo>
                  <a:pt x="18282" y="22"/>
                </a:lnTo>
                <a:lnTo>
                  <a:pt x="18253" y="22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2"/>
                </a:lnTo>
                <a:lnTo>
                  <a:pt x="18339" y="22"/>
                </a:lnTo>
                <a:lnTo>
                  <a:pt x="18311" y="22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2"/>
                </a:lnTo>
                <a:lnTo>
                  <a:pt x="18396" y="22"/>
                </a:lnTo>
                <a:lnTo>
                  <a:pt x="18368" y="22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2"/>
                </a:lnTo>
                <a:lnTo>
                  <a:pt x="18454" y="22"/>
                </a:lnTo>
                <a:lnTo>
                  <a:pt x="18425" y="22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2"/>
                </a:lnTo>
                <a:lnTo>
                  <a:pt x="18511" y="22"/>
                </a:lnTo>
                <a:lnTo>
                  <a:pt x="18482" y="22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2"/>
                </a:lnTo>
                <a:lnTo>
                  <a:pt x="18568" y="22"/>
                </a:lnTo>
                <a:lnTo>
                  <a:pt x="18539" y="22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2"/>
                </a:lnTo>
                <a:lnTo>
                  <a:pt x="18625" y="22"/>
                </a:lnTo>
                <a:lnTo>
                  <a:pt x="18597" y="22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2"/>
                </a:lnTo>
                <a:lnTo>
                  <a:pt x="18682" y="22"/>
                </a:lnTo>
                <a:lnTo>
                  <a:pt x="18654" y="22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2"/>
                </a:lnTo>
                <a:lnTo>
                  <a:pt x="18740" y="22"/>
                </a:lnTo>
                <a:lnTo>
                  <a:pt x="18711" y="22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2"/>
                </a:lnTo>
                <a:lnTo>
                  <a:pt x="18797" y="22"/>
                </a:lnTo>
                <a:lnTo>
                  <a:pt x="18768" y="22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2"/>
                </a:lnTo>
                <a:lnTo>
                  <a:pt x="18854" y="22"/>
                </a:lnTo>
                <a:lnTo>
                  <a:pt x="18825" y="22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2"/>
                </a:lnTo>
                <a:lnTo>
                  <a:pt x="18911" y="22"/>
                </a:lnTo>
                <a:lnTo>
                  <a:pt x="18883" y="22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2"/>
                </a:lnTo>
                <a:lnTo>
                  <a:pt x="18969" y="22"/>
                </a:lnTo>
                <a:lnTo>
                  <a:pt x="18940" y="22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2"/>
                </a:lnTo>
                <a:lnTo>
                  <a:pt x="19026" y="22"/>
                </a:lnTo>
                <a:lnTo>
                  <a:pt x="18997" y="22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2"/>
                </a:lnTo>
                <a:lnTo>
                  <a:pt x="19083" y="22"/>
                </a:lnTo>
                <a:lnTo>
                  <a:pt x="19054" y="22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2"/>
                </a:lnTo>
                <a:lnTo>
                  <a:pt x="19140" y="22"/>
                </a:lnTo>
                <a:lnTo>
                  <a:pt x="19112" y="22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2"/>
                </a:lnTo>
                <a:lnTo>
                  <a:pt x="19197" y="22"/>
                </a:lnTo>
                <a:lnTo>
                  <a:pt x="19169" y="22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2"/>
                </a:lnTo>
                <a:lnTo>
                  <a:pt x="19255" y="22"/>
                </a:lnTo>
                <a:lnTo>
                  <a:pt x="19226" y="22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2"/>
                </a:lnTo>
                <a:lnTo>
                  <a:pt x="19312" y="22"/>
                </a:lnTo>
                <a:lnTo>
                  <a:pt x="19283" y="22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2"/>
                </a:lnTo>
                <a:lnTo>
                  <a:pt x="19369" y="22"/>
                </a:lnTo>
                <a:lnTo>
                  <a:pt x="19340" y="22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2"/>
                </a:lnTo>
                <a:lnTo>
                  <a:pt x="19426" y="22"/>
                </a:lnTo>
                <a:lnTo>
                  <a:pt x="19398" y="22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2"/>
                </a:lnTo>
                <a:lnTo>
                  <a:pt x="19483" y="22"/>
                </a:lnTo>
                <a:lnTo>
                  <a:pt x="19455" y="22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2"/>
                </a:lnTo>
                <a:lnTo>
                  <a:pt x="19541" y="22"/>
                </a:lnTo>
                <a:lnTo>
                  <a:pt x="19512" y="22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2"/>
                </a:lnTo>
                <a:lnTo>
                  <a:pt x="19598" y="22"/>
                </a:lnTo>
                <a:lnTo>
                  <a:pt x="19569" y="22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2"/>
                </a:lnTo>
                <a:lnTo>
                  <a:pt x="19627" y="22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 txBox="1"/>
          <p:nvPr/>
        </p:nvSpPr>
        <p:spPr>
          <a:xfrm>
            <a:off x="1595520" y="622512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50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1578240" y="615924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476280" y="6375600"/>
            <a:ext cx="8191440" cy="0"/>
          </a:xfrm>
          <a:prstGeom prst="line">
            <a:avLst/>
          </a:prstGeom>
          <a:ln cap="sq" w="6840">
            <a:solidFill>
              <a:srgbClr val="444444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 txBox="1"/>
          <p:nvPr/>
        </p:nvSpPr>
        <p:spPr>
          <a:xfrm>
            <a:off x="1595520" y="617688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75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613440" y="645804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192" y="97"/>
                </a:moveTo>
                <a:cubicBezTo>
                  <a:pt x="192" y="109"/>
                  <a:pt x="189" y="121"/>
                  <a:pt x="185" y="133"/>
                </a:cubicBezTo>
                <a:cubicBezTo>
                  <a:pt x="180" y="145"/>
                  <a:pt x="173" y="155"/>
                  <a:pt x="164" y="164"/>
                </a:cubicBezTo>
                <a:cubicBezTo>
                  <a:pt x="155" y="173"/>
                  <a:pt x="145" y="180"/>
                  <a:pt x="133" y="185"/>
                </a:cubicBezTo>
                <a:cubicBezTo>
                  <a:pt x="121" y="190"/>
                  <a:pt x="109" y="192"/>
                  <a:pt x="96" y="192"/>
                </a:cubicBezTo>
                <a:cubicBezTo>
                  <a:pt x="83" y="192"/>
                  <a:pt x="71" y="190"/>
                  <a:pt x="59" y="185"/>
                </a:cubicBezTo>
                <a:cubicBezTo>
                  <a:pt x="47" y="180"/>
                  <a:pt x="37" y="173"/>
                  <a:pt x="28" y="164"/>
                </a:cubicBezTo>
                <a:cubicBezTo>
                  <a:pt x="19" y="155"/>
                  <a:pt x="12" y="145"/>
                  <a:pt x="7" y="133"/>
                </a:cubicBezTo>
                <a:cubicBezTo>
                  <a:pt x="3" y="121"/>
                  <a:pt x="0" y="109"/>
                  <a:pt x="0" y="97"/>
                </a:cubicBezTo>
                <a:cubicBezTo>
                  <a:pt x="0" y="84"/>
                  <a:pt x="3" y="72"/>
                  <a:pt x="7" y="60"/>
                </a:cubicBezTo>
                <a:cubicBezTo>
                  <a:pt x="12" y="48"/>
                  <a:pt x="19" y="38"/>
                  <a:pt x="28" y="29"/>
                </a:cubicBezTo>
                <a:cubicBezTo>
                  <a:pt x="37" y="20"/>
                  <a:pt x="47" y="12"/>
                  <a:pt x="59" y="7"/>
                </a:cubicBezTo>
                <a:cubicBezTo>
                  <a:pt x="71" y="3"/>
                  <a:pt x="83" y="0"/>
                  <a:pt x="96" y="0"/>
                </a:cubicBezTo>
                <a:cubicBezTo>
                  <a:pt x="109" y="0"/>
                  <a:pt x="121" y="3"/>
                  <a:pt x="133" y="7"/>
                </a:cubicBezTo>
                <a:cubicBezTo>
                  <a:pt x="145" y="12"/>
                  <a:pt x="155" y="20"/>
                  <a:pt x="164" y="29"/>
                </a:cubicBezTo>
                <a:cubicBezTo>
                  <a:pt x="173" y="38"/>
                  <a:pt x="180" y="48"/>
                  <a:pt x="185" y="60"/>
                </a:cubicBezTo>
                <a:cubicBezTo>
                  <a:pt x="189" y="72"/>
                  <a:pt x="192" y="84"/>
                  <a:pt x="192" y="97"/>
                </a:cubicBez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 txBox="1"/>
          <p:nvPr/>
        </p:nvSpPr>
        <p:spPr>
          <a:xfrm>
            <a:off x="489960" y="6472080"/>
            <a:ext cx="55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▼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 txBox="1"/>
          <p:nvPr/>
        </p:nvSpPr>
        <p:spPr>
          <a:xfrm>
            <a:off x="709560" y="6472080"/>
            <a:ext cx="1623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Core_2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 txBox="1"/>
          <p:nvPr/>
        </p:nvSpPr>
        <p:spPr>
          <a:xfrm>
            <a:off x="1426320" y="6472080"/>
            <a:ext cx="7380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4CAF50"/>
                </a:solidFill>
                <a:effectLst/>
                <a:uFillTx/>
                <a:latin typeface="Times New Roman"/>
                <a:ea typeface="Times New Roman"/>
              </a:rPr>
              <a:t>5%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1578240" y="653724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 txBox="1"/>
          <p:nvPr/>
        </p:nvSpPr>
        <p:spPr>
          <a:xfrm>
            <a:off x="1595520" y="6554880"/>
            <a:ext cx="338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1578240" y="648216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 txBox="1"/>
          <p:nvPr/>
        </p:nvSpPr>
        <p:spPr>
          <a:xfrm>
            <a:off x="1595520" y="649980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1578240" y="643392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 txBox="1"/>
          <p:nvPr/>
        </p:nvSpPr>
        <p:spPr>
          <a:xfrm>
            <a:off x="1595520" y="644508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50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1578240" y="637920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1574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1581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158832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1595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1602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1609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1616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1622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1629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1636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1643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1650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16570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1663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16707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1677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168444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1691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1698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1705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1712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1719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1725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1732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1739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1746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1753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1760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1766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177372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1780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17877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1794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18014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1808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18151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18219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18288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1835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1842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1849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1856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1863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186984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1877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1883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1890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1897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1904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1911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19180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1924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19317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1938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19454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1952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19591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196596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1973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1980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1986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1993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2000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2007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2014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2021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2027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2034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2041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2048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2055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2062080" y="6547320"/>
            <a:ext cx="7920" cy="48600"/>
          </a:xfrm>
          <a:custGeom>
            <a:avLst/>
            <a:gdLst/>
            <a:ahLst/>
            <a:rect l="0" t="0" r="r" b="b"/>
            <a:pathLst>
              <a:path w="22" h="135">
                <a:moveTo>
                  <a:pt x="0" y="0"/>
                </a:moveTo>
                <a:lnTo>
                  <a:pt x="22" y="0"/>
                </a:lnTo>
                <a:lnTo>
                  <a:pt x="22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2069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20761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20829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20898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2096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2103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2110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2117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2124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2130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2137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2144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2151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215820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2165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2172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72255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72324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72392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72460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72529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72597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726660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72738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72806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72874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72943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73011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73080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73148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73216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73285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73353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73422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73490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73558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736272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73699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73767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73836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73904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73972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74041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74109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74178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74246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74314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74383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74451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7452000" y="6588720"/>
            <a:ext cx="7920" cy="7200"/>
          </a:xfrm>
          <a:custGeom>
            <a:avLst/>
            <a:gdLst/>
            <a:ahLst/>
            <a:rect l="0" t="0" r="r" b="b"/>
            <a:pathLst>
              <a:path w="22" h="20">
                <a:moveTo>
                  <a:pt x="0" y="0"/>
                </a:moveTo>
                <a:lnTo>
                  <a:pt x="22" y="0"/>
                </a:lnTo>
                <a:lnTo>
                  <a:pt x="22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74592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74660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74728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74797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74865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74934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75002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75070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>
            <a:off x="75139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75207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75276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75344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75412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754812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75553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75621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75690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75758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75826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75895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75963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76032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76100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76168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76237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76305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76374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764424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76514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76582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76651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76719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76788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76856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>
            <a:off x="76924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/>
          <p:nvPr/>
        </p:nvSpPr>
        <p:spPr>
          <a:xfrm>
            <a:off x="76993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/>
          <p:nvPr/>
        </p:nvSpPr>
        <p:spPr>
          <a:xfrm>
            <a:off x="77061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/>
          <p:nvPr/>
        </p:nvSpPr>
        <p:spPr>
          <a:xfrm>
            <a:off x="77130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/>
          <p:nvPr/>
        </p:nvSpPr>
        <p:spPr>
          <a:xfrm>
            <a:off x="77198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/>
          <p:nvPr/>
        </p:nvSpPr>
        <p:spPr>
          <a:xfrm>
            <a:off x="77266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/>
          <p:nvPr/>
        </p:nvSpPr>
        <p:spPr>
          <a:xfrm>
            <a:off x="77335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/>
          <p:nvPr/>
        </p:nvSpPr>
        <p:spPr>
          <a:xfrm>
            <a:off x="774036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/>
          <p:nvPr/>
        </p:nvSpPr>
        <p:spPr>
          <a:xfrm>
            <a:off x="77475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/>
          <p:nvPr/>
        </p:nvSpPr>
        <p:spPr>
          <a:xfrm>
            <a:off x="77544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/>
          <p:nvPr/>
        </p:nvSpPr>
        <p:spPr>
          <a:xfrm>
            <a:off x="77612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/>
          <p:nvPr/>
        </p:nvSpPr>
        <p:spPr>
          <a:xfrm>
            <a:off x="77680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/>
          <p:nvPr/>
        </p:nvSpPr>
        <p:spPr>
          <a:xfrm>
            <a:off x="77749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/>
          <p:nvPr/>
        </p:nvSpPr>
        <p:spPr>
          <a:xfrm>
            <a:off x="77817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/>
          <p:nvPr/>
        </p:nvSpPr>
        <p:spPr>
          <a:xfrm>
            <a:off x="77886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77954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/>
          <p:nvPr/>
        </p:nvSpPr>
        <p:spPr>
          <a:xfrm>
            <a:off x="78022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/>
          <p:nvPr/>
        </p:nvSpPr>
        <p:spPr>
          <a:xfrm>
            <a:off x="78091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78159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78228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/>
          <p:nvPr/>
        </p:nvSpPr>
        <p:spPr>
          <a:xfrm>
            <a:off x="782964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/>
          <p:nvPr/>
        </p:nvSpPr>
        <p:spPr>
          <a:xfrm>
            <a:off x="78368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/>
          <p:nvPr/>
        </p:nvSpPr>
        <p:spPr>
          <a:xfrm>
            <a:off x="78436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/>
          <p:nvPr/>
        </p:nvSpPr>
        <p:spPr>
          <a:xfrm>
            <a:off x="78505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78573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78642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/>
          <p:nvPr/>
        </p:nvSpPr>
        <p:spPr>
          <a:xfrm>
            <a:off x="78710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78778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/>
          <p:nvPr/>
        </p:nvSpPr>
        <p:spPr>
          <a:xfrm>
            <a:off x="78847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/>
          <p:nvPr/>
        </p:nvSpPr>
        <p:spPr>
          <a:xfrm>
            <a:off x="78915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78984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/>
          <p:nvPr/>
        </p:nvSpPr>
        <p:spPr>
          <a:xfrm>
            <a:off x="79052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/>
          <p:nvPr/>
        </p:nvSpPr>
        <p:spPr>
          <a:xfrm>
            <a:off x="791208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/>
          <p:nvPr/>
        </p:nvSpPr>
        <p:spPr>
          <a:xfrm>
            <a:off x="791892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/>
          <p:nvPr/>
        </p:nvSpPr>
        <p:spPr>
          <a:xfrm>
            <a:off x="7925760" y="6588720"/>
            <a:ext cx="7560" cy="7200"/>
          </a:xfrm>
          <a:custGeom>
            <a:avLst/>
            <a:gdLst/>
            <a:ahLst/>
            <a:rect l="0" t="0" r="r" b="b"/>
            <a:pathLst>
              <a:path w="21" h="20">
                <a:moveTo>
                  <a:pt x="0" y="0"/>
                </a:moveTo>
                <a:lnTo>
                  <a:pt x="21" y="0"/>
                </a:lnTo>
                <a:lnTo>
                  <a:pt x="21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>
            <a:off x="793296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/>
          <p:nvPr/>
        </p:nvSpPr>
        <p:spPr>
          <a:xfrm>
            <a:off x="793980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/>
          <p:nvPr/>
        </p:nvSpPr>
        <p:spPr>
          <a:xfrm>
            <a:off x="7946640" y="6588720"/>
            <a:ext cx="7200" cy="7200"/>
          </a:xfrm>
          <a:custGeom>
            <a:avLst/>
            <a:gdLst/>
            <a:ahLst/>
            <a:rect l="0" t="0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20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7953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/>
          <p:nvPr/>
        </p:nvSpPr>
        <p:spPr>
          <a:xfrm>
            <a:off x="7960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/>
          <p:nvPr/>
        </p:nvSpPr>
        <p:spPr>
          <a:xfrm>
            <a:off x="7967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7974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/>
          <p:nvPr/>
        </p:nvSpPr>
        <p:spPr>
          <a:xfrm>
            <a:off x="7980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/>
          <p:nvPr/>
        </p:nvSpPr>
        <p:spPr>
          <a:xfrm>
            <a:off x="7987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/>
          <p:nvPr/>
        </p:nvSpPr>
        <p:spPr>
          <a:xfrm>
            <a:off x="7994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4" name=""/>
          <p:cNvSpPr/>
          <p:nvPr/>
        </p:nvSpPr>
        <p:spPr>
          <a:xfrm>
            <a:off x="8001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8008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8015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/>
          <p:nvPr/>
        </p:nvSpPr>
        <p:spPr>
          <a:xfrm>
            <a:off x="802188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/>
          <p:nvPr/>
        </p:nvSpPr>
        <p:spPr>
          <a:xfrm>
            <a:off x="80290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/>
          <p:nvPr/>
        </p:nvSpPr>
        <p:spPr>
          <a:xfrm>
            <a:off x="8035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80427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/>
          <p:nvPr/>
        </p:nvSpPr>
        <p:spPr>
          <a:xfrm>
            <a:off x="8049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/>
          <p:nvPr/>
        </p:nvSpPr>
        <p:spPr>
          <a:xfrm>
            <a:off x="80564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8063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80701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/>
          <p:nvPr/>
        </p:nvSpPr>
        <p:spPr>
          <a:xfrm>
            <a:off x="80769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/>
          <p:nvPr/>
        </p:nvSpPr>
        <p:spPr>
          <a:xfrm>
            <a:off x="80838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/>
          <p:nvPr/>
        </p:nvSpPr>
        <p:spPr>
          <a:xfrm>
            <a:off x="8090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/>
          <p:nvPr/>
        </p:nvSpPr>
        <p:spPr>
          <a:xfrm>
            <a:off x="8097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/>
          <p:nvPr/>
        </p:nvSpPr>
        <p:spPr>
          <a:xfrm>
            <a:off x="8104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/>
          <p:nvPr/>
        </p:nvSpPr>
        <p:spPr>
          <a:xfrm>
            <a:off x="8111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/>
          <p:nvPr/>
        </p:nvSpPr>
        <p:spPr>
          <a:xfrm>
            <a:off x="811800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/>
          <p:nvPr/>
        </p:nvSpPr>
        <p:spPr>
          <a:xfrm>
            <a:off x="8125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/>
          <p:nvPr/>
        </p:nvSpPr>
        <p:spPr>
          <a:xfrm>
            <a:off x="8132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/>
          <p:nvPr/>
        </p:nvSpPr>
        <p:spPr>
          <a:xfrm>
            <a:off x="8138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/>
          <p:nvPr/>
        </p:nvSpPr>
        <p:spPr>
          <a:xfrm>
            <a:off x="8145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6" name=""/>
          <p:cNvSpPr/>
          <p:nvPr/>
        </p:nvSpPr>
        <p:spPr>
          <a:xfrm>
            <a:off x="8152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7" name=""/>
          <p:cNvSpPr/>
          <p:nvPr/>
        </p:nvSpPr>
        <p:spPr>
          <a:xfrm>
            <a:off x="8159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8166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9" name=""/>
          <p:cNvSpPr/>
          <p:nvPr/>
        </p:nvSpPr>
        <p:spPr>
          <a:xfrm>
            <a:off x="81730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0" name=""/>
          <p:cNvSpPr/>
          <p:nvPr/>
        </p:nvSpPr>
        <p:spPr>
          <a:xfrm>
            <a:off x="8179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1" name=""/>
          <p:cNvSpPr/>
          <p:nvPr/>
        </p:nvSpPr>
        <p:spPr>
          <a:xfrm>
            <a:off x="81867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8193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3" name=""/>
          <p:cNvSpPr/>
          <p:nvPr/>
        </p:nvSpPr>
        <p:spPr>
          <a:xfrm>
            <a:off x="82004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4" name=""/>
          <p:cNvSpPr/>
          <p:nvPr/>
        </p:nvSpPr>
        <p:spPr>
          <a:xfrm>
            <a:off x="8207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5" name=""/>
          <p:cNvSpPr/>
          <p:nvPr/>
        </p:nvSpPr>
        <p:spPr>
          <a:xfrm>
            <a:off x="821412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6" name=""/>
          <p:cNvSpPr/>
          <p:nvPr/>
        </p:nvSpPr>
        <p:spPr>
          <a:xfrm>
            <a:off x="8221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8228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8235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9" name=""/>
          <p:cNvSpPr/>
          <p:nvPr/>
        </p:nvSpPr>
        <p:spPr>
          <a:xfrm>
            <a:off x="8241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0" name=""/>
          <p:cNvSpPr/>
          <p:nvPr/>
        </p:nvSpPr>
        <p:spPr>
          <a:xfrm>
            <a:off x="8248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8255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2" name=""/>
          <p:cNvSpPr/>
          <p:nvPr/>
        </p:nvSpPr>
        <p:spPr>
          <a:xfrm>
            <a:off x="8262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3" name=""/>
          <p:cNvSpPr/>
          <p:nvPr/>
        </p:nvSpPr>
        <p:spPr>
          <a:xfrm>
            <a:off x="8269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4" name=""/>
          <p:cNvSpPr/>
          <p:nvPr/>
        </p:nvSpPr>
        <p:spPr>
          <a:xfrm>
            <a:off x="8276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5" name=""/>
          <p:cNvSpPr/>
          <p:nvPr/>
        </p:nvSpPr>
        <p:spPr>
          <a:xfrm>
            <a:off x="8282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6" name=""/>
          <p:cNvSpPr/>
          <p:nvPr/>
        </p:nvSpPr>
        <p:spPr>
          <a:xfrm>
            <a:off x="8289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7" name=""/>
          <p:cNvSpPr/>
          <p:nvPr/>
        </p:nvSpPr>
        <p:spPr>
          <a:xfrm>
            <a:off x="8296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8" name=""/>
          <p:cNvSpPr/>
          <p:nvPr/>
        </p:nvSpPr>
        <p:spPr>
          <a:xfrm>
            <a:off x="830340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9" name=""/>
          <p:cNvSpPr/>
          <p:nvPr/>
        </p:nvSpPr>
        <p:spPr>
          <a:xfrm>
            <a:off x="8310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0" name=""/>
          <p:cNvSpPr/>
          <p:nvPr/>
        </p:nvSpPr>
        <p:spPr>
          <a:xfrm>
            <a:off x="83174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1" name=""/>
          <p:cNvSpPr/>
          <p:nvPr/>
        </p:nvSpPr>
        <p:spPr>
          <a:xfrm>
            <a:off x="8324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2" name=""/>
          <p:cNvSpPr/>
          <p:nvPr/>
        </p:nvSpPr>
        <p:spPr>
          <a:xfrm>
            <a:off x="83311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3" name=""/>
          <p:cNvSpPr/>
          <p:nvPr/>
        </p:nvSpPr>
        <p:spPr>
          <a:xfrm>
            <a:off x="83379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4" name=""/>
          <p:cNvSpPr/>
          <p:nvPr/>
        </p:nvSpPr>
        <p:spPr>
          <a:xfrm>
            <a:off x="83448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5" name=""/>
          <p:cNvSpPr/>
          <p:nvPr/>
        </p:nvSpPr>
        <p:spPr>
          <a:xfrm>
            <a:off x="8351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6" name=""/>
          <p:cNvSpPr/>
          <p:nvPr/>
        </p:nvSpPr>
        <p:spPr>
          <a:xfrm>
            <a:off x="8358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7" name=""/>
          <p:cNvSpPr/>
          <p:nvPr/>
        </p:nvSpPr>
        <p:spPr>
          <a:xfrm>
            <a:off x="8365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8" name=""/>
          <p:cNvSpPr/>
          <p:nvPr/>
        </p:nvSpPr>
        <p:spPr>
          <a:xfrm>
            <a:off x="8372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9" name=""/>
          <p:cNvSpPr/>
          <p:nvPr/>
        </p:nvSpPr>
        <p:spPr>
          <a:xfrm>
            <a:off x="8379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0" name=""/>
          <p:cNvSpPr/>
          <p:nvPr/>
        </p:nvSpPr>
        <p:spPr>
          <a:xfrm>
            <a:off x="8385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1" name=""/>
          <p:cNvSpPr/>
          <p:nvPr/>
        </p:nvSpPr>
        <p:spPr>
          <a:xfrm>
            <a:off x="8392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2" name=""/>
          <p:cNvSpPr/>
          <p:nvPr/>
        </p:nvSpPr>
        <p:spPr>
          <a:xfrm>
            <a:off x="839952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3" name=""/>
          <p:cNvSpPr/>
          <p:nvPr/>
        </p:nvSpPr>
        <p:spPr>
          <a:xfrm>
            <a:off x="8406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"/>
          <p:cNvSpPr/>
          <p:nvPr/>
        </p:nvSpPr>
        <p:spPr>
          <a:xfrm>
            <a:off x="8413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"/>
          <p:cNvSpPr/>
          <p:nvPr/>
        </p:nvSpPr>
        <p:spPr>
          <a:xfrm>
            <a:off x="8420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"/>
          <p:cNvSpPr/>
          <p:nvPr/>
        </p:nvSpPr>
        <p:spPr>
          <a:xfrm>
            <a:off x="8427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84340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8440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84477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84546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84614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84682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84751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84819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84888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849564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8502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8509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8516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85233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85302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85370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85438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85507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85575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85644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85712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85780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85849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8591760" y="6547320"/>
            <a:ext cx="7560" cy="48600"/>
          </a:xfrm>
          <a:custGeom>
            <a:avLst/>
            <a:gdLst/>
            <a:ahLst/>
            <a:rect l="0" t="0" r="r" b="b"/>
            <a:pathLst>
              <a:path w="21" h="135">
                <a:moveTo>
                  <a:pt x="0" y="0"/>
                </a:moveTo>
                <a:lnTo>
                  <a:pt x="21" y="0"/>
                </a:lnTo>
                <a:lnTo>
                  <a:pt x="21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85989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86058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86126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86194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86263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863316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864000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864684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865368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8660520" y="6547320"/>
            <a:ext cx="7200" cy="48600"/>
          </a:xfrm>
          <a:custGeom>
            <a:avLst/>
            <a:gdLst/>
            <a:ahLst/>
            <a:rect l="0" t="0" r="r" b="b"/>
            <a:pathLst>
              <a:path w="20" h="135">
                <a:moveTo>
                  <a:pt x="0" y="0"/>
                </a:moveTo>
                <a:lnTo>
                  <a:pt x="20" y="0"/>
                </a:lnTo>
                <a:lnTo>
                  <a:pt x="20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66FF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476280" y="6595560"/>
            <a:ext cx="8191440" cy="0"/>
          </a:xfrm>
          <a:prstGeom prst="line">
            <a:avLst/>
          </a:prstGeom>
          <a:ln cap="sq" w="6840">
            <a:solidFill>
              <a:srgbClr val="444444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"/>
          <p:cNvSpPr txBox="1"/>
          <p:nvPr/>
        </p:nvSpPr>
        <p:spPr>
          <a:xfrm>
            <a:off x="1595520" y="639684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75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613440" y="6678000"/>
            <a:ext cx="69120" cy="69120"/>
          </a:xfrm>
          <a:custGeom>
            <a:avLst/>
            <a:gdLst/>
            <a:ahLst/>
            <a:rect l="0" t="0" r="r" b="b"/>
            <a:pathLst>
              <a:path w="192" h="192">
                <a:moveTo>
                  <a:pt x="192" y="96"/>
                </a:moveTo>
                <a:cubicBezTo>
                  <a:pt x="192" y="108"/>
                  <a:pt x="189" y="120"/>
                  <a:pt x="185" y="132"/>
                </a:cubicBezTo>
                <a:cubicBezTo>
                  <a:pt x="180" y="144"/>
                  <a:pt x="173" y="154"/>
                  <a:pt x="164" y="163"/>
                </a:cubicBezTo>
                <a:cubicBezTo>
                  <a:pt x="155" y="173"/>
                  <a:pt x="145" y="180"/>
                  <a:pt x="133" y="185"/>
                </a:cubicBezTo>
                <a:cubicBezTo>
                  <a:pt x="121" y="190"/>
                  <a:pt x="109" y="192"/>
                  <a:pt x="96" y="192"/>
                </a:cubicBezTo>
                <a:cubicBezTo>
                  <a:pt x="83" y="192"/>
                  <a:pt x="71" y="190"/>
                  <a:pt x="59" y="185"/>
                </a:cubicBezTo>
                <a:cubicBezTo>
                  <a:pt x="47" y="180"/>
                  <a:pt x="37" y="173"/>
                  <a:pt x="28" y="163"/>
                </a:cubicBezTo>
                <a:cubicBezTo>
                  <a:pt x="19" y="154"/>
                  <a:pt x="12" y="144"/>
                  <a:pt x="7" y="132"/>
                </a:cubicBezTo>
                <a:cubicBezTo>
                  <a:pt x="3" y="120"/>
                  <a:pt x="0" y="108"/>
                  <a:pt x="0" y="96"/>
                </a:cubicBezTo>
                <a:cubicBezTo>
                  <a:pt x="0" y="83"/>
                  <a:pt x="3" y="71"/>
                  <a:pt x="7" y="59"/>
                </a:cubicBezTo>
                <a:cubicBezTo>
                  <a:pt x="12" y="47"/>
                  <a:pt x="19" y="37"/>
                  <a:pt x="28" y="28"/>
                </a:cubicBezTo>
                <a:cubicBezTo>
                  <a:pt x="37" y="19"/>
                  <a:pt x="47" y="12"/>
                  <a:pt x="59" y="7"/>
                </a:cubicBezTo>
                <a:cubicBezTo>
                  <a:pt x="71" y="3"/>
                  <a:pt x="83" y="0"/>
                  <a:pt x="96" y="0"/>
                </a:cubicBezTo>
                <a:cubicBezTo>
                  <a:pt x="109" y="0"/>
                  <a:pt x="121" y="3"/>
                  <a:pt x="133" y="7"/>
                </a:cubicBezTo>
                <a:cubicBezTo>
                  <a:pt x="145" y="12"/>
                  <a:pt x="155" y="19"/>
                  <a:pt x="164" y="28"/>
                </a:cubicBezTo>
                <a:cubicBezTo>
                  <a:pt x="173" y="37"/>
                  <a:pt x="180" y="47"/>
                  <a:pt x="185" y="59"/>
                </a:cubicBezTo>
                <a:cubicBezTo>
                  <a:pt x="189" y="71"/>
                  <a:pt x="192" y="83"/>
                  <a:pt x="192" y="96"/>
                </a:cubicBez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"/>
          <p:cNvSpPr txBox="1"/>
          <p:nvPr/>
        </p:nvSpPr>
        <p:spPr>
          <a:xfrm>
            <a:off x="489960" y="6692040"/>
            <a:ext cx="5508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▼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"/>
          <p:cNvSpPr txBox="1"/>
          <p:nvPr/>
        </p:nvSpPr>
        <p:spPr>
          <a:xfrm>
            <a:off x="709560" y="6692040"/>
            <a:ext cx="1623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Core_3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6" name=""/>
          <p:cNvSpPr txBox="1"/>
          <p:nvPr/>
        </p:nvSpPr>
        <p:spPr>
          <a:xfrm>
            <a:off x="1375200" y="6692040"/>
            <a:ext cx="1011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30" b="0" u="none" strike="noStrike">
                <a:solidFill>
                  <a:srgbClr val="4CAF50"/>
                </a:solidFill>
                <a:effectLst/>
                <a:uFillTx/>
                <a:latin typeface="Times New Roman"/>
                <a:ea typeface="Times New Roman"/>
              </a:rPr>
              <a:t>63%</a:t>
            </a:r>
            <a:endParaRPr lang="en-US" sz="4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1578240" y="675720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"/>
          <p:cNvSpPr txBox="1"/>
          <p:nvPr/>
        </p:nvSpPr>
        <p:spPr>
          <a:xfrm>
            <a:off x="1595520" y="6774840"/>
            <a:ext cx="3384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1578240" y="670212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"/>
          <p:cNvSpPr txBox="1"/>
          <p:nvPr/>
        </p:nvSpPr>
        <p:spPr>
          <a:xfrm>
            <a:off x="1595520" y="672012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25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1578240" y="665388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2" name=""/>
          <p:cNvSpPr txBox="1"/>
          <p:nvPr/>
        </p:nvSpPr>
        <p:spPr>
          <a:xfrm>
            <a:off x="1595520" y="666504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50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1578240" y="6599160"/>
            <a:ext cx="7079400" cy="7200"/>
          </a:xfrm>
          <a:custGeom>
            <a:avLst/>
            <a:gdLst/>
            <a:ahLst/>
            <a:rect l="0" t="0" r="r" b="b"/>
            <a:pathLst>
              <a:path w="19665" h="20">
                <a:moveTo>
                  <a:pt x="9" y="0"/>
                </a:moveTo>
                <a:lnTo>
                  <a:pt x="28" y="0"/>
                </a:lnTo>
                <a:lnTo>
                  <a:pt x="38" y="0"/>
                </a:lnTo>
                <a:lnTo>
                  <a:pt x="38" y="20"/>
                </a:lnTo>
                <a:lnTo>
                  <a:pt x="28" y="20"/>
                </a:lnTo>
                <a:lnTo>
                  <a:pt x="0" y="20"/>
                </a:lnTo>
                <a:lnTo>
                  <a:pt x="0" y="0"/>
                </a:lnTo>
                <a:lnTo>
                  <a:pt x="9" y="0"/>
                </a:lnTo>
                <a:moveTo>
                  <a:pt x="67" y="0"/>
                </a:moveTo>
                <a:lnTo>
                  <a:pt x="86" y="0"/>
                </a:lnTo>
                <a:lnTo>
                  <a:pt x="95" y="0"/>
                </a:lnTo>
                <a:lnTo>
                  <a:pt x="95" y="20"/>
                </a:lnTo>
                <a:lnTo>
                  <a:pt x="86" y="20"/>
                </a:lnTo>
                <a:lnTo>
                  <a:pt x="57" y="20"/>
                </a:lnTo>
                <a:lnTo>
                  <a:pt x="57" y="0"/>
                </a:lnTo>
                <a:lnTo>
                  <a:pt x="67" y="0"/>
                </a:lnTo>
                <a:moveTo>
                  <a:pt x="124" y="0"/>
                </a:moveTo>
                <a:lnTo>
                  <a:pt x="143" y="0"/>
                </a:lnTo>
                <a:lnTo>
                  <a:pt x="152" y="0"/>
                </a:lnTo>
                <a:lnTo>
                  <a:pt x="152" y="20"/>
                </a:lnTo>
                <a:lnTo>
                  <a:pt x="143" y="20"/>
                </a:lnTo>
                <a:lnTo>
                  <a:pt x="114" y="20"/>
                </a:lnTo>
                <a:lnTo>
                  <a:pt x="114" y="0"/>
                </a:lnTo>
                <a:lnTo>
                  <a:pt x="124" y="0"/>
                </a:lnTo>
                <a:moveTo>
                  <a:pt x="181" y="0"/>
                </a:moveTo>
                <a:lnTo>
                  <a:pt x="200" y="0"/>
                </a:lnTo>
                <a:lnTo>
                  <a:pt x="210" y="0"/>
                </a:lnTo>
                <a:lnTo>
                  <a:pt x="210" y="20"/>
                </a:lnTo>
                <a:lnTo>
                  <a:pt x="200" y="20"/>
                </a:lnTo>
                <a:lnTo>
                  <a:pt x="172" y="20"/>
                </a:lnTo>
                <a:lnTo>
                  <a:pt x="172" y="0"/>
                </a:lnTo>
                <a:lnTo>
                  <a:pt x="181" y="0"/>
                </a:lnTo>
                <a:moveTo>
                  <a:pt x="238" y="0"/>
                </a:moveTo>
                <a:lnTo>
                  <a:pt x="257" y="0"/>
                </a:lnTo>
                <a:lnTo>
                  <a:pt x="267" y="0"/>
                </a:lnTo>
                <a:lnTo>
                  <a:pt x="267" y="20"/>
                </a:lnTo>
                <a:lnTo>
                  <a:pt x="257" y="20"/>
                </a:lnTo>
                <a:lnTo>
                  <a:pt x="229" y="20"/>
                </a:lnTo>
                <a:lnTo>
                  <a:pt x="229" y="0"/>
                </a:lnTo>
                <a:lnTo>
                  <a:pt x="238" y="0"/>
                </a:lnTo>
                <a:moveTo>
                  <a:pt x="295" y="0"/>
                </a:moveTo>
                <a:lnTo>
                  <a:pt x="315" y="0"/>
                </a:lnTo>
                <a:lnTo>
                  <a:pt x="324" y="0"/>
                </a:lnTo>
                <a:lnTo>
                  <a:pt x="324" y="20"/>
                </a:lnTo>
                <a:lnTo>
                  <a:pt x="315" y="20"/>
                </a:lnTo>
                <a:lnTo>
                  <a:pt x="286" y="20"/>
                </a:lnTo>
                <a:lnTo>
                  <a:pt x="286" y="0"/>
                </a:lnTo>
                <a:lnTo>
                  <a:pt x="295" y="0"/>
                </a:lnTo>
                <a:moveTo>
                  <a:pt x="353" y="0"/>
                </a:moveTo>
                <a:lnTo>
                  <a:pt x="372" y="0"/>
                </a:lnTo>
                <a:lnTo>
                  <a:pt x="381" y="0"/>
                </a:lnTo>
                <a:lnTo>
                  <a:pt x="381" y="20"/>
                </a:lnTo>
                <a:lnTo>
                  <a:pt x="372" y="20"/>
                </a:lnTo>
                <a:lnTo>
                  <a:pt x="343" y="20"/>
                </a:lnTo>
                <a:lnTo>
                  <a:pt x="343" y="0"/>
                </a:lnTo>
                <a:lnTo>
                  <a:pt x="353" y="0"/>
                </a:lnTo>
                <a:moveTo>
                  <a:pt x="410" y="0"/>
                </a:moveTo>
                <a:lnTo>
                  <a:pt x="429" y="0"/>
                </a:lnTo>
                <a:lnTo>
                  <a:pt x="439" y="0"/>
                </a:lnTo>
                <a:lnTo>
                  <a:pt x="439" y="20"/>
                </a:lnTo>
                <a:lnTo>
                  <a:pt x="429" y="20"/>
                </a:lnTo>
                <a:lnTo>
                  <a:pt x="400" y="20"/>
                </a:lnTo>
                <a:lnTo>
                  <a:pt x="400" y="0"/>
                </a:lnTo>
                <a:lnTo>
                  <a:pt x="410" y="0"/>
                </a:lnTo>
                <a:moveTo>
                  <a:pt x="467" y="0"/>
                </a:moveTo>
                <a:lnTo>
                  <a:pt x="486" y="0"/>
                </a:lnTo>
                <a:lnTo>
                  <a:pt x="496" y="0"/>
                </a:lnTo>
                <a:lnTo>
                  <a:pt x="496" y="20"/>
                </a:lnTo>
                <a:lnTo>
                  <a:pt x="486" y="20"/>
                </a:lnTo>
                <a:lnTo>
                  <a:pt x="458" y="20"/>
                </a:lnTo>
                <a:lnTo>
                  <a:pt x="458" y="0"/>
                </a:lnTo>
                <a:lnTo>
                  <a:pt x="467" y="0"/>
                </a:lnTo>
                <a:moveTo>
                  <a:pt x="524" y="0"/>
                </a:moveTo>
                <a:lnTo>
                  <a:pt x="543" y="0"/>
                </a:lnTo>
                <a:lnTo>
                  <a:pt x="553" y="0"/>
                </a:lnTo>
                <a:lnTo>
                  <a:pt x="553" y="20"/>
                </a:lnTo>
                <a:lnTo>
                  <a:pt x="543" y="20"/>
                </a:lnTo>
                <a:lnTo>
                  <a:pt x="515" y="20"/>
                </a:lnTo>
                <a:lnTo>
                  <a:pt x="515" y="0"/>
                </a:lnTo>
                <a:lnTo>
                  <a:pt x="524" y="0"/>
                </a:lnTo>
                <a:moveTo>
                  <a:pt x="582" y="0"/>
                </a:moveTo>
                <a:lnTo>
                  <a:pt x="601" y="0"/>
                </a:lnTo>
                <a:lnTo>
                  <a:pt x="610" y="0"/>
                </a:lnTo>
                <a:lnTo>
                  <a:pt x="610" y="20"/>
                </a:lnTo>
                <a:lnTo>
                  <a:pt x="601" y="20"/>
                </a:lnTo>
                <a:lnTo>
                  <a:pt x="572" y="20"/>
                </a:lnTo>
                <a:lnTo>
                  <a:pt x="572" y="0"/>
                </a:lnTo>
                <a:lnTo>
                  <a:pt x="582" y="0"/>
                </a:lnTo>
                <a:moveTo>
                  <a:pt x="639" y="0"/>
                </a:moveTo>
                <a:lnTo>
                  <a:pt x="658" y="0"/>
                </a:lnTo>
                <a:lnTo>
                  <a:pt x="667" y="0"/>
                </a:lnTo>
                <a:lnTo>
                  <a:pt x="667" y="20"/>
                </a:lnTo>
                <a:lnTo>
                  <a:pt x="658" y="20"/>
                </a:lnTo>
                <a:lnTo>
                  <a:pt x="629" y="20"/>
                </a:lnTo>
                <a:lnTo>
                  <a:pt x="629" y="0"/>
                </a:lnTo>
                <a:lnTo>
                  <a:pt x="639" y="0"/>
                </a:lnTo>
                <a:moveTo>
                  <a:pt x="696" y="0"/>
                </a:moveTo>
                <a:lnTo>
                  <a:pt x="715" y="0"/>
                </a:lnTo>
                <a:lnTo>
                  <a:pt x="725" y="0"/>
                </a:lnTo>
                <a:lnTo>
                  <a:pt x="725" y="20"/>
                </a:lnTo>
                <a:lnTo>
                  <a:pt x="715" y="20"/>
                </a:lnTo>
                <a:lnTo>
                  <a:pt x="686" y="20"/>
                </a:lnTo>
                <a:lnTo>
                  <a:pt x="686" y="0"/>
                </a:lnTo>
                <a:lnTo>
                  <a:pt x="696" y="0"/>
                </a:lnTo>
                <a:moveTo>
                  <a:pt x="753" y="0"/>
                </a:moveTo>
                <a:lnTo>
                  <a:pt x="772" y="0"/>
                </a:lnTo>
                <a:lnTo>
                  <a:pt x="782" y="0"/>
                </a:lnTo>
                <a:lnTo>
                  <a:pt x="782" y="20"/>
                </a:lnTo>
                <a:lnTo>
                  <a:pt x="772" y="20"/>
                </a:lnTo>
                <a:lnTo>
                  <a:pt x="744" y="20"/>
                </a:lnTo>
                <a:lnTo>
                  <a:pt x="744" y="0"/>
                </a:lnTo>
                <a:lnTo>
                  <a:pt x="753" y="0"/>
                </a:lnTo>
                <a:moveTo>
                  <a:pt x="810" y="0"/>
                </a:moveTo>
                <a:lnTo>
                  <a:pt x="830" y="0"/>
                </a:lnTo>
                <a:lnTo>
                  <a:pt x="839" y="0"/>
                </a:lnTo>
                <a:lnTo>
                  <a:pt x="839" y="20"/>
                </a:lnTo>
                <a:lnTo>
                  <a:pt x="830" y="20"/>
                </a:lnTo>
                <a:lnTo>
                  <a:pt x="801" y="20"/>
                </a:lnTo>
                <a:lnTo>
                  <a:pt x="801" y="0"/>
                </a:lnTo>
                <a:lnTo>
                  <a:pt x="810" y="0"/>
                </a:lnTo>
                <a:moveTo>
                  <a:pt x="868" y="0"/>
                </a:moveTo>
                <a:lnTo>
                  <a:pt x="887" y="0"/>
                </a:lnTo>
                <a:lnTo>
                  <a:pt x="896" y="0"/>
                </a:lnTo>
                <a:lnTo>
                  <a:pt x="896" y="20"/>
                </a:lnTo>
                <a:lnTo>
                  <a:pt x="887" y="20"/>
                </a:lnTo>
                <a:lnTo>
                  <a:pt x="858" y="20"/>
                </a:lnTo>
                <a:lnTo>
                  <a:pt x="858" y="0"/>
                </a:lnTo>
                <a:lnTo>
                  <a:pt x="868" y="0"/>
                </a:lnTo>
                <a:moveTo>
                  <a:pt x="925" y="0"/>
                </a:moveTo>
                <a:lnTo>
                  <a:pt x="944" y="0"/>
                </a:lnTo>
                <a:lnTo>
                  <a:pt x="953" y="0"/>
                </a:lnTo>
                <a:lnTo>
                  <a:pt x="953" y="20"/>
                </a:lnTo>
                <a:lnTo>
                  <a:pt x="944" y="20"/>
                </a:lnTo>
                <a:lnTo>
                  <a:pt x="915" y="20"/>
                </a:lnTo>
                <a:lnTo>
                  <a:pt x="915" y="0"/>
                </a:lnTo>
                <a:lnTo>
                  <a:pt x="925" y="0"/>
                </a:lnTo>
                <a:moveTo>
                  <a:pt x="982" y="0"/>
                </a:moveTo>
                <a:lnTo>
                  <a:pt x="1001" y="0"/>
                </a:lnTo>
                <a:lnTo>
                  <a:pt x="1011" y="0"/>
                </a:lnTo>
                <a:lnTo>
                  <a:pt x="1011" y="20"/>
                </a:lnTo>
                <a:lnTo>
                  <a:pt x="1001" y="20"/>
                </a:lnTo>
                <a:lnTo>
                  <a:pt x="973" y="20"/>
                </a:lnTo>
                <a:lnTo>
                  <a:pt x="973" y="0"/>
                </a:lnTo>
                <a:lnTo>
                  <a:pt x="982" y="0"/>
                </a:lnTo>
                <a:moveTo>
                  <a:pt x="1039" y="0"/>
                </a:moveTo>
                <a:lnTo>
                  <a:pt x="1058" y="0"/>
                </a:lnTo>
                <a:lnTo>
                  <a:pt x="1068" y="0"/>
                </a:lnTo>
                <a:lnTo>
                  <a:pt x="1068" y="20"/>
                </a:lnTo>
                <a:lnTo>
                  <a:pt x="1058" y="20"/>
                </a:lnTo>
                <a:lnTo>
                  <a:pt x="1030" y="20"/>
                </a:lnTo>
                <a:lnTo>
                  <a:pt x="1030" y="0"/>
                </a:lnTo>
                <a:lnTo>
                  <a:pt x="1039" y="0"/>
                </a:lnTo>
                <a:moveTo>
                  <a:pt x="1097" y="0"/>
                </a:moveTo>
                <a:lnTo>
                  <a:pt x="1116" y="0"/>
                </a:lnTo>
                <a:lnTo>
                  <a:pt x="1125" y="0"/>
                </a:lnTo>
                <a:lnTo>
                  <a:pt x="1125" y="20"/>
                </a:lnTo>
                <a:lnTo>
                  <a:pt x="1116" y="20"/>
                </a:lnTo>
                <a:lnTo>
                  <a:pt x="1087" y="20"/>
                </a:lnTo>
                <a:lnTo>
                  <a:pt x="1087" y="0"/>
                </a:lnTo>
                <a:lnTo>
                  <a:pt x="1097" y="0"/>
                </a:lnTo>
                <a:moveTo>
                  <a:pt x="1154" y="0"/>
                </a:moveTo>
                <a:lnTo>
                  <a:pt x="1173" y="0"/>
                </a:lnTo>
                <a:lnTo>
                  <a:pt x="1182" y="0"/>
                </a:lnTo>
                <a:lnTo>
                  <a:pt x="1182" y="20"/>
                </a:lnTo>
                <a:lnTo>
                  <a:pt x="1173" y="20"/>
                </a:lnTo>
                <a:lnTo>
                  <a:pt x="1144" y="20"/>
                </a:lnTo>
                <a:lnTo>
                  <a:pt x="1144" y="0"/>
                </a:lnTo>
                <a:lnTo>
                  <a:pt x="1154" y="0"/>
                </a:lnTo>
                <a:moveTo>
                  <a:pt x="1211" y="0"/>
                </a:moveTo>
                <a:lnTo>
                  <a:pt x="1230" y="0"/>
                </a:lnTo>
                <a:lnTo>
                  <a:pt x="1240" y="0"/>
                </a:lnTo>
                <a:lnTo>
                  <a:pt x="1240" y="20"/>
                </a:lnTo>
                <a:lnTo>
                  <a:pt x="1230" y="20"/>
                </a:lnTo>
                <a:lnTo>
                  <a:pt x="1201" y="20"/>
                </a:lnTo>
                <a:lnTo>
                  <a:pt x="1201" y="0"/>
                </a:lnTo>
                <a:lnTo>
                  <a:pt x="1211" y="0"/>
                </a:lnTo>
                <a:moveTo>
                  <a:pt x="1268" y="0"/>
                </a:moveTo>
                <a:lnTo>
                  <a:pt x="1287" y="0"/>
                </a:lnTo>
                <a:lnTo>
                  <a:pt x="1297" y="0"/>
                </a:lnTo>
                <a:lnTo>
                  <a:pt x="1297" y="20"/>
                </a:lnTo>
                <a:lnTo>
                  <a:pt x="1287" y="20"/>
                </a:lnTo>
                <a:lnTo>
                  <a:pt x="1259" y="20"/>
                </a:lnTo>
                <a:lnTo>
                  <a:pt x="1259" y="0"/>
                </a:lnTo>
                <a:lnTo>
                  <a:pt x="1268" y="0"/>
                </a:lnTo>
                <a:moveTo>
                  <a:pt x="1325" y="0"/>
                </a:moveTo>
                <a:lnTo>
                  <a:pt x="1344" y="0"/>
                </a:lnTo>
                <a:lnTo>
                  <a:pt x="1354" y="0"/>
                </a:lnTo>
                <a:lnTo>
                  <a:pt x="1354" y="20"/>
                </a:lnTo>
                <a:lnTo>
                  <a:pt x="1344" y="20"/>
                </a:lnTo>
                <a:lnTo>
                  <a:pt x="1316" y="20"/>
                </a:lnTo>
                <a:lnTo>
                  <a:pt x="1316" y="0"/>
                </a:lnTo>
                <a:lnTo>
                  <a:pt x="1325" y="0"/>
                </a:lnTo>
                <a:moveTo>
                  <a:pt x="1383" y="0"/>
                </a:moveTo>
                <a:lnTo>
                  <a:pt x="1402" y="0"/>
                </a:lnTo>
                <a:lnTo>
                  <a:pt x="1411" y="0"/>
                </a:lnTo>
                <a:lnTo>
                  <a:pt x="1411" y="20"/>
                </a:lnTo>
                <a:lnTo>
                  <a:pt x="1402" y="20"/>
                </a:lnTo>
                <a:lnTo>
                  <a:pt x="1373" y="20"/>
                </a:lnTo>
                <a:lnTo>
                  <a:pt x="1373" y="0"/>
                </a:lnTo>
                <a:lnTo>
                  <a:pt x="1383" y="0"/>
                </a:lnTo>
                <a:moveTo>
                  <a:pt x="1440" y="0"/>
                </a:moveTo>
                <a:lnTo>
                  <a:pt x="1459" y="0"/>
                </a:lnTo>
                <a:lnTo>
                  <a:pt x="1468" y="0"/>
                </a:lnTo>
                <a:lnTo>
                  <a:pt x="1468" y="20"/>
                </a:lnTo>
                <a:lnTo>
                  <a:pt x="1459" y="20"/>
                </a:lnTo>
                <a:lnTo>
                  <a:pt x="1430" y="20"/>
                </a:lnTo>
                <a:lnTo>
                  <a:pt x="1430" y="0"/>
                </a:lnTo>
                <a:lnTo>
                  <a:pt x="1440" y="0"/>
                </a:lnTo>
                <a:moveTo>
                  <a:pt x="1497" y="0"/>
                </a:moveTo>
                <a:lnTo>
                  <a:pt x="1516" y="0"/>
                </a:lnTo>
                <a:lnTo>
                  <a:pt x="1526" y="0"/>
                </a:lnTo>
                <a:lnTo>
                  <a:pt x="1526" y="20"/>
                </a:lnTo>
                <a:lnTo>
                  <a:pt x="1516" y="20"/>
                </a:lnTo>
                <a:lnTo>
                  <a:pt x="1488" y="20"/>
                </a:lnTo>
                <a:lnTo>
                  <a:pt x="1488" y="0"/>
                </a:lnTo>
                <a:lnTo>
                  <a:pt x="1497" y="0"/>
                </a:lnTo>
                <a:moveTo>
                  <a:pt x="1554" y="0"/>
                </a:moveTo>
                <a:lnTo>
                  <a:pt x="1573" y="0"/>
                </a:lnTo>
                <a:lnTo>
                  <a:pt x="1583" y="0"/>
                </a:lnTo>
                <a:lnTo>
                  <a:pt x="1583" y="20"/>
                </a:lnTo>
                <a:lnTo>
                  <a:pt x="1573" y="20"/>
                </a:lnTo>
                <a:lnTo>
                  <a:pt x="1545" y="20"/>
                </a:lnTo>
                <a:lnTo>
                  <a:pt x="1545" y="0"/>
                </a:lnTo>
                <a:lnTo>
                  <a:pt x="1554" y="0"/>
                </a:lnTo>
                <a:moveTo>
                  <a:pt x="1611" y="0"/>
                </a:moveTo>
                <a:lnTo>
                  <a:pt x="1631" y="0"/>
                </a:lnTo>
                <a:lnTo>
                  <a:pt x="1640" y="0"/>
                </a:lnTo>
                <a:lnTo>
                  <a:pt x="1640" y="20"/>
                </a:lnTo>
                <a:lnTo>
                  <a:pt x="1631" y="20"/>
                </a:lnTo>
                <a:lnTo>
                  <a:pt x="1602" y="20"/>
                </a:lnTo>
                <a:lnTo>
                  <a:pt x="1602" y="0"/>
                </a:lnTo>
                <a:lnTo>
                  <a:pt x="1611" y="0"/>
                </a:lnTo>
                <a:moveTo>
                  <a:pt x="1669" y="0"/>
                </a:moveTo>
                <a:lnTo>
                  <a:pt x="1688" y="0"/>
                </a:lnTo>
                <a:lnTo>
                  <a:pt x="1697" y="0"/>
                </a:lnTo>
                <a:lnTo>
                  <a:pt x="1697" y="20"/>
                </a:lnTo>
                <a:lnTo>
                  <a:pt x="1688" y="20"/>
                </a:lnTo>
                <a:lnTo>
                  <a:pt x="1659" y="20"/>
                </a:lnTo>
                <a:lnTo>
                  <a:pt x="1659" y="0"/>
                </a:lnTo>
                <a:lnTo>
                  <a:pt x="1669" y="0"/>
                </a:lnTo>
                <a:moveTo>
                  <a:pt x="1726" y="0"/>
                </a:moveTo>
                <a:lnTo>
                  <a:pt x="1745" y="0"/>
                </a:lnTo>
                <a:lnTo>
                  <a:pt x="1755" y="0"/>
                </a:lnTo>
                <a:lnTo>
                  <a:pt x="1755" y="20"/>
                </a:lnTo>
                <a:lnTo>
                  <a:pt x="1745" y="20"/>
                </a:lnTo>
                <a:lnTo>
                  <a:pt x="1716" y="20"/>
                </a:lnTo>
                <a:lnTo>
                  <a:pt x="1716" y="0"/>
                </a:lnTo>
                <a:lnTo>
                  <a:pt x="1726" y="0"/>
                </a:lnTo>
                <a:moveTo>
                  <a:pt x="1783" y="0"/>
                </a:moveTo>
                <a:lnTo>
                  <a:pt x="1802" y="0"/>
                </a:lnTo>
                <a:lnTo>
                  <a:pt x="1812" y="0"/>
                </a:lnTo>
                <a:lnTo>
                  <a:pt x="1812" y="20"/>
                </a:lnTo>
                <a:lnTo>
                  <a:pt x="1802" y="20"/>
                </a:lnTo>
                <a:lnTo>
                  <a:pt x="1774" y="20"/>
                </a:lnTo>
                <a:lnTo>
                  <a:pt x="1774" y="0"/>
                </a:lnTo>
                <a:lnTo>
                  <a:pt x="1783" y="0"/>
                </a:lnTo>
                <a:moveTo>
                  <a:pt x="1840" y="0"/>
                </a:moveTo>
                <a:lnTo>
                  <a:pt x="1859" y="0"/>
                </a:lnTo>
                <a:lnTo>
                  <a:pt x="1869" y="0"/>
                </a:lnTo>
                <a:lnTo>
                  <a:pt x="1869" y="20"/>
                </a:lnTo>
                <a:lnTo>
                  <a:pt x="1859" y="20"/>
                </a:lnTo>
                <a:lnTo>
                  <a:pt x="1831" y="20"/>
                </a:lnTo>
                <a:lnTo>
                  <a:pt x="1831" y="0"/>
                </a:lnTo>
                <a:lnTo>
                  <a:pt x="1840" y="0"/>
                </a:lnTo>
                <a:moveTo>
                  <a:pt x="1898" y="0"/>
                </a:moveTo>
                <a:lnTo>
                  <a:pt x="1917" y="0"/>
                </a:lnTo>
                <a:lnTo>
                  <a:pt x="1926" y="0"/>
                </a:lnTo>
                <a:lnTo>
                  <a:pt x="1926" y="20"/>
                </a:lnTo>
                <a:lnTo>
                  <a:pt x="1917" y="20"/>
                </a:lnTo>
                <a:lnTo>
                  <a:pt x="1888" y="20"/>
                </a:lnTo>
                <a:lnTo>
                  <a:pt x="1888" y="0"/>
                </a:lnTo>
                <a:lnTo>
                  <a:pt x="1898" y="0"/>
                </a:lnTo>
                <a:moveTo>
                  <a:pt x="1955" y="0"/>
                </a:moveTo>
                <a:lnTo>
                  <a:pt x="1974" y="0"/>
                </a:lnTo>
                <a:lnTo>
                  <a:pt x="1983" y="0"/>
                </a:lnTo>
                <a:lnTo>
                  <a:pt x="1983" y="20"/>
                </a:lnTo>
                <a:lnTo>
                  <a:pt x="1974" y="20"/>
                </a:lnTo>
                <a:lnTo>
                  <a:pt x="1945" y="20"/>
                </a:lnTo>
                <a:lnTo>
                  <a:pt x="1945" y="0"/>
                </a:lnTo>
                <a:lnTo>
                  <a:pt x="1955" y="0"/>
                </a:lnTo>
                <a:moveTo>
                  <a:pt x="2012" y="0"/>
                </a:moveTo>
                <a:lnTo>
                  <a:pt x="2031" y="0"/>
                </a:lnTo>
                <a:lnTo>
                  <a:pt x="2041" y="0"/>
                </a:lnTo>
                <a:lnTo>
                  <a:pt x="2041" y="20"/>
                </a:lnTo>
                <a:lnTo>
                  <a:pt x="2031" y="20"/>
                </a:lnTo>
                <a:lnTo>
                  <a:pt x="2002" y="20"/>
                </a:lnTo>
                <a:lnTo>
                  <a:pt x="2002" y="0"/>
                </a:lnTo>
                <a:lnTo>
                  <a:pt x="2012" y="0"/>
                </a:lnTo>
                <a:moveTo>
                  <a:pt x="2069" y="0"/>
                </a:moveTo>
                <a:lnTo>
                  <a:pt x="2088" y="0"/>
                </a:lnTo>
                <a:lnTo>
                  <a:pt x="2098" y="0"/>
                </a:lnTo>
                <a:lnTo>
                  <a:pt x="2098" y="20"/>
                </a:lnTo>
                <a:lnTo>
                  <a:pt x="2088" y="20"/>
                </a:lnTo>
                <a:lnTo>
                  <a:pt x="2060" y="20"/>
                </a:lnTo>
                <a:lnTo>
                  <a:pt x="2060" y="0"/>
                </a:lnTo>
                <a:lnTo>
                  <a:pt x="2069" y="0"/>
                </a:lnTo>
                <a:moveTo>
                  <a:pt x="2126" y="0"/>
                </a:moveTo>
                <a:lnTo>
                  <a:pt x="2146" y="0"/>
                </a:lnTo>
                <a:lnTo>
                  <a:pt x="2155" y="0"/>
                </a:lnTo>
                <a:lnTo>
                  <a:pt x="2155" y="20"/>
                </a:lnTo>
                <a:lnTo>
                  <a:pt x="2146" y="20"/>
                </a:lnTo>
                <a:lnTo>
                  <a:pt x="2117" y="20"/>
                </a:lnTo>
                <a:lnTo>
                  <a:pt x="2117" y="0"/>
                </a:lnTo>
                <a:lnTo>
                  <a:pt x="2126" y="0"/>
                </a:lnTo>
                <a:moveTo>
                  <a:pt x="2184" y="0"/>
                </a:moveTo>
                <a:lnTo>
                  <a:pt x="2203" y="0"/>
                </a:lnTo>
                <a:lnTo>
                  <a:pt x="2212" y="0"/>
                </a:lnTo>
                <a:lnTo>
                  <a:pt x="2212" y="20"/>
                </a:lnTo>
                <a:lnTo>
                  <a:pt x="2203" y="20"/>
                </a:lnTo>
                <a:lnTo>
                  <a:pt x="2174" y="20"/>
                </a:lnTo>
                <a:lnTo>
                  <a:pt x="2174" y="0"/>
                </a:lnTo>
                <a:lnTo>
                  <a:pt x="2184" y="0"/>
                </a:lnTo>
                <a:moveTo>
                  <a:pt x="2241" y="0"/>
                </a:moveTo>
                <a:lnTo>
                  <a:pt x="2260" y="0"/>
                </a:lnTo>
                <a:lnTo>
                  <a:pt x="2269" y="0"/>
                </a:lnTo>
                <a:lnTo>
                  <a:pt x="2269" y="20"/>
                </a:lnTo>
                <a:lnTo>
                  <a:pt x="2260" y="20"/>
                </a:lnTo>
                <a:lnTo>
                  <a:pt x="2231" y="20"/>
                </a:lnTo>
                <a:lnTo>
                  <a:pt x="2231" y="0"/>
                </a:lnTo>
                <a:lnTo>
                  <a:pt x="2241" y="0"/>
                </a:lnTo>
                <a:moveTo>
                  <a:pt x="2298" y="0"/>
                </a:moveTo>
                <a:lnTo>
                  <a:pt x="2317" y="0"/>
                </a:lnTo>
                <a:lnTo>
                  <a:pt x="2327" y="0"/>
                </a:lnTo>
                <a:lnTo>
                  <a:pt x="2327" y="20"/>
                </a:lnTo>
                <a:lnTo>
                  <a:pt x="2317" y="20"/>
                </a:lnTo>
                <a:lnTo>
                  <a:pt x="2289" y="20"/>
                </a:lnTo>
                <a:lnTo>
                  <a:pt x="2289" y="0"/>
                </a:lnTo>
                <a:lnTo>
                  <a:pt x="2298" y="0"/>
                </a:lnTo>
                <a:moveTo>
                  <a:pt x="2355" y="0"/>
                </a:moveTo>
                <a:lnTo>
                  <a:pt x="2374" y="0"/>
                </a:lnTo>
                <a:lnTo>
                  <a:pt x="2384" y="0"/>
                </a:lnTo>
                <a:lnTo>
                  <a:pt x="2384" y="20"/>
                </a:lnTo>
                <a:lnTo>
                  <a:pt x="2374" y="20"/>
                </a:lnTo>
                <a:lnTo>
                  <a:pt x="2346" y="20"/>
                </a:lnTo>
                <a:lnTo>
                  <a:pt x="2346" y="0"/>
                </a:lnTo>
                <a:lnTo>
                  <a:pt x="2355" y="0"/>
                </a:lnTo>
                <a:moveTo>
                  <a:pt x="2413" y="0"/>
                </a:moveTo>
                <a:lnTo>
                  <a:pt x="2432" y="0"/>
                </a:lnTo>
                <a:lnTo>
                  <a:pt x="2441" y="0"/>
                </a:lnTo>
                <a:lnTo>
                  <a:pt x="2441" y="20"/>
                </a:lnTo>
                <a:lnTo>
                  <a:pt x="2432" y="20"/>
                </a:lnTo>
                <a:lnTo>
                  <a:pt x="2403" y="20"/>
                </a:lnTo>
                <a:lnTo>
                  <a:pt x="2403" y="0"/>
                </a:lnTo>
                <a:lnTo>
                  <a:pt x="2413" y="0"/>
                </a:lnTo>
                <a:moveTo>
                  <a:pt x="2470" y="0"/>
                </a:moveTo>
                <a:lnTo>
                  <a:pt x="2489" y="0"/>
                </a:lnTo>
                <a:lnTo>
                  <a:pt x="2498" y="0"/>
                </a:lnTo>
                <a:lnTo>
                  <a:pt x="2498" y="20"/>
                </a:lnTo>
                <a:lnTo>
                  <a:pt x="2489" y="20"/>
                </a:lnTo>
                <a:lnTo>
                  <a:pt x="2460" y="20"/>
                </a:lnTo>
                <a:lnTo>
                  <a:pt x="2460" y="0"/>
                </a:lnTo>
                <a:lnTo>
                  <a:pt x="2470" y="0"/>
                </a:lnTo>
                <a:moveTo>
                  <a:pt x="2527" y="0"/>
                </a:moveTo>
                <a:lnTo>
                  <a:pt x="2546" y="0"/>
                </a:lnTo>
                <a:lnTo>
                  <a:pt x="2556" y="0"/>
                </a:lnTo>
                <a:lnTo>
                  <a:pt x="2556" y="20"/>
                </a:lnTo>
                <a:lnTo>
                  <a:pt x="2546" y="20"/>
                </a:lnTo>
                <a:lnTo>
                  <a:pt x="2517" y="20"/>
                </a:lnTo>
                <a:lnTo>
                  <a:pt x="2517" y="0"/>
                </a:lnTo>
                <a:lnTo>
                  <a:pt x="2527" y="0"/>
                </a:lnTo>
                <a:moveTo>
                  <a:pt x="2584" y="0"/>
                </a:moveTo>
                <a:lnTo>
                  <a:pt x="2603" y="0"/>
                </a:lnTo>
                <a:lnTo>
                  <a:pt x="2613" y="0"/>
                </a:lnTo>
                <a:lnTo>
                  <a:pt x="2613" y="20"/>
                </a:lnTo>
                <a:lnTo>
                  <a:pt x="2603" y="20"/>
                </a:lnTo>
                <a:lnTo>
                  <a:pt x="2575" y="20"/>
                </a:lnTo>
                <a:lnTo>
                  <a:pt x="2575" y="0"/>
                </a:lnTo>
                <a:lnTo>
                  <a:pt x="2584" y="0"/>
                </a:lnTo>
                <a:moveTo>
                  <a:pt x="2641" y="0"/>
                </a:moveTo>
                <a:lnTo>
                  <a:pt x="2660" y="0"/>
                </a:lnTo>
                <a:lnTo>
                  <a:pt x="2670" y="0"/>
                </a:lnTo>
                <a:lnTo>
                  <a:pt x="2670" y="20"/>
                </a:lnTo>
                <a:lnTo>
                  <a:pt x="2660" y="20"/>
                </a:lnTo>
                <a:lnTo>
                  <a:pt x="2632" y="20"/>
                </a:lnTo>
                <a:lnTo>
                  <a:pt x="2632" y="0"/>
                </a:lnTo>
                <a:lnTo>
                  <a:pt x="2641" y="0"/>
                </a:lnTo>
                <a:moveTo>
                  <a:pt x="2699" y="0"/>
                </a:moveTo>
                <a:lnTo>
                  <a:pt x="2718" y="0"/>
                </a:lnTo>
                <a:lnTo>
                  <a:pt x="2727" y="0"/>
                </a:lnTo>
                <a:lnTo>
                  <a:pt x="2727" y="20"/>
                </a:lnTo>
                <a:lnTo>
                  <a:pt x="2718" y="20"/>
                </a:lnTo>
                <a:lnTo>
                  <a:pt x="2689" y="20"/>
                </a:lnTo>
                <a:lnTo>
                  <a:pt x="2689" y="0"/>
                </a:lnTo>
                <a:lnTo>
                  <a:pt x="2699" y="0"/>
                </a:lnTo>
                <a:moveTo>
                  <a:pt x="2756" y="0"/>
                </a:moveTo>
                <a:lnTo>
                  <a:pt x="2775" y="0"/>
                </a:lnTo>
                <a:lnTo>
                  <a:pt x="2784" y="0"/>
                </a:lnTo>
                <a:lnTo>
                  <a:pt x="2784" y="20"/>
                </a:lnTo>
                <a:lnTo>
                  <a:pt x="2775" y="20"/>
                </a:lnTo>
                <a:lnTo>
                  <a:pt x="2746" y="20"/>
                </a:lnTo>
                <a:lnTo>
                  <a:pt x="2746" y="0"/>
                </a:lnTo>
                <a:lnTo>
                  <a:pt x="2756" y="0"/>
                </a:lnTo>
                <a:moveTo>
                  <a:pt x="2813" y="0"/>
                </a:moveTo>
                <a:lnTo>
                  <a:pt x="2832" y="0"/>
                </a:lnTo>
                <a:lnTo>
                  <a:pt x="2842" y="0"/>
                </a:lnTo>
                <a:lnTo>
                  <a:pt x="2842" y="20"/>
                </a:lnTo>
                <a:lnTo>
                  <a:pt x="2832" y="20"/>
                </a:lnTo>
                <a:lnTo>
                  <a:pt x="2804" y="20"/>
                </a:lnTo>
                <a:lnTo>
                  <a:pt x="2804" y="0"/>
                </a:lnTo>
                <a:lnTo>
                  <a:pt x="2813" y="0"/>
                </a:lnTo>
                <a:moveTo>
                  <a:pt x="2870" y="0"/>
                </a:moveTo>
                <a:lnTo>
                  <a:pt x="2889" y="0"/>
                </a:lnTo>
                <a:lnTo>
                  <a:pt x="2899" y="0"/>
                </a:lnTo>
                <a:lnTo>
                  <a:pt x="2899" y="20"/>
                </a:lnTo>
                <a:lnTo>
                  <a:pt x="2889" y="20"/>
                </a:lnTo>
                <a:lnTo>
                  <a:pt x="2861" y="20"/>
                </a:lnTo>
                <a:lnTo>
                  <a:pt x="2861" y="0"/>
                </a:lnTo>
                <a:lnTo>
                  <a:pt x="2870" y="0"/>
                </a:lnTo>
                <a:moveTo>
                  <a:pt x="2928" y="0"/>
                </a:moveTo>
                <a:lnTo>
                  <a:pt x="2947" y="0"/>
                </a:lnTo>
                <a:lnTo>
                  <a:pt x="2956" y="0"/>
                </a:lnTo>
                <a:lnTo>
                  <a:pt x="2956" y="20"/>
                </a:lnTo>
                <a:lnTo>
                  <a:pt x="2947" y="20"/>
                </a:lnTo>
                <a:lnTo>
                  <a:pt x="2918" y="20"/>
                </a:lnTo>
                <a:lnTo>
                  <a:pt x="2918" y="0"/>
                </a:lnTo>
                <a:lnTo>
                  <a:pt x="2928" y="0"/>
                </a:lnTo>
                <a:moveTo>
                  <a:pt x="2985" y="0"/>
                </a:moveTo>
                <a:lnTo>
                  <a:pt x="3004" y="0"/>
                </a:lnTo>
                <a:lnTo>
                  <a:pt x="3013" y="0"/>
                </a:lnTo>
                <a:lnTo>
                  <a:pt x="3013" y="20"/>
                </a:lnTo>
                <a:lnTo>
                  <a:pt x="3004" y="20"/>
                </a:lnTo>
                <a:lnTo>
                  <a:pt x="2975" y="20"/>
                </a:lnTo>
                <a:lnTo>
                  <a:pt x="2975" y="0"/>
                </a:lnTo>
                <a:lnTo>
                  <a:pt x="2985" y="0"/>
                </a:lnTo>
                <a:moveTo>
                  <a:pt x="3042" y="0"/>
                </a:moveTo>
                <a:lnTo>
                  <a:pt x="3061" y="0"/>
                </a:lnTo>
                <a:lnTo>
                  <a:pt x="3071" y="0"/>
                </a:lnTo>
                <a:lnTo>
                  <a:pt x="3071" y="20"/>
                </a:lnTo>
                <a:lnTo>
                  <a:pt x="3061" y="20"/>
                </a:lnTo>
                <a:lnTo>
                  <a:pt x="3032" y="20"/>
                </a:lnTo>
                <a:lnTo>
                  <a:pt x="3032" y="0"/>
                </a:lnTo>
                <a:lnTo>
                  <a:pt x="3042" y="0"/>
                </a:lnTo>
                <a:moveTo>
                  <a:pt x="3099" y="0"/>
                </a:moveTo>
                <a:lnTo>
                  <a:pt x="3118" y="0"/>
                </a:lnTo>
                <a:lnTo>
                  <a:pt x="3128" y="0"/>
                </a:lnTo>
                <a:lnTo>
                  <a:pt x="3128" y="20"/>
                </a:lnTo>
                <a:lnTo>
                  <a:pt x="3118" y="20"/>
                </a:lnTo>
                <a:lnTo>
                  <a:pt x="3090" y="20"/>
                </a:lnTo>
                <a:lnTo>
                  <a:pt x="3090" y="0"/>
                </a:lnTo>
                <a:lnTo>
                  <a:pt x="3099" y="0"/>
                </a:lnTo>
                <a:moveTo>
                  <a:pt x="3156" y="0"/>
                </a:moveTo>
                <a:lnTo>
                  <a:pt x="3175" y="0"/>
                </a:lnTo>
                <a:lnTo>
                  <a:pt x="3185" y="0"/>
                </a:lnTo>
                <a:lnTo>
                  <a:pt x="3185" y="20"/>
                </a:lnTo>
                <a:lnTo>
                  <a:pt x="3175" y="20"/>
                </a:lnTo>
                <a:lnTo>
                  <a:pt x="3147" y="20"/>
                </a:lnTo>
                <a:lnTo>
                  <a:pt x="3147" y="0"/>
                </a:lnTo>
                <a:lnTo>
                  <a:pt x="3156" y="0"/>
                </a:lnTo>
                <a:moveTo>
                  <a:pt x="3214" y="0"/>
                </a:moveTo>
                <a:lnTo>
                  <a:pt x="3233" y="0"/>
                </a:lnTo>
                <a:lnTo>
                  <a:pt x="3242" y="0"/>
                </a:lnTo>
                <a:lnTo>
                  <a:pt x="3242" y="20"/>
                </a:lnTo>
                <a:lnTo>
                  <a:pt x="3233" y="20"/>
                </a:lnTo>
                <a:lnTo>
                  <a:pt x="3204" y="20"/>
                </a:lnTo>
                <a:lnTo>
                  <a:pt x="3204" y="0"/>
                </a:lnTo>
                <a:lnTo>
                  <a:pt x="3214" y="0"/>
                </a:lnTo>
                <a:moveTo>
                  <a:pt x="3271" y="0"/>
                </a:moveTo>
                <a:lnTo>
                  <a:pt x="3290" y="0"/>
                </a:lnTo>
                <a:lnTo>
                  <a:pt x="3299" y="0"/>
                </a:lnTo>
                <a:lnTo>
                  <a:pt x="3299" y="20"/>
                </a:lnTo>
                <a:lnTo>
                  <a:pt x="3290" y="20"/>
                </a:lnTo>
                <a:lnTo>
                  <a:pt x="3261" y="20"/>
                </a:lnTo>
                <a:lnTo>
                  <a:pt x="3261" y="0"/>
                </a:lnTo>
                <a:lnTo>
                  <a:pt x="3271" y="0"/>
                </a:lnTo>
                <a:moveTo>
                  <a:pt x="3328" y="0"/>
                </a:moveTo>
                <a:lnTo>
                  <a:pt x="3347" y="0"/>
                </a:lnTo>
                <a:lnTo>
                  <a:pt x="3357" y="0"/>
                </a:lnTo>
                <a:lnTo>
                  <a:pt x="3357" y="20"/>
                </a:lnTo>
                <a:lnTo>
                  <a:pt x="3347" y="20"/>
                </a:lnTo>
                <a:lnTo>
                  <a:pt x="3318" y="20"/>
                </a:lnTo>
                <a:lnTo>
                  <a:pt x="3318" y="0"/>
                </a:lnTo>
                <a:lnTo>
                  <a:pt x="3328" y="0"/>
                </a:lnTo>
                <a:moveTo>
                  <a:pt x="3385" y="0"/>
                </a:moveTo>
                <a:lnTo>
                  <a:pt x="3404" y="0"/>
                </a:lnTo>
                <a:lnTo>
                  <a:pt x="3414" y="0"/>
                </a:lnTo>
                <a:lnTo>
                  <a:pt x="3414" y="20"/>
                </a:lnTo>
                <a:lnTo>
                  <a:pt x="3404" y="20"/>
                </a:lnTo>
                <a:lnTo>
                  <a:pt x="3376" y="20"/>
                </a:lnTo>
                <a:lnTo>
                  <a:pt x="3376" y="0"/>
                </a:lnTo>
                <a:lnTo>
                  <a:pt x="3385" y="0"/>
                </a:lnTo>
                <a:moveTo>
                  <a:pt x="3442" y="0"/>
                </a:moveTo>
                <a:lnTo>
                  <a:pt x="3462" y="0"/>
                </a:lnTo>
                <a:lnTo>
                  <a:pt x="3471" y="0"/>
                </a:lnTo>
                <a:lnTo>
                  <a:pt x="3471" y="20"/>
                </a:lnTo>
                <a:lnTo>
                  <a:pt x="3462" y="20"/>
                </a:lnTo>
                <a:lnTo>
                  <a:pt x="3433" y="20"/>
                </a:lnTo>
                <a:lnTo>
                  <a:pt x="3433" y="0"/>
                </a:lnTo>
                <a:lnTo>
                  <a:pt x="3442" y="0"/>
                </a:lnTo>
                <a:moveTo>
                  <a:pt x="3500" y="0"/>
                </a:moveTo>
                <a:lnTo>
                  <a:pt x="3519" y="0"/>
                </a:lnTo>
                <a:lnTo>
                  <a:pt x="3528" y="0"/>
                </a:lnTo>
                <a:lnTo>
                  <a:pt x="3528" y="20"/>
                </a:lnTo>
                <a:lnTo>
                  <a:pt x="3519" y="20"/>
                </a:lnTo>
                <a:lnTo>
                  <a:pt x="3490" y="20"/>
                </a:lnTo>
                <a:lnTo>
                  <a:pt x="3490" y="0"/>
                </a:lnTo>
                <a:lnTo>
                  <a:pt x="3500" y="0"/>
                </a:lnTo>
                <a:moveTo>
                  <a:pt x="3557" y="0"/>
                </a:moveTo>
                <a:lnTo>
                  <a:pt x="3576" y="0"/>
                </a:lnTo>
                <a:lnTo>
                  <a:pt x="3586" y="0"/>
                </a:lnTo>
                <a:lnTo>
                  <a:pt x="3586" y="20"/>
                </a:lnTo>
                <a:lnTo>
                  <a:pt x="3576" y="20"/>
                </a:lnTo>
                <a:lnTo>
                  <a:pt x="3547" y="20"/>
                </a:lnTo>
                <a:lnTo>
                  <a:pt x="3547" y="0"/>
                </a:lnTo>
                <a:lnTo>
                  <a:pt x="3557" y="0"/>
                </a:lnTo>
                <a:moveTo>
                  <a:pt x="3614" y="0"/>
                </a:moveTo>
                <a:lnTo>
                  <a:pt x="3633" y="0"/>
                </a:lnTo>
                <a:lnTo>
                  <a:pt x="3643" y="0"/>
                </a:lnTo>
                <a:lnTo>
                  <a:pt x="3643" y="20"/>
                </a:lnTo>
                <a:lnTo>
                  <a:pt x="3633" y="20"/>
                </a:lnTo>
                <a:lnTo>
                  <a:pt x="3605" y="20"/>
                </a:lnTo>
                <a:lnTo>
                  <a:pt x="3605" y="0"/>
                </a:lnTo>
                <a:lnTo>
                  <a:pt x="3614" y="0"/>
                </a:lnTo>
                <a:moveTo>
                  <a:pt x="3671" y="0"/>
                </a:moveTo>
                <a:lnTo>
                  <a:pt x="3690" y="0"/>
                </a:lnTo>
                <a:lnTo>
                  <a:pt x="3700" y="0"/>
                </a:lnTo>
                <a:lnTo>
                  <a:pt x="3700" y="20"/>
                </a:lnTo>
                <a:lnTo>
                  <a:pt x="3690" y="20"/>
                </a:lnTo>
                <a:lnTo>
                  <a:pt x="3662" y="20"/>
                </a:lnTo>
                <a:lnTo>
                  <a:pt x="3662" y="0"/>
                </a:lnTo>
                <a:lnTo>
                  <a:pt x="3671" y="0"/>
                </a:lnTo>
                <a:moveTo>
                  <a:pt x="3729" y="0"/>
                </a:moveTo>
                <a:lnTo>
                  <a:pt x="3748" y="0"/>
                </a:lnTo>
                <a:lnTo>
                  <a:pt x="3757" y="0"/>
                </a:lnTo>
                <a:lnTo>
                  <a:pt x="3757" y="20"/>
                </a:lnTo>
                <a:lnTo>
                  <a:pt x="3748" y="20"/>
                </a:lnTo>
                <a:lnTo>
                  <a:pt x="3719" y="20"/>
                </a:lnTo>
                <a:lnTo>
                  <a:pt x="3719" y="0"/>
                </a:lnTo>
                <a:lnTo>
                  <a:pt x="3729" y="0"/>
                </a:lnTo>
                <a:moveTo>
                  <a:pt x="3786" y="0"/>
                </a:moveTo>
                <a:lnTo>
                  <a:pt x="3805" y="0"/>
                </a:lnTo>
                <a:lnTo>
                  <a:pt x="3814" y="0"/>
                </a:lnTo>
                <a:lnTo>
                  <a:pt x="3814" y="20"/>
                </a:lnTo>
                <a:lnTo>
                  <a:pt x="3805" y="20"/>
                </a:lnTo>
                <a:lnTo>
                  <a:pt x="3776" y="20"/>
                </a:lnTo>
                <a:lnTo>
                  <a:pt x="3776" y="0"/>
                </a:lnTo>
                <a:lnTo>
                  <a:pt x="3786" y="0"/>
                </a:lnTo>
                <a:moveTo>
                  <a:pt x="3843" y="0"/>
                </a:moveTo>
                <a:lnTo>
                  <a:pt x="3862" y="0"/>
                </a:lnTo>
                <a:lnTo>
                  <a:pt x="3872" y="0"/>
                </a:lnTo>
                <a:lnTo>
                  <a:pt x="3872" y="20"/>
                </a:lnTo>
                <a:lnTo>
                  <a:pt x="3862" y="20"/>
                </a:lnTo>
                <a:lnTo>
                  <a:pt x="3833" y="20"/>
                </a:lnTo>
                <a:lnTo>
                  <a:pt x="3833" y="0"/>
                </a:lnTo>
                <a:lnTo>
                  <a:pt x="3843" y="0"/>
                </a:lnTo>
                <a:moveTo>
                  <a:pt x="3900" y="0"/>
                </a:moveTo>
                <a:lnTo>
                  <a:pt x="3919" y="0"/>
                </a:lnTo>
                <a:lnTo>
                  <a:pt x="3929" y="0"/>
                </a:lnTo>
                <a:lnTo>
                  <a:pt x="3929" y="20"/>
                </a:lnTo>
                <a:lnTo>
                  <a:pt x="3919" y="20"/>
                </a:lnTo>
                <a:lnTo>
                  <a:pt x="3891" y="20"/>
                </a:lnTo>
                <a:lnTo>
                  <a:pt x="3891" y="0"/>
                </a:lnTo>
                <a:lnTo>
                  <a:pt x="3900" y="0"/>
                </a:lnTo>
                <a:moveTo>
                  <a:pt x="3957" y="0"/>
                </a:moveTo>
                <a:lnTo>
                  <a:pt x="3976" y="0"/>
                </a:lnTo>
                <a:lnTo>
                  <a:pt x="3986" y="0"/>
                </a:lnTo>
                <a:lnTo>
                  <a:pt x="3986" y="20"/>
                </a:lnTo>
                <a:lnTo>
                  <a:pt x="3976" y="20"/>
                </a:lnTo>
                <a:lnTo>
                  <a:pt x="3948" y="20"/>
                </a:lnTo>
                <a:lnTo>
                  <a:pt x="3948" y="0"/>
                </a:lnTo>
                <a:lnTo>
                  <a:pt x="3957" y="0"/>
                </a:lnTo>
                <a:moveTo>
                  <a:pt x="4015" y="0"/>
                </a:moveTo>
                <a:lnTo>
                  <a:pt x="4034" y="0"/>
                </a:lnTo>
                <a:lnTo>
                  <a:pt x="4043" y="0"/>
                </a:lnTo>
                <a:lnTo>
                  <a:pt x="4043" y="20"/>
                </a:lnTo>
                <a:lnTo>
                  <a:pt x="4034" y="20"/>
                </a:lnTo>
                <a:lnTo>
                  <a:pt x="4005" y="20"/>
                </a:lnTo>
                <a:lnTo>
                  <a:pt x="4005" y="0"/>
                </a:lnTo>
                <a:lnTo>
                  <a:pt x="4015" y="0"/>
                </a:lnTo>
                <a:moveTo>
                  <a:pt x="4072" y="0"/>
                </a:moveTo>
                <a:lnTo>
                  <a:pt x="4091" y="0"/>
                </a:lnTo>
                <a:lnTo>
                  <a:pt x="4100" y="0"/>
                </a:lnTo>
                <a:lnTo>
                  <a:pt x="4100" y="20"/>
                </a:lnTo>
                <a:lnTo>
                  <a:pt x="4091" y="20"/>
                </a:lnTo>
                <a:lnTo>
                  <a:pt x="4062" y="20"/>
                </a:lnTo>
                <a:lnTo>
                  <a:pt x="4062" y="0"/>
                </a:lnTo>
                <a:lnTo>
                  <a:pt x="4072" y="0"/>
                </a:lnTo>
                <a:moveTo>
                  <a:pt x="4129" y="0"/>
                </a:moveTo>
                <a:lnTo>
                  <a:pt x="4148" y="0"/>
                </a:lnTo>
                <a:lnTo>
                  <a:pt x="4158" y="0"/>
                </a:lnTo>
                <a:lnTo>
                  <a:pt x="4158" y="20"/>
                </a:lnTo>
                <a:lnTo>
                  <a:pt x="4148" y="20"/>
                </a:lnTo>
                <a:lnTo>
                  <a:pt x="4120" y="20"/>
                </a:lnTo>
                <a:lnTo>
                  <a:pt x="4120" y="0"/>
                </a:lnTo>
                <a:lnTo>
                  <a:pt x="4129" y="0"/>
                </a:lnTo>
                <a:moveTo>
                  <a:pt x="4186" y="0"/>
                </a:moveTo>
                <a:lnTo>
                  <a:pt x="4205" y="0"/>
                </a:lnTo>
                <a:lnTo>
                  <a:pt x="4215" y="0"/>
                </a:lnTo>
                <a:lnTo>
                  <a:pt x="4215" y="20"/>
                </a:lnTo>
                <a:lnTo>
                  <a:pt x="4205" y="20"/>
                </a:lnTo>
                <a:lnTo>
                  <a:pt x="4177" y="20"/>
                </a:lnTo>
                <a:lnTo>
                  <a:pt x="4177" y="0"/>
                </a:lnTo>
                <a:lnTo>
                  <a:pt x="4186" y="0"/>
                </a:lnTo>
                <a:moveTo>
                  <a:pt x="4244" y="0"/>
                </a:moveTo>
                <a:lnTo>
                  <a:pt x="4263" y="0"/>
                </a:lnTo>
                <a:lnTo>
                  <a:pt x="4272" y="0"/>
                </a:lnTo>
                <a:lnTo>
                  <a:pt x="4272" y="20"/>
                </a:lnTo>
                <a:lnTo>
                  <a:pt x="4263" y="20"/>
                </a:lnTo>
                <a:lnTo>
                  <a:pt x="4234" y="20"/>
                </a:lnTo>
                <a:lnTo>
                  <a:pt x="4234" y="0"/>
                </a:lnTo>
                <a:lnTo>
                  <a:pt x="4244" y="0"/>
                </a:lnTo>
                <a:moveTo>
                  <a:pt x="4301" y="0"/>
                </a:moveTo>
                <a:lnTo>
                  <a:pt x="4320" y="0"/>
                </a:lnTo>
                <a:lnTo>
                  <a:pt x="4329" y="0"/>
                </a:lnTo>
                <a:lnTo>
                  <a:pt x="4329" y="20"/>
                </a:lnTo>
                <a:lnTo>
                  <a:pt x="4320" y="20"/>
                </a:lnTo>
                <a:lnTo>
                  <a:pt x="4291" y="20"/>
                </a:lnTo>
                <a:lnTo>
                  <a:pt x="4291" y="0"/>
                </a:lnTo>
                <a:lnTo>
                  <a:pt x="4301" y="0"/>
                </a:lnTo>
                <a:moveTo>
                  <a:pt x="4358" y="0"/>
                </a:moveTo>
                <a:lnTo>
                  <a:pt x="4377" y="0"/>
                </a:lnTo>
                <a:lnTo>
                  <a:pt x="4387" y="0"/>
                </a:lnTo>
                <a:lnTo>
                  <a:pt x="4387" y="20"/>
                </a:lnTo>
                <a:lnTo>
                  <a:pt x="4377" y="20"/>
                </a:lnTo>
                <a:lnTo>
                  <a:pt x="4348" y="20"/>
                </a:lnTo>
                <a:lnTo>
                  <a:pt x="4348" y="0"/>
                </a:lnTo>
                <a:lnTo>
                  <a:pt x="4358" y="0"/>
                </a:lnTo>
                <a:moveTo>
                  <a:pt x="4415" y="0"/>
                </a:moveTo>
                <a:lnTo>
                  <a:pt x="4434" y="0"/>
                </a:lnTo>
                <a:lnTo>
                  <a:pt x="4444" y="0"/>
                </a:lnTo>
                <a:lnTo>
                  <a:pt x="4444" y="20"/>
                </a:lnTo>
                <a:lnTo>
                  <a:pt x="4434" y="20"/>
                </a:lnTo>
                <a:lnTo>
                  <a:pt x="4406" y="20"/>
                </a:lnTo>
                <a:lnTo>
                  <a:pt x="4406" y="0"/>
                </a:lnTo>
                <a:lnTo>
                  <a:pt x="4415" y="0"/>
                </a:lnTo>
                <a:moveTo>
                  <a:pt x="4472" y="0"/>
                </a:moveTo>
                <a:lnTo>
                  <a:pt x="4491" y="0"/>
                </a:lnTo>
                <a:lnTo>
                  <a:pt x="4501" y="0"/>
                </a:lnTo>
                <a:lnTo>
                  <a:pt x="4501" y="20"/>
                </a:lnTo>
                <a:lnTo>
                  <a:pt x="4491" y="20"/>
                </a:lnTo>
                <a:lnTo>
                  <a:pt x="4463" y="20"/>
                </a:lnTo>
                <a:lnTo>
                  <a:pt x="4463" y="0"/>
                </a:lnTo>
                <a:lnTo>
                  <a:pt x="4472" y="0"/>
                </a:lnTo>
                <a:moveTo>
                  <a:pt x="4530" y="0"/>
                </a:moveTo>
                <a:lnTo>
                  <a:pt x="4549" y="0"/>
                </a:lnTo>
                <a:lnTo>
                  <a:pt x="4558" y="0"/>
                </a:lnTo>
                <a:lnTo>
                  <a:pt x="4558" y="20"/>
                </a:lnTo>
                <a:lnTo>
                  <a:pt x="4549" y="20"/>
                </a:lnTo>
                <a:lnTo>
                  <a:pt x="4520" y="20"/>
                </a:lnTo>
                <a:lnTo>
                  <a:pt x="4520" y="0"/>
                </a:lnTo>
                <a:lnTo>
                  <a:pt x="4530" y="0"/>
                </a:lnTo>
                <a:moveTo>
                  <a:pt x="4587" y="0"/>
                </a:moveTo>
                <a:lnTo>
                  <a:pt x="4606" y="0"/>
                </a:lnTo>
                <a:lnTo>
                  <a:pt x="4615" y="0"/>
                </a:lnTo>
                <a:lnTo>
                  <a:pt x="4615" y="20"/>
                </a:lnTo>
                <a:lnTo>
                  <a:pt x="4606" y="20"/>
                </a:lnTo>
                <a:lnTo>
                  <a:pt x="4577" y="20"/>
                </a:lnTo>
                <a:lnTo>
                  <a:pt x="4577" y="0"/>
                </a:lnTo>
                <a:lnTo>
                  <a:pt x="4587" y="0"/>
                </a:lnTo>
                <a:moveTo>
                  <a:pt x="4644" y="0"/>
                </a:moveTo>
                <a:lnTo>
                  <a:pt x="4663" y="0"/>
                </a:lnTo>
                <a:lnTo>
                  <a:pt x="4673" y="0"/>
                </a:lnTo>
                <a:lnTo>
                  <a:pt x="4673" y="20"/>
                </a:lnTo>
                <a:lnTo>
                  <a:pt x="4663" y="20"/>
                </a:lnTo>
                <a:lnTo>
                  <a:pt x="4634" y="20"/>
                </a:lnTo>
                <a:lnTo>
                  <a:pt x="4634" y="0"/>
                </a:lnTo>
                <a:lnTo>
                  <a:pt x="4644" y="0"/>
                </a:lnTo>
                <a:moveTo>
                  <a:pt x="4701" y="0"/>
                </a:moveTo>
                <a:lnTo>
                  <a:pt x="4720" y="0"/>
                </a:lnTo>
                <a:lnTo>
                  <a:pt x="4730" y="0"/>
                </a:lnTo>
                <a:lnTo>
                  <a:pt x="4730" y="20"/>
                </a:lnTo>
                <a:lnTo>
                  <a:pt x="4720" y="20"/>
                </a:lnTo>
                <a:lnTo>
                  <a:pt x="4692" y="20"/>
                </a:lnTo>
                <a:lnTo>
                  <a:pt x="4692" y="0"/>
                </a:lnTo>
                <a:lnTo>
                  <a:pt x="4701" y="0"/>
                </a:lnTo>
                <a:moveTo>
                  <a:pt x="4758" y="0"/>
                </a:moveTo>
                <a:lnTo>
                  <a:pt x="4778" y="0"/>
                </a:lnTo>
                <a:lnTo>
                  <a:pt x="4787" y="0"/>
                </a:lnTo>
                <a:lnTo>
                  <a:pt x="4787" y="20"/>
                </a:lnTo>
                <a:lnTo>
                  <a:pt x="4778" y="20"/>
                </a:lnTo>
                <a:lnTo>
                  <a:pt x="4749" y="20"/>
                </a:lnTo>
                <a:lnTo>
                  <a:pt x="4749" y="0"/>
                </a:lnTo>
                <a:lnTo>
                  <a:pt x="4758" y="0"/>
                </a:lnTo>
                <a:moveTo>
                  <a:pt x="4816" y="0"/>
                </a:moveTo>
                <a:lnTo>
                  <a:pt x="4835" y="0"/>
                </a:lnTo>
                <a:lnTo>
                  <a:pt x="4844" y="0"/>
                </a:lnTo>
                <a:lnTo>
                  <a:pt x="4844" y="20"/>
                </a:lnTo>
                <a:lnTo>
                  <a:pt x="4835" y="20"/>
                </a:lnTo>
                <a:lnTo>
                  <a:pt x="4806" y="20"/>
                </a:lnTo>
                <a:lnTo>
                  <a:pt x="4806" y="0"/>
                </a:lnTo>
                <a:lnTo>
                  <a:pt x="4816" y="0"/>
                </a:lnTo>
                <a:moveTo>
                  <a:pt x="4873" y="0"/>
                </a:moveTo>
                <a:lnTo>
                  <a:pt x="4892" y="0"/>
                </a:lnTo>
                <a:lnTo>
                  <a:pt x="4902" y="0"/>
                </a:lnTo>
                <a:lnTo>
                  <a:pt x="4902" y="20"/>
                </a:lnTo>
                <a:lnTo>
                  <a:pt x="4892" y="20"/>
                </a:lnTo>
                <a:lnTo>
                  <a:pt x="4863" y="20"/>
                </a:lnTo>
                <a:lnTo>
                  <a:pt x="4863" y="0"/>
                </a:lnTo>
                <a:lnTo>
                  <a:pt x="4873" y="0"/>
                </a:lnTo>
                <a:moveTo>
                  <a:pt x="4930" y="0"/>
                </a:moveTo>
                <a:lnTo>
                  <a:pt x="4949" y="0"/>
                </a:lnTo>
                <a:lnTo>
                  <a:pt x="4959" y="0"/>
                </a:lnTo>
                <a:lnTo>
                  <a:pt x="4959" y="20"/>
                </a:lnTo>
                <a:lnTo>
                  <a:pt x="4949" y="20"/>
                </a:lnTo>
                <a:lnTo>
                  <a:pt x="4921" y="20"/>
                </a:lnTo>
                <a:lnTo>
                  <a:pt x="4921" y="0"/>
                </a:lnTo>
                <a:lnTo>
                  <a:pt x="4930" y="0"/>
                </a:lnTo>
                <a:moveTo>
                  <a:pt x="4987" y="0"/>
                </a:moveTo>
                <a:lnTo>
                  <a:pt x="5006" y="0"/>
                </a:lnTo>
                <a:lnTo>
                  <a:pt x="5016" y="0"/>
                </a:lnTo>
                <a:lnTo>
                  <a:pt x="5016" y="20"/>
                </a:lnTo>
                <a:lnTo>
                  <a:pt x="5006" y="20"/>
                </a:lnTo>
                <a:lnTo>
                  <a:pt x="4978" y="20"/>
                </a:lnTo>
                <a:lnTo>
                  <a:pt x="4978" y="0"/>
                </a:lnTo>
                <a:lnTo>
                  <a:pt x="4987" y="0"/>
                </a:lnTo>
                <a:moveTo>
                  <a:pt x="5045" y="0"/>
                </a:moveTo>
                <a:lnTo>
                  <a:pt x="5064" y="0"/>
                </a:lnTo>
                <a:lnTo>
                  <a:pt x="5073" y="0"/>
                </a:lnTo>
                <a:lnTo>
                  <a:pt x="5073" y="20"/>
                </a:lnTo>
                <a:lnTo>
                  <a:pt x="5064" y="20"/>
                </a:lnTo>
                <a:lnTo>
                  <a:pt x="5035" y="20"/>
                </a:lnTo>
                <a:lnTo>
                  <a:pt x="5035" y="0"/>
                </a:lnTo>
                <a:lnTo>
                  <a:pt x="5045" y="0"/>
                </a:lnTo>
                <a:moveTo>
                  <a:pt x="5102" y="0"/>
                </a:moveTo>
                <a:lnTo>
                  <a:pt x="5121" y="0"/>
                </a:lnTo>
                <a:lnTo>
                  <a:pt x="5130" y="0"/>
                </a:lnTo>
                <a:lnTo>
                  <a:pt x="5130" y="20"/>
                </a:lnTo>
                <a:lnTo>
                  <a:pt x="5121" y="20"/>
                </a:lnTo>
                <a:lnTo>
                  <a:pt x="5092" y="20"/>
                </a:lnTo>
                <a:lnTo>
                  <a:pt x="5092" y="0"/>
                </a:lnTo>
                <a:lnTo>
                  <a:pt x="5102" y="0"/>
                </a:lnTo>
                <a:moveTo>
                  <a:pt x="5159" y="0"/>
                </a:moveTo>
                <a:lnTo>
                  <a:pt x="5178" y="0"/>
                </a:lnTo>
                <a:lnTo>
                  <a:pt x="5188" y="0"/>
                </a:lnTo>
                <a:lnTo>
                  <a:pt x="5188" y="20"/>
                </a:lnTo>
                <a:lnTo>
                  <a:pt x="5178" y="20"/>
                </a:lnTo>
                <a:lnTo>
                  <a:pt x="5149" y="20"/>
                </a:lnTo>
                <a:lnTo>
                  <a:pt x="5149" y="0"/>
                </a:lnTo>
                <a:lnTo>
                  <a:pt x="5159" y="0"/>
                </a:lnTo>
                <a:moveTo>
                  <a:pt x="5216" y="0"/>
                </a:moveTo>
                <a:lnTo>
                  <a:pt x="5235" y="0"/>
                </a:lnTo>
                <a:lnTo>
                  <a:pt x="5245" y="0"/>
                </a:lnTo>
                <a:lnTo>
                  <a:pt x="5245" y="20"/>
                </a:lnTo>
                <a:lnTo>
                  <a:pt x="5235" y="20"/>
                </a:lnTo>
                <a:lnTo>
                  <a:pt x="5207" y="20"/>
                </a:lnTo>
                <a:lnTo>
                  <a:pt x="5207" y="0"/>
                </a:lnTo>
                <a:lnTo>
                  <a:pt x="5216" y="0"/>
                </a:lnTo>
                <a:moveTo>
                  <a:pt x="5273" y="0"/>
                </a:moveTo>
                <a:lnTo>
                  <a:pt x="5292" y="0"/>
                </a:lnTo>
                <a:lnTo>
                  <a:pt x="5302" y="0"/>
                </a:lnTo>
                <a:lnTo>
                  <a:pt x="5302" y="20"/>
                </a:lnTo>
                <a:lnTo>
                  <a:pt x="5292" y="20"/>
                </a:lnTo>
                <a:lnTo>
                  <a:pt x="5264" y="20"/>
                </a:lnTo>
                <a:lnTo>
                  <a:pt x="5264" y="0"/>
                </a:lnTo>
                <a:lnTo>
                  <a:pt x="5273" y="0"/>
                </a:lnTo>
                <a:moveTo>
                  <a:pt x="5331" y="0"/>
                </a:moveTo>
                <a:lnTo>
                  <a:pt x="5350" y="0"/>
                </a:lnTo>
                <a:lnTo>
                  <a:pt x="5359" y="0"/>
                </a:lnTo>
                <a:lnTo>
                  <a:pt x="5359" y="20"/>
                </a:lnTo>
                <a:lnTo>
                  <a:pt x="5350" y="20"/>
                </a:lnTo>
                <a:lnTo>
                  <a:pt x="5321" y="20"/>
                </a:lnTo>
                <a:lnTo>
                  <a:pt x="5321" y="0"/>
                </a:lnTo>
                <a:lnTo>
                  <a:pt x="5331" y="0"/>
                </a:lnTo>
                <a:moveTo>
                  <a:pt x="5388" y="0"/>
                </a:moveTo>
                <a:lnTo>
                  <a:pt x="5407" y="0"/>
                </a:lnTo>
                <a:lnTo>
                  <a:pt x="5416" y="0"/>
                </a:lnTo>
                <a:lnTo>
                  <a:pt x="5416" y="20"/>
                </a:lnTo>
                <a:lnTo>
                  <a:pt x="5407" y="20"/>
                </a:lnTo>
                <a:lnTo>
                  <a:pt x="5378" y="20"/>
                </a:lnTo>
                <a:lnTo>
                  <a:pt x="5378" y="0"/>
                </a:lnTo>
                <a:lnTo>
                  <a:pt x="5388" y="0"/>
                </a:lnTo>
                <a:moveTo>
                  <a:pt x="5445" y="0"/>
                </a:moveTo>
                <a:lnTo>
                  <a:pt x="5465" y="0"/>
                </a:lnTo>
                <a:lnTo>
                  <a:pt x="5475" y="0"/>
                </a:lnTo>
                <a:lnTo>
                  <a:pt x="5475" y="20"/>
                </a:lnTo>
                <a:lnTo>
                  <a:pt x="5465" y="20"/>
                </a:lnTo>
                <a:lnTo>
                  <a:pt x="5436" y="20"/>
                </a:lnTo>
                <a:lnTo>
                  <a:pt x="5436" y="0"/>
                </a:lnTo>
                <a:lnTo>
                  <a:pt x="5445" y="0"/>
                </a:lnTo>
                <a:moveTo>
                  <a:pt x="5503" y="0"/>
                </a:moveTo>
                <a:lnTo>
                  <a:pt x="5522" y="0"/>
                </a:lnTo>
                <a:lnTo>
                  <a:pt x="5532" y="0"/>
                </a:lnTo>
                <a:lnTo>
                  <a:pt x="5532" y="20"/>
                </a:lnTo>
                <a:lnTo>
                  <a:pt x="5522" y="20"/>
                </a:lnTo>
                <a:lnTo>
                  <a:pt x="5494" y="20"/>
                </a:lnTo>
                <a:lnTo>
                  <a:pt x="5494" y="0"/>
                </a:lnTo>
                <a:lnTo>
                  <a:pt x="5503" y="0"/>
                </a:lnTo>
                <a:moveTo>
                  <a:pt x="5561" y="0"/>
                </a:moveTo>
                <a:lnTo>
                  <a:pt x="5580" y="0"/>
                </a:lnTo>
                <a:lnTo>
                  <a:pt x="5589" y="0"/>
                </a:lnTo>
                <a:lnTo>
                  <a:pt x="5589" y="20"/>
                </a:lnTo>
                <a:lnTo>
                  <a:pt x="5580" y="20"/>
                </a:lnTo>
                <a:lnTo>
                  <a:pt x="5551" y="20"/>
                </a:lnTo>
                <a:lnTo>
                  <a:pt x="5551" y="0"/>
                </a:lnTo>
                <a:lnTo>
                  <a:pt x="5561" y="0"/>
                </a:lnTo>
                <a:moveTo>
                  <a:pt x="5618" y="0"/>
                </a:moveTo>
                <a:lnTo>
                  <a:pt x="5637" y="0"/>
                </a:lnTo>
                <a:lnTo>
                  <a:pt x="5646" y="0"/>
                </a:lnTo>
                <a:lnTo>
                  <a:pt x="5646" y="20"/>
                </a:lnTo>
                <a:lnTo>
                  <a:pt x="5637" y="20"/>
                </a:lnTo>
                <a:lnTo>
                  <a:pt x="5608" y="20"/>
                </a:lnTo>
                <a:lnTo>
                  <a:pt x="5608" y="0"/>
                </a:lnTo>
                <a:lnTo>
                  <a:pt x="5618" y="0"/>
                </a:lnTo>
                <a:moveTo>
                  <a:pt x="5675" y="0"/>
                </a:moveTo>
                <a:lnTo>
                  <a:pt x="5694" y="0"/>
                </a:lnTo>
                <a:lnTo>
                  <a:pt x="5704" y="0"/>
                </a:lnTo>
                <a:lnTo>
                  <a:pt x="5704" y="20"/>
                </a:lnTo>
                <a:lnTo>
                  <a:pt x="5694" y="20"/>
                </a:lnTo>
                <a:lnTo>
                  <a:pt x="5665" y="20"/>
                </a:lnTo>
                <a:lnTo>
                  <a:pt x="5665" y="0"/>
                </a:lnTo>
                <a:lnTo>
                  <a:pt x="5675" y="0"/>
                </a:lnTo>
                <a:moveTo>
                  <a:pt x="5732" y="0"/>
                </a:moveTo>
                <a:lnTo>
                  <a:pt x="5751" y="0"/>
                </a:lnTo>
                <a:lnTo>
                  <a:pt x="5761" y="0"/>
                </a:lnTo>
                <a:lnTo>
                  <a:pt x="5761" y="20"/>
                </a:lnTo>
                <a:lnTo>
                  <a:pt x="5751" y="20"/>
                </a:lnTo>
                <a:lnTo>
                  <a:pt x="5723" y="20"/>
                </a:lnTo>
                <a:lnTo>
                  <a:pt x="5723" y="0"/>
                </a:lnTo>
                <a:lnTo>
                  <a:pt x="5732" y="0"/>
                </a:lnTo>
                <a:moveTo>
                  <a:pt x="5789" y="0"/>
                </a:moveTo>
                <a:lnTo>
                  <a:pt x="5808" y="0"/>
                </a:lnTo>
                <a:lnTo>
                  <a:pt x="5818" y="0"/>
                </a:lnTo>
                <a:lnTo>
                  <a:pt x="5818" y="20"/>
                </a:lnTo>
                <a:lnTo>
                  <a:pt x="5808" y="20"/>
                </a:lnTo>
                <a:lnTo>
                  <a:pt x="5780" y="20"/>
                </a:lnTo>
                <a:lnTo>
                  <a:pt x="5780" y="0"/>
                </a:lnTo>
                <a:lnTo>
                  <a:pt x="5789" y="0"/>
                </a:lnTo>
                <a:moveTo>
                  <a:pt x="5847" y="0"/>
                </a:moveTo>
                <a:lnTo>
                  <a:pt x="5866" y="0"/>
                </a:lnTo>
                <a:lnTo>
                  <a:pt x="5875" y="0"/>
                </a:lnTo>
                <a:lnTo>
                  <a:pt x="5875" y="20"/>
                </a:lnTo>
                <a:lnTo>
                  <a:pt x="5866" y="20"/>
                </a:lnTo>
                <a:lnTo>
                  <a:pt x="5837" y="20"/>
                </a:lnTo>
                <a:lnTo>
                  <a:pt x="5837" y="0"/>
                </a:lnTo>
                <a:lnTo>
                  <a:pt x="5847" y="0"/>
                </a:lnTo>
                <a:moveTo>
                  <a:pt x="5904" y="0"/>
                </a:moveTo>
                <a:lnTo>
                  <a:pt x="5923" y="0"/>
                </a:lnTo>
                <a:lnTo>
                  <a:pt x="5932" y="0"/>
                </a:lnTo>
                <a:lnTo>
                  <a:pt x="5932" y="20"/>
                </a:lnTo>
                <a:lnTo>
                  <a:pt x="5923" y="20"/>
                </a:lnTo>
                <a:lnTo>
                  <a:pt x="5894" y="20"/>
                </a:lnTo>
                <a:lnTo>
                  <a:pt x="5894" y="0"/>
                </a:lnTo>
                <a:lnTo>
                  <a:pt x="5904" y="0"/>
                </a:lnTo>
                <a:moveTo>
                  <a:pt x="5961" y="0"/>
                </a:moveTo>
                <a:lnTo>
                  <a:pt x="5980" y="0"/>
                </a:lnTo>
                <a:lnTo>
                  <a:pt x="5990" y="0"/>
                </a:lnTo>
                <a:lnTo>
                  <a:pt x="5990" y="20"/>
                </a:lnTo>
                <a:lnTo>
                  <a:pt x="5980" y="20"/>
                </a:lnTo>
                <a:lnTo>
                  <a:pt x="5952" y="20"/>
                </a:lnTo>
                <a:lnTo>
                  <a:pt x="5952" y="0"/>
                </a:lnTo>
                <a:lnTo>
                  <a:pt x="5961" y="0"/>
                </a:lnTo>
                <a:moveTo>
                  <a:pt x="6018" y="0"/>
                </a:moveTo>
                <a:lnTo>
                  <a:pt x="6037" y="0"/>
                </a:lnTo>
                <a:lnTo>
                  <a:pt x="6047" y="0"/>
                </a:lnTo>
                <a:lnTo>
                  <a:pt x="6047" y="20"/>
                </a:lnTo>
                <a:lnTo>
                  <a:pt x="6037" y="20"/>
                </a:lnTo>
                <a:lnTo>
                  <a:pt x="6009" y="20"/>
                </a:lnTo>
                <a:lnTo>
                  <a:pt x="6009" y="0"/>
                </a:lnTo>
                <a:lnTo>
                  <a:pt x="6018" y="0"/>
                </a:lnTo>
                <a:moveTo>
                  <a:pt x="6075" y="0"/>
                </a:moveTo>
                <a:lnTo>
                  <a:pt x="6095" y="0"/>
                </a:lnTo>
                <a:lnTo>
                  <a:pt x="6104" y="0"/>
                </a:lnTo>
                <a:lnTo>
                  <a:pt x="6104" y="20"/>
                </a:lnTo>
                <a:lnTo>
                  <a:pt x="6095" y="20"/>
                </a:lnTo>
                <a:lnTo>
                  <a:pt x="6066" y="20"/>
                </a:lnTo>
                <a:lnTo>
                  <a:pt x="6066" y="0"/>
                </a:lnTo>
                <a:lnTo>
                  <a:pt x="6075" y="0"/>
                </a:lnTo>
                <a:moveTo>
                  <a:pt x="6133" y="0"/>
                </a:moveTo>
                <a:lnTo>
                  <a:pt x="6152" y="0"/>
                </a:lnTo>
                <a:lnTo>
                  <a:pt x="6161" y="0"/>
                </a:lnTo>
                <a:lnTo>
                  <a:pt x="6161" y="20"/>
                </a:lnTo>
                <a:lnTo>
                  <a:pt x="6152" y="20"/>
                </a:lnTo>
                <a:lnTo>
                  <a:pt x="6123" y="20"/>
                </a:lnTo>
                <a:lnTo>
                  <a:pt x="6123" y="0"/>
                </a:lnTo>
                <a:lnTo>
                  <a:pt x="6133" y="0"/>
                </a:lnTo>
                <a:moveTo>
                  <a:pt x="6190" y="0"/>
                </a:moveTo>
                <a:lnTo>
                  <a:pt x="6209" y="0"/>
                </a:lnTo>
                <a:lnTo>
                  <a:pt x="6219" y="0"/>
                </a:lnTo>
                <a:lnTo>
                  <a:pt x="6219" y="20"/>
                </a:lnTo>
                <a:lnTo>
                  <a:pt x="6209" y="20"/>
                </a:lnTo>
                <a:lnTo>
                  <a:pt x="6180" y="20"/>
                </a:lnTo>
                <a:lnTo>
                  <a:pt x="6180" y="0"/>
                </a:lnTo>
                <a:lnTo>
                  <a:pt x="6190" y="0"/>
                </a:lnTo>
                <a:moveTo>
                  <a:pt x="6247" y="0"/>
                </a:moveTo>
                <a:lnTo>
                  <a:pt x="6266" y="0"/>
                </a:lnTo>
                <a:lnTo>
                  <a:pt x="6276" y="0"/>
                </a:lnTo>
                <a:lnTo>
                  <a:pt x="6276" y="20"/>
                </a:lnTo>
                <a:lnTo>
                  <a:pt x="6266" y="20"/>
                </a:lnTo>
                <a:lnTo>
                  <a:pt x="6238" y="20"/>
                </a:lnTo>
                <a:lnTo>
                  <a:pt x="6238" y="0"/>
                </a:lnTo>
                <a:lnTo>
                  <a:pt x="6247" y="0"/>
                </a:lnTo>
                <a:moveTo>
                  <a:pt x="6304" y="0"/>
                </a:moveTo>
                <a:lnTo>
                  <a:pt x="6323" y="0"/>
                </a:lnTo>
                <a:lnTo>
                  <a:pt x="6333" y="0"/>
                </a:lnTo>
                <a:lnTo>
                  <a:pt x="6333" y="20"/>
                </a:lnTo>
                <a:lnTo>
                  <a:pt x="6323" y="20"/>
                </a:lnTo>
                <a:lnTo>
                  <a:pt x="6295" y="20"/>
                </a:lnTo>
                <a:lnTo>
                  <a:pt x="6295" y="0"/>
                </a:lnTo>
                <a:lnTo>
                  <a:pt x="6304" y="0"/>
                </a:lnTo>
                <a:moveTo>
                  <a:pt x="6362" y="0"/>
                </a:moveTo>
                <a:lnTo>
                  <a:pt x="6381" y="0"/>
                </a:lnTo>
                <a:lnTo>
                  <a:pt x="6390" y="0"/>
                </a:lnTo>
                <a:lnTo>
                  <a:pt x="6390" y="20"/>
                </a:lnTo>
                <a:lnTo>
                  <a:pt x="6381" y="20"/>
                </a:lnTo>
                <a:lnTo>
                  <a:pt x="6352" y="20"/>
                </a:lnTo>
                <a:lnTo>
                  <a:pt x="6352" y="0"/>
                </a:lnTo>
                <a:lnTo>
                  <a:pt x="6362" y="0"/>
                </a:lnTo>
                <a:moveTo>
                  <a:pt x="6419" y="0"/>
                </a:moveTo>
                <a:lnTo>
                  <a:pt x="6438" y="0"/>
                </a:lnTo>
                <a:lnTo>
                  <a:pt x="6447" y="0"/>
                </a:lnTo>
                <a:lnTo>
                  <a:pt x="6447" y="20"/>
                </a:lnTo>
                <a:lnTo>
                  <a:pt x="6438" y="20"/>
                </a:lnTo>
                <a:lnTo>
                  <a:pt x="6409" y="20"/>
                </a:lnTo>
                <a:lnTo>
                  <a:pt x="6409" y="0"/>
                </a:lnTo>
                <a:lnTo>
                  <a:pt x="6419" y="0"/>
                </a:lnTo>
                <a:moveTo>
                  <a:pt x="6476" y="0"/>
                </a:moveTo>
                <a:lnTo>
                  <a:pt x="6495" y="0"/>
                </a:lnTo>
                <a:lnTo>
                  <a:pt x="6505" y="0"/>
                </a:lnTo>
                <a:lnTo>
                  <a:pt x="6505" y="20"/>
                </a:lnTo>
                <a:lnTo>
                  <a:pt x="6495" y="20"/>
                </a:lnTo>
                <a:lnTo>
                  <a:pt x="6466" y="20"/>
                </a:lnTo>
                <a:lnTo>
                  <a:pt x="6466" y="0"/>
                </a:lnTo>
                <a:lnTo>
                  <a:pt x="6476" y="0"/>
                </a:lnTo>
                <a:moveTo>
                  <a:pt x="6533" y="0"/>
                </a:moveTo>
                <a:lnTo>
                  <a:pt x="6552" y="0"/>
                </a:lnTo>
                <a:lnTo>
                  <a:pt x="6562" y="0"/>
                </a:lnTo>
                <a:lnTo>
                  <a:pt x="6562" y="20"/>
                </a:lnTo>
                <a:lnTo>
                  <a:pt x="6552" y="20"/>
                </a:lnTo>
                <a:lnTo>
                  <a:pt x="6524" y="20"/>
                </a:lnTo>
                <a:lnTo>
                  <a:pt x="6524" y="0"/>
                </a:lnTo>
                <a:lnTo>
                  <a:pt x="6533" y="0"/>
                </a:lnTo>
                <a:moveTo>
                  <a:pt x="6590" y="0"/>
                </a:moveTo>
                <a:lnTo>
                  <a:pt x="6610" y="0"/>
                </a:lnTo>
                <a:lnTo>
                  <a:pt x="6619" y="0"/>
                </a:lnTo>
                <a:lnTo>
                  <a:pt x="6619" y="20"/>
                </a:lnTo>
                <a:lnTo>
                  <a:pt x="6610" y="20"/>
                </a:lnTo>
                <a:lnTo>
                  <a:pt x="6581" y="20"/>
                </a:lnTo>
                <a:lnTo>
                  <a:pt x="6581" y="0"/>
                </a:lnTo>
                <a:lnTo>
                  <a:pt x="6590" y="0"/>
                </a:lnTo>
                <a:moveTo>
                  <a:pt x="6648" y="0"/>
                </a:moveTo>
                <a:lnTo>
                  <a:pt x="6667" y="0"/>
                </a:lnTo>
                <a:lnTo>
                  <a:pt x="6676" y="0"/>
                </a:lnTo>
                <a:lnTo>
                  <a:pt x="6676" y="20"/>
                </a:lnTo>
                <a:lnTo>
                  <a:pt x="6667" y="20"/>
                </a:lnTo>
                <a:lnTo>
                  <a:pt x="6638" y="20"/>
                </a:lnTo>
                <a:lnTo>
                  <a:pt x="6638" y="0"/>
                </a:lnTo>
                <a:lnTo>
                  <a:pt x="6648" y="0"/>
                </a:lnTo>
                <a:moveTo>
                  <a:pt x="6705" y="0"/>
                </a:moveTo>
                <a:lnTo>
                  <a:pt x="6724" y="0"/>
                </a:lnTo>
                <a:lnTo>
                  <a:pt x="6733" y="0"/>
                </a:lnTo>
                <a:lnTo>
                  <a:pt x="6733" y="20"/>
                </a:lnTo>
                <a:lnTo>
                  <a:pt x="6724" y="20"/>
                </a:lnTo>
                <a:lnTo>
                  <a:pt x="6695" y="20"/>
                </a:lnTo>
                <a:lnTo>
                  <a:pt x="6695" y="0"/>
                </a:lnTo>
                <a:lnTo>
                  <a:pt x="6705" y="0"/>
                </a:lnTo>
                <a:moveTo>
                  <a:pt x="6762" y="0"/>
                </a:moveTo>
                <a:lnTo>
                  <a:pt x="6781" y="0"/>
                </a:lnTo>
                <a:lnTo>
                  <a:pt x="6791" y="0"/>
                </a:lnTo>
                <a:lnTo>
                  <a:pt x="6791" y="20"/>
                </a:lnTo>
                <a:lnTo>
                  <a:pt x="6781" y="20"/>
                </a:lnTo>
                <a:lnTo>
                  <a:pt x="6753" y="20"/>
                </a:lnTo>
                <a:lnTo>
                  <a:pt x="6753" y="0"/>
                </a:lnTo>
                <a:lnTo>
                  <a:pt x="6762" y="0"/>
                </a:lnTo>
                <a:moveTo>
                  <a:pt x="6819" y="0"/>
                </a:moveTo>
                <a:lnTo>
                  <a:pt x="6838" y="0"/>
                </a:lnTo>
                <a:lnTo>
                  <a:pt x="6848" y="0"/>
                </a:lnTo>
                <a:lnTo>
                  <a:pt x="6848" y="20"/>
                </a:lnTo>
                <a:lnTo>
                  <a:pt x="6838" y="20"/>
                </a:lnTo>
                <a:lnTo>
                  <a:pt x="6810" y="20"/>
                </a:lnTo>
                <a:lnTo>
                  <a:pt x="6810" y="0"/>
                </a:lnTo>
                <a:lnTo>
                  <a:pt x="6819" y="0"/>
                </a:lnTo>
                <a:moveTo>
                  <a:pt x="6877" y="0"/>
                </a:moveTo>
                <a:lnTo>
                  <a:pt x="6896" y="0"/>
                </a:lnTo>
                <a:lnTo>
                  <a:pt x="6905" y="0"/>
                </a:lnTo>
                <a:lnTo>
                  <a:pt x="6905" y="20"/>
                </a:lnTo>
                <a:lnTo>
                  <a:pt x="6896" y="20"/>
                </a:lnTo>
                <a:lnTo>
                  <a:pt x="6867" y="20"/>
                </a:lnTo>
                <a:lnTo>
                  <a:pt x="6867" y="0"/>
                </a:lnTo>
                <a:lnTo>
                  <a:pt x="6877" y="0"/>
                </a:lnTo>
                <a:moveTo>
                  <a:pt x="6934" y="0"/>
                </a:moveTo>
                <a:lnTo>
                  <a:pt x="6953" y="0"/>
                </a:lnTo>
                <a:lnTo>
                  <a:pt x="6962" y="0"/>
                </a:lnTo>
                <a:lnTo>
                  <a:pt x="6962" y="20"/>
                </a:lnTo>
                <a:lnTo>
                  <a:pt x="6953" y="20"/>
                </a:lnTo>
                <a:lnTo>
                  <a:pt x="6924" y="20"/>
                </a:lnTo>
                <a:lnTo>
                  <a:pt x="6924" y="0"/>
                </a:lnTo>
                <a:lnTo>
                  <a:pt x="6934" y="0"/>
                </a:lnTo>
                <a:moveTo>
                  <a:pt x="6991" y="0"/>
                </a:moveTo>
                <a:lnTo>
                  <a:pt x="7010" y="0"/>
                </a:lnTo>
                <a:lnTo>
                  <a:pt x="7020" y="0"/>
                </a:lnTo>
                <a:lnTo>
                  <a:pt x="7020" y="20"/>
                </a:lnTo>
                <a:lnTo>
                  <a:pt x="7010" y="20"/>
                </a:lnTo>
                <a:lnTo>
                  <a:pt x="6981" y="20"/>
                </a:lnTo>
                <a:lnTo>
                  <a:pt x="6981" y="0"/>
                </a:lnTo>
                <a:lnTo>
                  <a:pt x="6991" y="0"/>
                </a:lnTo>
                <a:moveTo>
                  <a:pt x="7048" y="0"/>
                </a:moveTo>
                <a:lnTo>
                  <a:pt x="7067" y="0"/>
                </a:lnTo>
                <a:lnTo>
                  <a:pt x="7077" y="0"/>
                </a:lnTo>
                <a:lnTo>
                  <a:pt x="7077" y="20"/>
                </a:lnTo>
                <a:lnTo>
                  <a:pt x="7067" y="20"/>
                </a:lnTo>
                <a:lnTo>
                  <a:pt x="7039" y="20"/>
                </a:lnTo>
                <a:lnTo>
                  <a:pt x="7039" y="0"/>
                </a:lnTo>
                <a:lnTo>
                  <a:pt x="7048" y="0"/>
                </a:lnTo>
                <a:moveTo>
                  <a:pt x="7105" y="0"/>
                </a:moveTo>
                <a:lnTo>
                  <a:pt x="7124" y="0"/>
                </a:lnTo>
                <a:lnTo>
                  <a:pt x="7134" y="0"/>
                </a:lnTo>
                <a:lnTo>
                  <a:pt x="7134" y="20"/>
                </a:lnTo>
                <a:lnTo>
                  <a:pt x="7124" y="20"/>
                </a:lnTo>
                <a:lnTo>
                  <a:pt x="7096" y="20"/>
                </a:lnTo>
                <a:lnTo>
                  <a:pt x="7096" y="0"/>
                </a:lnTo>
                <a:lnTo>
                  <a:pt x="7105" y="0"/>
                </a:lnTo>
                <a:moveTo>
                  <a:pt x="7163" y="0"/>
                </a:moveTo>
                <a:lnTo>
                  <a:pt x="7182" y="0"/>
                </a:lnTo>
                <a:lnTo>
                  <a:pt x="7191" y="0"/>
                </a:lnTo>
                <a:lnTo>
                  <a:pt x="7191" y="20"/>
                </a:lnTo>
                <a:lnTo>
                  <a:pt x="7182" y="20"/>
                </a:lnTo>
                <a:lnTo>
                  <a:pt x="7153" y="20"/>
                </a:lnTo>
                <a:lnTo>
                  <a:pt x="7153" y="0"/>
                </a:lnTo>
                <a:lnTo>
                  <a:pt x="7163" y="0"/>
                </a:lnTo>
                <a:moveTo>
                  <a:pt x="7220" y="0"/>
                </a:moveTo>
                <a:lnTo>
                  <a:pt x="7239" y="0"/>
                </a:lnTo>
                <a:lnTo>
                  <a:pt x="7248" y="0"/>
                </a:lnTo>
                <a:lnTo>
                  <a:pt x="7248" y="20"/>
                </a:lnTo>
                <a:lnTo>
                  <a:pt x="7239" y="20"/>
                </a:lnTo>
                <a:lnTo>
                  <a:pt x="7210" y="20"/>
                </a:lnTo>
                <a:lnTo>
                  <a:pt x="7210" y="0"/>
                </a:lnTo>
                <a:lnTo>
                  <a:pt x="7220" y="0"/>
                </a:lnTo>
                <a:moveTo>
                  <a:pt x="7277" y="0"/>
                </a:moveTo>
                <a:lnTo>
                  <a:pt x="7296" y="0"/>
                </a:lnTo>
                <a:lnTo>
                  <a:pt x="7306" y="0"/>
                </a:lnTo>
                <a:lnTo>
                  <a:pt x="7306" y="20"/>
                </a:lnTo>
                <a:lnTo>
                  <a:pt x="7296" y="20"/>
                </a:lnTo>
                <a:lnTo>
                  <a:pt x="7268" y="20"/>
                </a:lnTo>
                <a:lnTo>
                  <a:pt x="7268" y="0"/>
                </a:lnTo>
                <a:lnTo>
                  <a:pt x="7277" y="0"/>
                </a:lnTo>
                <a:moveTo>
                  <a:pt x="7334" y="0"/>
                </a:moveTo>
                <a:lnTo>
                  <a:pt x="7353" y="0"/>
                </a:lnTo>
                <a:lnTo>
                  <a:pt x="7363" y="0"/>
                </a:lnTo>
                <a:lnTo>
                  <a:pt x="7363" y="20"/>
                </a:lnTo>
                <a:lnTo>
                  <a:pt x="7353" y="20"/>
                </a:lnTo>
                <a:lnTo>
                  <a:pt x="7325" y="20"/>
                </a:lnTo>
                <a:lnTo>
                  <a:pt x="7325" y="0"/>
                </a:lnTo>
                <a:lnTo>
                  <a:pt x="7334" y="0"/>
                </a:lnTo>
                <a:moveTo>
                  <a:pt x="7391" y="0"/>
                </a:moveTo>
                <a:lnTo>
                  <a:pt x="7411" y="0"/>
                </a:lnTo>
                <a:lnTo>
                  <a:pt x="7420" y="0"/>
                </a:lnTo>
                <a:lnTo>
                  <a:pt x="7420" y="20"/>
                </a:lnTo>
                <a:lnTo>
                  <a:pt x="7411" y="20"/>
                </a:lnTo>
                <a:lnTo>
                  <a:pt x="7382" y="20"/>
                </a:lnTo>
                <a:lnTo>
                  <a:pt x="7382" y="0"/>
                </a:lnTo>
                <a:lnTo>
                  <a:pt x="7391" y="0"/>
                </a:lnTo>
                <a:moveTo>
                  <a:pt x="7449" y="0"/>
                </a:moveTo>
                <a:lnTo>
                  <a:pt x="7468" y="0"/>
                </a:lnTo>
                <a:lnTo>
                  <a:pt x="7477" y="0"/>
                </a:lnTo>
                <a:lnTo>
                  <a:pt x="7477" y="20"/>
                </a:lnTo>
                <a:lnTo>
                  <a:pt x="7468" y="20"/>
                </a:lnTo>
                <a:lnTo>
                  <a:pt x="7439" y="20"/>
                </a:lnTo>
                <a:lnTo>
                  <a:pt x="7439" y="0"/>
                </a:lnTo>
                <a:lnTo>
                  <a:pt x="7449" y="0"/>
                </a:lnTo>
                <a:moveTo>
                  <a:pt x="7506" y="0"/>
                </a:moveTo>
                <a:lnTo>
                  <a:pt x="7525" y="0"/>
                </a:lnTo>
                <a:lnTo>
                  <a:pt x="7535" y="0"/>
                </a:lnTo>
                <a:lnTo>
                  <a:pt x="7535" y="20"/>
                </a:lnTo>
                <a:lnTo>
                  <a:pt x="7525" y="20"/>
                </a:lnTo>
                <a:lnTo>
                  <a:pt x="7496" y="20"/>
                </a:lnTo>
                <a:lnTo>
                  <a:pt x="7496" y="0"/>
                </a:lnTo>
                <a:lnTo>
                  <a:pt x="7506" y="0"/>
                </a:lnTo>
                <a:moveTo>
                  <a:pt x="7563" y="0"/>
                </a:moveTo>
                <a:lnTo>
                  <a:pt x="7582" y="0"/>
                </a:lnTo>
                <a:lnTo>
                  <a:pt x="7592" y="0"/>
                </a:lnTo>
                <a:lnTo>
                  <a:pt x="7592" y="20"/>
                </a:lnTo>
                <a:lnTo>
                  <a:pt x="7582" y="20"/>
                </a:lnTo>
                <a:lnTo>
                  <a:pt x="7554" y="20"/>
                </a:lnTo>
                <a:lnTo>
                  <a:pt x="7554" y="0"/>
                </a:lnTo>
                <a:lnTo>
                  <a:pt x="7563" y="0"/>
                </a:lnTo>
                <a:moveTo>
                  <a:pt x="7620" y="0"/>
                </a:moveTo>
                <a:lnTo>
                  <a:pt x="7639" y="0"/>
                </a:lnTo>
                <a:lnTo>
                  <a:pt x="7649" y="0"/>
                </a:lnTo>
                <a:lnTo>
                  <a:pt x="7649" y="20"/>
                </a:lnTo>
                <a:lnTo>
                  <a:pt x="7639" y="20"/>
                </a:lnTo>
                <a:lnTo>
                  <a:pt x="7611" y="20"/>
                </a:lnTo>
                <a:lnTo>
                  <a:pt x="7611" y="0"/>
                </a:lnTo>
                <a:lnTo>
                  <a:pt x="7620" y="0"/>
                </a:lnTo>
                <a:moveTo>
                  <a:pt x="7678" y="0"/>
                </a:moveTo>
                <a:lnTo>
                  <a:pt x="7697" y="0"/>
                </a:lnTo>
                <a:lnTo>
                  <a:pt x="7706" y="0"/>
                </a:lnTo>
                <a:lnTo>
                  <a:pt x="7706" y="20"/>
                </a:lnTo>
                <a:lnTo>
                  <a:pt x="7697" y="20"/>
                </a:lnTo>
                <a:lnTo>
                  <a:pt x="7668" y="20"/>
                </a:lnTo>
                <a:lnTo>
                  <a:pt x="7668" y="0"/>
                </a:lnTo>
                <a:lnTo>
                  <a:pt x="7678" y="0"/>
                </a:lnTo>
                <a:moveTo>
                  <a:pt x="7735" y="0"/>
                </a:moveTo>
                <a:lnTo>
                  <a:pt x="7754" y="0"/>
                </a:lnTo>
                <a:lnTo>
                  <a:pt x="7763" y="0"/>
                </a:lnTo>
                <a:lnTo>
                  <a:pt x="7763" y="20"/>
                </a:lnTo>
                <a:lnTo>
                  <a:pt x="7754" y="20"/>
                </a:lnTo>
                <a:lnTo>
                  <a:pt x="7725" y="20"/>
                </a:lnTo>
                <a:lnTo>
                  <a:pt x="7725" y="0"/>
                </a:lnTo>
                <a:lnTo>
                  <a:pt x="7735" y="0"/>
                </a:lnTo>
                <a:moveTo>
                  <a:pt x="7792" y="0"/>
                </a:moveTo>
                <a:lnTo>
                  <a:pt x="7811" y="0"/>
                </a:lnTo>
                <a:lnTo>
                  <a:pt x="7821" y="0"/>
                </a:lnTo>
                <a:lnTo>
                  <a:pt x="7821" y="20"/>
                </a:lnTo>
                <a:lnTo>
                  <a:pt x="7811" y="20"/>
                </a:lnTo>
                <a:lnTo>
                  <a:pt x="7782" y="20"/>
                </a:lnTo>
                <a:lnTo>
                  <a:pt x="7782" y="0"/>
                </a:lnTo>
                <a:lnTo>
                  <a:pt x="7792" y="0"/>
                </a:lnTo>
                <a:moveTo>
                  <a:pt x="7849" y="0"/>
                </a:moveTo>
                <a:lnTo>
                  <a:pt x="7868" y="0"/>
                </a:lnTo>
                <a:lnTo>
                  <a:pt x="7878" y="0"/>
                </a:lnTo>
                <a:lnTo>
                  <a:pt x="7878" y="20"/>
                </a:lnTo>
                <a:lnTo>
                  <a:pt x="7868" y="20"/>
                </a:lnTo>
                <a:lnTo>
                  <a:pt x="7840" y="20"/>
                </a:lnTo>
                <a:lnTo>
                  <a:pt x="7840" y="0"/>
                </a:lnTo>
                <a:lnTo>
                  <a:pt x="7849" y="0"/>
                </a:lnTo>
                <a:moveTo>
                  <a:pt x="7906" y="0"/>
                </a:moveTo>
                <a:lnTo>
                  <a:pt x="7926" y="0"/>
                </a:lnTo>
                <a:lnTo>
                  <a:pt x="7935" y="0"/>
                </a:lnTo>
                <a:lnTo>
                  <a:pt x="7935" y="20"/>
                </a:lnTo>
                <a:lnTo>
                  <a:pt x="7926" y="20"/>
                </a:lnTo>
                <a:lnTo>
                  <a:pt x="7897" y="20"/>
                </a:lnTo>
                <a:lnTo>
                  <a:pt x="7897" y="0"/>
                </a:lnTo>
                <a:lnTo>
                  <a:pt x="7906" y="0"/>
                </a:lnTo>
                <a:moveTo>
                  <a:pt x="7964" y="0"/>
                </a:moveTo>
                <a:lnTo>
                  <a:pt x="7983" y="0"/>
                </a:lnTo>
                <a:lnTo>
                  <a:pt x="7992" y="0"/>
                </a:lnTo>
                <a:lnTo>
                  <a:pt x="7992" y="20"/>
                </a:lnTo>
                <a:lnTo>
                  <a:pt x="7983" y="20"/>
                </a:lnTo>
                <a:lnTo>
                  <a:pt x="7954" y="20"/>
                </a:lnTo>
                <a:lnTo>
                  <a:pt x="7954" y="0"/>
                </a:lnTo>
                <a:lnTo>
                  <a:pt x="7964" y="0"/>
                </a:lnTo>
                <a:moveTo>
                  <a:pt x="8021" y="0"/>
                </a:moveTo>
                <a:lnTo>
                  <a:pt x="8040" y="0"/>
                </a:lnTo>
                <a:lnTo>
                  <a:pt x="8049" y="0"/>
                </a:lnTo>
                <a:lnTo>
                  <a:pt x="8049" y="20"/>
                </a:lnTo>
                <a:lnTo>
                  <a:pt x="8040" y="20"/>
                </a:lnTo>
                <a:lnTo>
                  <a:pt x="8011" y="20"/>
                </a:lnTo>
                <a:lnTo>
                  <a:pt x="8011" y="0"/>
                </a:lnTo>
                <a:lnTo>
                  <a:pt x="8021" y="0"/>
                </a:lnTo>
                <a:moveTo>
                  <a:pt x="8078" y="0"/>
                </a:moveTo>
                <a:lnTo>
                  <a:pt x="8097" y="0"/>
                </a:lnTo>
                <a:lnTo>
                  <a:pt x="8107" y="0"/>
                </a:lnTo>
                <a:lnTo>
                  <a:pt x="8107" y="20"/>
                </a:lnTo>
                <a:lnTo>
                  <a:pt x="8097" y="20"/>
                </a:lnTo>
                <a:lnTo>
                  <a:pt x="8069" y="20"/>
                </a:lnTo>
                <a:lnTo>
                  <a:pt x="8069" y="0"/>
                </a:lnTo>
                <a:lnTo>
                  <a:pt x="8078" y="0"/>
                </a:lnTo>
                <a:moveTo>
                  <a:pt x="8135" y="0"/>
                </a:moveTo>
                <a:lnTo>
                  <a:pt x="8154" y="0"/>
                </a:lnTo>
                <a:lnTo>
                  <a:pt x="8164" y="0"/>
                </a:lnTo>
                <a:lnTo>
                  <a:pt x="8164" y="20"/>
                </a:lnTo>
                <a:lnTo>
                  <a:pt x="8154" y="20"/>
                </a:lnTo>
                <a:lnTo>
                  <a:pt x="8126" y="20"/>
                </a:lnTo>
                <a:lnTo>
                  <a:pt x="8126" y="0"/>
                </a:lnTo>
                <a:lnTo>
                  <a:pt x="8135" y="0"/>
                </a:lnTo>
                <a:moveTo>
                  <a:pt x="8193" y="0"/>
                </a:moveTo>
                <a:lnTo>
                  <a:pt x="8212" y="0"/>
                </a:lnTo>
                <a:lnTo>
                  <a:pt x="8221" y="0"/>
                </a:lnTo>
                <a:lnTo>
                  <a:pt x="8221" y="20"/>
                </a:lnTo>
                <a:lnTo>
                  <a:pt x="8212" y="20"/>
                </a:lnTo>
                <a:lnTo>
                  <a:pt x="8183" y="20"/>
                </a:lnTo>
                <a:lnTo>
                  <a:pt x="8183" y="0"/>
                </a:lnTo>
                <a:lnTo>
                  <a:pt x="8193" y="0"/>
                </a:lnTo>
                <a:moveTo>
                  <a:pt x="8250" y="0"/>
                </a:moveTo>
                <a:lnTo>
                  <a:pt x="8269" y="0"/>
                </a:lnTo>
                <a:lnTo>
                  <a:pt x="8278" y="0"/>
                </a:lnTo>
                <a:lnTo>
                  <a:pt x="8278" y="20"/>
                </a:lnTo>
                <a:lnTo>
                  <a:pt x="8269" y="20"/>
                </a:lnTo>
                <a:lnTo>
                  <a:pt x="8240" y="20"/>
                </a:lnTo>
                <a:lnTo>
                  <a:pt x="8240" y="0"/>
                </a:lnTo>
                <a:lnTo>
                  <a:pt x="8250" y="0"/>
                </a:lnTo>
                <a:moveTo>
                  <a:pt x="8307" y="0"/>
                </a:moveTo>
                <a:lnTo>
                  <a:pt x="8326" y="0"/>
                </a:lnTo>
                <a:lnTo>
                  <a:pt x="8336" y="0"/>
                </a:lnTo>
                <a:lnTo>
                  <a:pt x="8336" y="20"/>
                </a:lnTo>
                <a:lnTo>
                  <a:pt x="8326" y="20"/>
                </a:lnTo>
                <a:lnTo>
                  <a:pt x="8297" y="20"/>
                </a:lnTo>
                <a:lnTo>
                  <a:pt x="8297" y="0"/>
                </a:lnTo>
                <a:lnTo>
                  <a:pt x="8307" y="0"/>
                </a:lnTo>
                <a:moveTo>
                  <a:pt x="8364" y="0"/>
                </a:moveTo>
                <a:lnTo>
                  <a:pt x="8383" y="0"/>
                </a:lnTo>
                <a:lnTo>
                  <a:pt x="8393" y="0"/>
                </a:lnTo>
                <a:lnTo>
                  <a:pt x="8393" y="20"/>
                </a:lnTo>
                <a:lnTo>
                  <a:pt x="8383" y="20"/>
                </a:lnTo>
                <a:lnTo>
                  <a:pt x="8355" y="20"/>
                </a:lnTo>
                <a:lnTo>
                  <a:pt x="8355" y="0"/>
                </a:lnTo>
                <a:lnTo>
                  <a:pt x="8364" y="0"/>
                </a:lnTo>
                <a:moveTo>
                  <a:pt x="8421" y="0"/>
                </a:moveTo>
                <a:lnTo>
                  <a:pt x="8440" y="0"/>
                </a:lnTo>
                <a:lnTo>
                  <a:pt x="8450" y="0"/>
                </a:lnTo>
                <a:lnTo>
                  <a:pt x="8450" y="20"/>
                </a:lnTo>
                <a:lnTo>
                  <a:pt x="8440" y="20"/>
                </a:lnTo>
                <a:lnTo>
                  <a:pt x="8412" y="20"/>
                </a:lnTo>
                <a:lnTo>
                  <a:pt x="8412" y="0"/>
                </a:lnTo>
                <a:lnTo>
                  <a:pt x="8421" y="0"/>
                </a:lnTo>
                <a:moveTo>
                  <a:pt x="8479" y="0"/>
                </a:moveTo>
                <a:lnTo>
                  <a:pt x="8498" y="0"/>
                </a:lnTo>
                <a:lnTo>
                  <a:pt x="8507" y="0"/>
                </a:lnTo>
                <a:lnTo>
                  <a:pt x="8507" y="20"/>
                </a:lnTo>
                <a:lnTo>
                  <a:pt x="8498" y="20"/>
                </a:lnTo>
                <a:lnTo>
                  <a:pt x="8469" y="20"/>
                </a:lnTo>
                <a:lnTo>
                  <a:pt x="8469" y="0"/>
                </a:lnTo>
                <a:lnTo>
                  <a:pt x="8479" y="0"/>
                </a:lnTo>
                <a:moveTo>
                  <a:pt x="8536" y="0"/>
                </a:moveTo>
                <a:lnTo>
                  <a:pt x="8555" y="0"/>
                </a:lnTo>
                <a:lnTo>
                  <a:pt x="8564" y="0"/>
                </a:lnTo>
                <a:lnTo>
                  <a:pt x="8564" y="20"/>
                </a:lnTo>
                <a:lnTo>
                  <a:pt x="8555" y="20"/>
                </a:lnTo>
                <a:lnTo>
                  <a:pt x="8526" y="20"/>
                </a:lnTo>
                <a:lnTo>
                  <a:pt x="8526" y="0"/>
                </a:lnTo>
                <a:lnTo>
                  <a:pt x="8536" y="0"/>
                </a:lnTo>
                <a:moveTo>
                  <a:pt x="8593" y="0"/>
                </a:moveTo>
                <a:lnTo>
                  <a:pt x="8612" y="0"/>
                </a:lnTo>
                <a:lnTo>
                  <a:pt x="8622" y="0"/>
                </a:lnTo>
                <a:lnTo>
                  <a:pt x="8622" y="20"/>
                </a:lnTo>
                <a:lnTo>
                  <a:pt x="8612" y="20"/>
                </a:lnTo>
                <a:lnTo>
                  <a:pt x="8584" y="20"/>
                </a:lnTo>
                <a:lnTo>
                  <a:pt x="8584" y="0"/>
                </a:lnTo>
                <a:lnTo>
                  <a:pt x="8593" y="0"/>
                </a:lnTo>
                <a:moveTo>
                  <a:pt x="8650" y="0"/>
                </a:moveTo>
                <a:lnTo>
                  <a:pt x="8669" y="0"/>
                </a:lnTo>
                <a:lnTo>
                  <a:pt x="8679" y="0"/>
                </a:lnTo>
                <a:lnTo>
                  <a:pt x="8679" y="20"/>
                </a:lnTo>
                <a:lnTo>
                  <a:pt x="8669" y="20"/>
                </a:lnTo>
                <a:lnTo>
                  <a:pt x="8641" y="20"/>
                </a:lnTo>
                <a:lnTo>
                  <a:pt x="8641" y="0"/>
                </a:lnTo>
                <a:lnTo>
                  <a:pt x="8650" y="0"/>
                </a:lnTo>
                <a:moveTo>
                  <a:pt x="8707" y="0"/>
                </a:moveTo>
                <a:lnTo>
                  <a:pt x="8727" y="0"/>
                </a:lnTo>
                <a:lnTo>
                  <a:pt x="8736" y="0"/>
                </a:lnTo>
                <a:lnTo>
                  <a:pt x="8736" y="20"/>
                </a:lnTo>
                <a:lnTo>
                  <a:pt x="8727" y="20"/>
                </a:lnTo>
                <a:lnTo>
                  <a:pt x="8698" y="20"/>
                </a:lnTo>
                <a:lnTo>
                  <a:pt x="8698" y="0"/>
                </a:lnTo>
                <a:lnTo>
                  <a:pt x="8707" y="0"/>
                </a:lnTo>
                <a:moveTo>
                  <a:pt x="8765" y="0"/>
                </a:moveTo>
                <a:lnTo>
                  <a:pt x="8784" y="0"/>
                </a:lnTo>
                <a:lnTo>
                  <a:pt x="8793" y="0"/>
                </a:lnTo>
                <a:lnTo>
                  <a:pt x="8793" y="20"/>
                </a:lnTo>
                <a:lnTo>
                  <a:pt x="8784" y="20"/>
                </a:lnTo>
                <a:lnTo>
                  <a:pt x="8755" y="20"/>
                </a:lnTo>
                <a:lnTo>
                  <a:pt x="8755" y="0"/>
                </a:lnTo>
                <a:lnTo>
                  <a:pt x="8765" y="0"/>
                </a:lnTo>
                <a:moveTo>
                  <a:pt x="8822" y="0"/>
                </a:moveTo>
                <a:lnTo>
                  <a:pt x="8841" y="0"/>
                </a:lnTo>
                <a:lnTo>
                  <a:pt x="8851" y="0"/>
                </a:lnTo>
                <a:lnTo>
                  <a:pt x="8851" y="20"/>
                </a:lnTo>
                <a:lnTo>
                  <a:pt x="8841" y="20"/>
                </a:lnTo>
                <a:lnTo>
                  <a:pt x="8812" y="20"/>
                </a:lnTo>
                <a:lnTo>
                  <a:pt x="8812" y="0"/>
                </a:lnTo>
                <a:lnTo>
                  <a:pt x="8822" y="0"/>
                </a:lnTo>
                <a:moveTo>
                  <a:pt x="8879" y="0"/>
                </a:moveTo>
                <a:lnTo>
                  <a:pt x="8898" y="0"/>
                </a:lnTo>
                <a:lnTo>
                  <a:pt x="8908" y="0"/>
                </a:lnTo>
                <a:lnTo>
                  <a:pt x="8908" y="20"/>
                </a:lnTo>
                <a:lnTo>
                  <a:pt x="8898" y="20"/>
                </a:lnTo>
                <a:lnTo>
                  <a:pt x="8870" y="20"/>
                </a:lnTo>
                <a:lnTo>
                  <a:pt x="8870" y="0"/>
                </a:lnTo>
                <a:lnTo>
                  <a:pt x="8879" y="0"/>
                </a:lnTo>
                <a:moveTo>
                  <a:pt x="8936" y="0"/>
                </a:moveTo>
                <a:lnTo>
                  <a:pt x="8955" y="0"/>
                </a:lnTo>
                <a:lnTo>
                  <a:pt x="8965" y="0"/>
                </a:lnTo>
                <a:lnTo>
                  <a:pt x="8965" y="20"/>
                </a:lnTo>
                <a:lnTo>
                  <a:pt x="8955" y="20"/>
                </a:lnTo>
                <a:lnTo>
                  <a:pt x="8927" y="20"/>
                </a:lnTo>
                <a:lnTo>
                  <a:pt x="8927" y="0"/>
                </a:lnTo>
                <a:lnTo>
                  <a:pt x="8936" y="0"/>
                </a:lnTo>
                <a:moveTo>
                  <a:pt x="8994" y="0"/>
                </a:moveTo>
                <a:lnTo>
                  <a:pt x="9013" y="0"/>
                </a:lnTo>
                <a:lnTo>
                  <a:pt x="9022" y="0"/>
                </a:lnTo>
                <a:lnTo>
                  <a:pt x="9022" y="20"/>
                </a:lnTo>
                <a:lnTo>
                  <a:pt x="9013" y="20"/>
                </a:lnTo>
                <a:lnTo>
                  <a:pt x="8984" y="20"/>
                </a:lnTo>
                <a:lnTo>
                  <a:pt x="8984" y="0"/>
                </a:lnTo>
                <a:lnTo>
                  <a:pt x="8994" y="0"/>
                </a:lnTo>
                <a:moveTo>
                  <a:pt x="9051" y="0"/>
                </a:moveTo>
                <a:lnTo>
                  <a:pt x="9070" y="0"/>
                </a:lnTo>
                <a:lnTo>
                  <a:pt x="9079" y="0"/>
                </a:lnTo>
                <a:lnTo>
                  <a:pt x="9079" y="20"/>
                </a:lnTo>
                <a:lnTo>
                  <a:pt x="9070" y="20"/>
                </a:lnTo>
                <a:lnTo>
                  <a:pt x="9041" y="20"/>
                </a:lnTo>
                <a:lnTo>
                  <a:pt x="9041" y="0"/>
                </a:lnTo>
                <a:lnTo>
                  <a:pt x="9051" y="0"/>
                </a:lnTo>
                <a:moveTo>
                  <a:pt x="9108" y="0"/>
                </a:moveTo>
                <a:lnTo>
                  <a:pt x="9127" y="0"/>
                </a:lnTo>
                <a:lnTo>
                  <a:pt x="9137" y="0"/>
                </a:lnTo>
                <a:lnTo>
                  <a:pt x="9137" y="20"/>
                </a:lnTo>
                <a:lnTo>
                  <a:pt x="9127" y="20"/>
                </a:lnTo>
                <a:lnTo>
                  <a:pt x="9098" y="20"/>
                </a:lnTo>
                <a:lnTo>
                  <a:pt x="9098" y="0"/>
                </a:lnTo>
                <a:lnTo>
                  <a:pt x="9108" y="0"/>
                </a:lnTo>
                <a:moveTo>
                  <a:pt x="9165" y="0"/>
                </a:moveTo>
                <a:lnTo>
                  <a:pt x="9184" y="0"/>
                </a:lnTo>
                <a:lnTo>
                  <a:pt x="9194" y="0"/>
                </a:lnTo>
                <a:lnTo>
                  <a:pt x="9194" y="20"/>
                </a:lnTo>
                <a:lnTo>
                  <a:pt x="9184" y="20"/>
                </a:lnTo>
                <a:lnTo>
                  <a:pt x="9156" y="20"/>
                </a:lnTo>
                <a:lnTo>
                  <a:pt x="9156" y="0"/>
                </a:lnTo>
                <a:lnTo>
                  <a:pt x="9165" y="0"/>
                </a:lnTo>
                <a:moveTo>
                  <a:pt x="9222" y="0"/>
                </a:moveTo>
                <a:lnTo>
                  <a:pt x="9242" y="0"/>
                </a:lnTo>
                <a:lnTo>
                  <a:pt x="9251" y="0"/>
                </a:lnTo>
                <a:lnTo>
                  <a:pt x="9251" y="20"/>
                </a:lnTo>
                <a:lnTo>
                  <a:pt x="9242" y="20"/>
                </a:lnTo>
                <a:lnTo>
                  <a:pt x="9213" y="20"/>
                </a:lnTo>
                <a:lnTo>
                  <a:pt x="9213" y="0"/>
                </a:lnTo>
                <a:lnTo>
                  <a:pt x="9222" y="0"/>
                </a:lnTo>
                <a:moveTo>
                  <a:pt x="9280" y="0"/>
                </a:moveTo>
                <a:lnTo>
                  <a:pt x="9299" y="0"/>
                </a:lnTo>
                <a:lnTo>
                  <a:pt x="9308" y="0"/>
                </a:lnTo>
                <a:lnTo>
                  <a:pt x="9308" y="20"/>
                </a:lnTo>
                <a:lnTo>
                  <a:pt x="9299" y="20"/>
                </a:lnTo>
                <a:lnTo>
                  <a:pt x="9270" y="20"/>
                </a:lnTo>
                <a:lnTo>
                  <a:pt x="9270" y="0"/>
                </a:lnTo>
                <a:lnTo>
                  <a:pt x="9280" y="0"/>
                </a:lnTo>
                <a:moveTo>
                  <a:pt x="9337" y="0"/>
                </a:moveTo>
                <a:lnTo>
                  <a:pt x="9356" y="0"/>
                </a:lnTo>
                <a:lnTo>
                  <a:pt x="9365" y="0"/>
                </a:lnTo>
                <a:lnTo>
                  <a:pt x="9365" y="20"/>
                </a:lnTo>
                <a:lnTo>
                  <a:pt x="9356" y="20"/>
                </a:lnTo>
                <a:lnTo>
                  <a:pt x="9327" y="20"/>
                </a:lnTo>
                <a:lnTo>
                  <a:pt x="9327" y="0"/>
                </a:lnTo>
                <a:lnTo>
                  <a:pt x="9337" y="0"/>
                </a:lnTo>
                <a:moveTo>
                  <a:pt x="9394" y="0"/>
                </a:moveTo>
                <a:lnTo>
                  <a:pt x="9413" y="0"/>
                </a:lnTo>
                <a:lnTo>
                  <a:pt x="9423" y="0"/>
                </a:lnTo>
                <a:lnTo>
                  <a:pt x="9423" y="20"/>
                </a:lnTo>
                <a:lnTo>
                  <a:pt x="9413" y="20"/>
                </a:lnTo>
                <a:lnTo>
                  <a:pt x="9385" y="20"/>
                </a:lnTo>
                <a:lnTo>
                  <a:pt x="9385" y="0"/>
                </a:lnTo>
                <a:lnTo>
                  <a:pt x="9394" y="0"/>
                </a:lnTo>
                <a:moveTo>
                  <a:pt x="9451" y="0"/>
                </a:moveTo>
                <a:lnTo>
                  <a:pt x="9470" y="0"/>
                </a:lnTo>
                <a:lnTo>
                  <a:pt x="9480" y="0"/>
                </a:lnTo>
                <a:lnTo>
                  <a:pt x="9480" y="20"/>
                </a:lnTo>
                <a:lnTo>
                  <a:pt x="9470" y="20"/>
                </a:lnTo>
                <a:lnTo>
                  <a:pt x="9442" y="20"/>
                </a:lnTo>
                <a:lnTo>
                  <a:pt x="9442" y="0"/>
                </a:lnTo>
                <a:lnTo>
                  <a:pt x="9451" y="0"/>
                </a:lnTo>
                <a:moveTo>
                  <a:pt x="9509" y="0"/>
                </a:moveTo>
                <a:lnTo>
                  <a:pt x="9528" y="0"/>
                </a:lnTo>
                <a:lnTo>
                  <a:pt x="9537" y="0"/>
                </a:lnTo>
                <a:lnTo>
                  <a:pt x="9537" y="20"/>
                </a:lnTo>
                <a:lnTo>
                  <a:pt x="9528" y="20"/>
                </a:lnTo>
                <a:lnTo>
                  <a:pt x="9499" y="20"/>
                </a:lnTo>
                <a:lnTo>
                  <a:pt x="9499" y="0"/>
                </a:lnTo>
                <a:lnTo>
                  <a:pt x="9509" y="0"/>
                </a:lnTo>
                <a:moveTo>
                  <a:pt x="9566" y="0"/>
                </a:moveTo>
                <a:lnTo>
                  <a:pt x="9585" y="0"/>
                </a:lnTo>
                <a:lnTo>
                  <a:pt x="9594" y="0"/>
                </a:lnTo>
                <a:lnTo>
                  <a:pt x="9594" y="20"/>
                </a:lnTo>
                <a:lnTo>
                  <a:pt x="9585" y="20"/>
                </a:lnTo>
                <a:lnTo>
                  <a:pt x="9556" y="20"/>
                </a:lnTo>
                <a:lnTo>
                  <a:pt x="9556" y="0"/>
                </a:lnTo>
                <a:lnTo>
                  <a:pt x="9566" y="0"/>
                </a:lnTo>
                <a:moveTo>
                  <a:pt x="9623" y="0"/>
                </a:moveTo>
                <a:lnTo>
                  <a:pt x="9642" y="0"/>
                </a:lnTo>
                <a:lnTo>
                  <a:pt x="9652" y="0"/>
                </a:lnTo>
                <a:lnTo>
                  <a:pt x="9652" y="20"/>
                </a:lnTo>
                <a:lnTo>
                  <a:pt x="9642" y="20"/>
                </a:lnTo>
                <a:lnTo>
                  <a:pt x="9613" y="20"/>
                </a:lnTo>
                <a:lnTo>
                  <a:pt x="9613" y="0"/>
                </a:lnTo>
                <a:lnTo>
                  <a:pt x="9623" y="0"/>
                </a:lnTo>
                <a:moveTo>
                  <a:pt x="9680" y="0"/>
                </a:moveTo>
                <a:lnTo>
                  <a:pt x="9699" y="0"/>
                </a:lnTo>
                <a:lnTo>
                  <a:pt x="9709" y="0"/>
                </a:lnTo>
                <a:lnTo>
                  <a:pt x="9709" y="20"/>
                </a:lnTo>
                <a:lnTo>
                  <a:pt x="9699" y="20"/>
                </a:lnTo>
                <a:lnTo>
                  <a:pt x="9671" y="20"/>
                </a:lnTo>
                <a:lnTo>
                  <a:pt x="9671" y="0"/>
                </a:lnTo>
                <a:lnTo>
                  <a:pt x="9680" y="0"/>
                </a:lnTo>
                <a:moveTo>
                  <a:pt x="9737" y="0"/>
                </a:moveTo>
                <a:lnTo>
                  <a:pt x="9756" y="0"/>
                </a:lnTo>
                <a:lnTo>
                  <a:pt x="9766" y="0"/>
                </a:lnTo>
                <a:lnTo>
                  <a:pt x="9766" y="20"/>
                </a:lnTo>
                <a:lnTo>
                  <a:pt x="9756" y="20"/>
                </a:lnTo>
                <a:lnTo>
                  <a:pt x="9728" y="20"/>
                </a:lnTo>
                <a:lnTo>
                  <a:pt x="9728" y="0"/>
                </a:lnTo>
                <a:lnTo>
                  <a:pt x="9737" y="0"/>
                </a:lnTo>
                <a:moveTo>
                  <a:pt x="9795" y="0"/>
                </a:moveTo>
                <a:lnTo>
                  <a:pt x="9814" y="0"/>
                </a:lnTo>
                <a:lnTo>
                  <a:pt x="9823" y="0"/>
                </a:lnTo>
                <a:lnTo>
                  <a:pt x="9823" y="20"/>
                </a:lnTo>
                <a:lnTo>
                  <a:pt x="9814" y="20"/>
                </a:lnTo>
                <a:lnTo>
                  <a:pt x="9785" y="20"/>
                </a:lnTo>
                <a:lnTo>
                  <a:pt x="9785" y="0"/>
                </a:lnTo>
                <a:lnTo>
                  <a:pt x="9795" y="0"/>
                </a:lnTo>
                <a:moveTo>
                  <a:pt x="9852" y="0"/>
                </a:moveTo>
                <a:lnTo>
                  <a:pt x="9871" y="0"/>
                </a:lnTo>
                <a:lnTo>
                  <a:pt x="9880" y="0"/>
                </a:lnTo>
                <a:lnTo>
                  <a:pt x="9880" y="20"/>
                </a:lnTo>
                <a:lnTo>
                  <a:pt x="9871" y="20"/>
                </a:lnTo>
                <a:lnTo>
                  <a:pt x="9842" y="20"/>
                </a:lnTo>
                <a:lnTo>
                  <a:pt x="9842" y="0"/>
                </a:lnTo>
                <a:lnTo>
                  <a:pt x="9852" y="0"/>
                </a:lnTo>
                <a:moveTo>
                  <a:pt x="9909" y="0"/>
                </a:moveTo>
                <a:lnTo>
                  <a:pt x="9928" y="0"/>
                </a:lnTo>
                <a:lnTo>
                  <a:pt x="9938" y="0"/>
                </a:lnTo>
                <a:lnTo>
                  <a:pt x="9938" y="20"/>
                </a:lnTo>
                <a:lnTo>
                  <a:pt x="9928" y="20"/>
                </a:lnTo>
                <a:lnTo>
                  <a:pt x="9900" y="20"/>
                </a:lnTo>
                <a:lnTo>
                  <a:pt x="9900" y="0"/>
                </a:lnTo>
                <a:lnTo>
                  <a:pt x="9909" y="0"/>
                </a:lnTo>
                <a:moveTo>
                  <a:pt x="9966" y="0"/>
                </a:moveTo>
                <a:lnTo>
                  <a:pt x="9985" y="0"/>
                </a:lnTo>
                <a:lnTo>
                  <a:pt x="9995" y="0"/>
                </a:lnTo>
                <a:lnTo>
                  <a:pt x="9995" y="20"/>
                </a:lnTo>
                <a:lnTo>
                  <a:pt x="9985" y="20"/>
                </a:lnTo>
                <a:lnTo>
                  <a:pt x="9957" y="20"/>
                </a:lnTo>
                <a:lnTo>
                  <a:pt x="9957" y="0"/>
                </a:lnTo>
                <a:lnTo>
                  <a:pt x="9966" y="0"/>
                </a:lnTo>
                <a:moveTo>
                  <a:pt x="10023" y="0"/>
                </a:moveTo>
                <a:lnTo>
                  <a:pt x="10043" y="0"/>
                </a:lnTo>
                <a:lnTo>
                  <a:pt x="10052" y="0"/>
                </a:lnTo>
                <a:lnTo>
                  <a:pt x="10052" y="20"/>
                </a:lnTo>
                <a:lnTo>
                  <a:pt x="10043" y="20"/>
                </a:lnTo>
                <a:lnTo>
                  <a:pt x="10014" y="20"/>
                </a:lnTo>
                <a:lnTo>
                  <a:pt x="10014" y="0"/>
                </a:lnTo>
                <a:lnTo>
                  <a:pt x="10023" y="0"/>
                </a:lnTo>
                <a:moveTo>
                  <a:pt x="10081" y="0"/>
                </a:moveTo>
                <a:lnTo>
                  <a:pt x="10100" y="0"/>
                </a:lnTo>
                <a:lnTo>
                  <a:pt x="10109" y="0"/>
                </a:lnTo>
                <a:lnTo>
                  <a:pt x="10109" y="20"/>
                </a:lnTo>
                <a:lnTo>
                  <a:pt x="10100" y="20"/>
                </a:lnTo>
                <a:lnTo>
                  <a:pt x="10071" y="20"/>
                </a:lnTo>
                <a:lnTo>
                  <a:pt x="10071" y="0"/>
                </a:lnTo>
                <a:lnTo>
                  <a:pt x="10081" y="0"/>
                </a:lnTo>
                <a:moveTo>
                  <a:pt x="10138" y="0"/>
                </a:moveTo>
                <a:lnTo>
                  <a:pt x="10157" y="0"/>
                </a:lnTo>
                <a:lnTo>
                  <a:pt x="10167" y="0"/>
                </a:lnTo>
                <a:lnTo>
                  <a:pt x="10167" y="20"/>
                </a:lnTo>
                <a:lnTo>
                  <a:pt x="10157" y="20"/>
                </a:lnTo>
                <a:lnTo>
                  <a:pt x="10128" y="20"/>
                </a:lnTo>
                <a:lnTo>
                  <a:pt x="10128" y="0"/>
                </a:lnTo>
                <a:lnTo>
                  <a:pt x="10138" y="0"/>
                </a:lnTo>
                <a:moveTo>
                  <a:pt x="10195" y="0"/>
                </a:moveTo>
                <a:lnTo>
                  <a:pt x="10214" y="0"/>
                </a:lnTo>
                <a:lnTo>
                  <a:pt x="10224" y="0"/>
                </a:lnTo>
                <a:lnTo>
                  <a:pt x="10224" y="20"/>
                </a:lnTo>
                <a:lnTo>
                  <a:pt x="10214" y="20"/>
                </a:lnTo>
                <a:lnTo>
                  <a:pt x="10186" y="20"/>
                </a:lnTo>
                <a:lnTo>
                  <a:pt x="10186" y="0"/>
                </a:lnTo>
                <a:lnTo>
                  <a:pt x="10195" y="0"/>
                </a:lnTo>
                <a:moveTo>
                  <a:pt x="10252" y="0"/>
                </a:moveTo>
                <a:lnTo>
                  <a:pt x="10271" y="0"/>
                </a:lnTo>
                <a:lnTo>
                  <a:pt x="10281" y="0"/>
                </a:lnTo>
                <a:lnTo>
                  <a:pt x="10281" y="20"/>
                </a:lnTo>
                <a:lnTo>
                  <a:pt x="10271" y="20"/>
                </a:lnTo>
                <a:lnTo>
                  <a:pt x="10243" y="20"/>
                </a:lnTo>
                <a:lnTo>
                  <a:pt x="10243" y="0"/>
                </a:lnTo>
                <a:lnTo>
                  <a:pt x="10252" y="0"/>
                </a:lnTo>
                <a:moveTo>
                  <a:pt x="10310" y="0"/>
                </a:moveTo>
                <a:lnTo>
                  <a:pt x="10329" y="0"/>
                </a:lnTo>
                <a:lnTo>
                  <a:pt x="10338" y="0"/>
                </a:lnTo>
                <a:lnTo>
                  <a:pt x="10338" y="20"/>
                </a:lnTo>
                <a:lnTo>
                  <a:pt x="10329" y="20"/>
                </a:lnTo>
                <a:lnTo>
                  <a:pt x="10300" y="20"/>
                </a:lnTo>
                <a:lnTo>
                  <a:pt x="10300" y="0"/>
                </a:lnTo>
                <a:lnTo>
                  <a:pt x="10310" y="0"/>
                </a:lnTo>
                <a:moveTo>
                  <a:pt x="10367" y="0"/>
                </a:moveTo>
                <a:lnTo>
                  <a:pt x="10386" y="0"/>
                </a:lnTo>
                <a:lnTo>
                  <a:pt x="10395" y="0"/>
                </a:lnTo>
                <a:lnTo>
                  <a:pt x="10395" y="20"/>
                </a:lnTo>
                <a:lnTo>
                  <a:pt x="10386" y="20"/>
                </a:lnTo>
                <a:lnTo>
                  <a:pt x="10357" y="20"/>
                </a:lnTo>
                <a:lnTo>
                  <a:pt x="10357" y="0"/>
                </a:lnTo>
                <a:lnTo>
                  <a:pt x="10367" y="0"/>
                </a:lnTo>
                <a:moveTo>
                  <a:pt x="10424" y="0"/>
                </a:moveTo>
                <a:lnTo>
                  <a:pt x="10443" y="0"/>
                </a:lnTo>
                <a:lnTo>
                  <a:pt x="10453" y="0"/>
                </a:lnTo>
                <a:lnTo>
                  <a:pt x="10453" y="20"/>
                </a:lnTo>
                <a:lnTo>
                  <a:pt x="10443" y="20"/>
                </a:lnTo>
                <a:lnTo>
                  <a:pt x="10414" y="20"/>
                </a:lnTo>
                <a:lnTo>
                  <a:pt x="10414" y="0"/>
                </a:lnTo>
                <a:lnTo>
                  <a:pt x="10424" y="0"/>
                </a:lnTo>
                <a:moveTo>
                  <a:pt x="10481" y="0"/>
                </a:moveTo>
                <a:lnTo>
                  <a:pt x="10500" y="0"/>
                </a:lnTo>
                <a:lnTo>
                  <a:pt x="10510" y="0"/>
                </a:lnTo>
                <a:lnTo>
                  <a:pt x="10510" y="20"/>
                </a:lnTo>
                <a:lnTo>
                  <a:pt x="10500" y="20"/>
                </a:lnTo>
                <a:lnTo>
                  <a:pt x="10472" y="20"/>
                </a:lnTo>
                <a:lnTo>
                  <a:pt x="10472" y="0"/>
                </a:lnTo>
                <a:lnTo>
                  <a:pt x="10481" y="0"/>
                </a:lnTo>
                <a:moveTo>
                  <a:pt x="10538" y="0"/>
                </a:moveTo>
                <a:lnTo>
                  <a:pt x="10558" y="0"/>
                </a:lnTo>
                <a:lnTo>
                  <a:pt x="10567" y="0"/>
                </a:lnTo>
                <a:lnTo>
                  <a:pt x="10567" y="20"/>
                </a:lnTo>
                <a:lnTo>
                  <a:pt x="10558" y="20"/>
                </a:lnTo>
                <a:lnTo>
                  <a:pt x="10529" y="20"/>
                </a:lnTo>
                <a:lnTo>
                  <a:pt x="10529" y="0"/>
                </a:lnTo>
                <a:lnTo>
                  <a:pt x="10538" y="0"/>
                </a:lnTo>
                <a:moveTo>
                  <a:pt x="10596" y="0"/>
                </a:moveTo>
                <a:lnTo>
                  <a:pt x="10615" y="0"/>
                </a:lnTo>
                <a:lnTo>
                  <a:pt x="10624" y="0"/>
                </a:lnTo>
                <a:lnTo>
                  <a:pt x="10624" y="20"/>
                </a:lnTo>
                <a:lnTo>
                  <a:pt x="10615" y="20"/>
                </a:lnTo>
                <a:lnTo>
                  <a:pt x="10586" y="20"/>
                </a:lnTo>
                <a:lnTo>
                  <a:pt x="10586" y="0"/>
                </a:lnTo>
                <a:lnTo>
                  <a:pt x="10596" y="0"/>
                </a:lnTo>
                <a:moveTo>
                  <a:pt x="10653" y="0"/>
                </a:moveTo>
                <a:lnTo>
                  <a:pt x="10672" y="0"/>
                </a:lnTo>
                <a:lnTo>
                  <a:pt x="10681" y="0"/>
                </a:lnTo>
                <a:lnTo>
                  <a:pt x="10681" y="20"/>
                </a:lnTo>
                <a:lnTo>
                  <a:pt x="10672" y="20"/>
                </a:lnTo>
                <a:lnTo>
                  <a:pt x="10643" y="20"/>
                </a:lnTo>
                <a:lnTo>
                  <a:pt x="10643" y="0"/>
                </a:lnTo>
                <a:lnTo>
                  <a:pt x="10653" y="0"/>
                </a:lnTo>
                <a:moveTo>
                  <a:pt x="10710" y="0"/>
                </a:moveTo>
                <a:lnTo>
                  <a:pt x="10729" y="0"/>
                </a:lnTo>
                <a:lnTo>
                  <a:pt x="10739" y="0"/>
                </a:lnTo>
                <a:lnTo>
                  <a:pt x="10739" y="20"/>
                </a:lnTo>
                <a:lnTo>
                  <a:pt x="10729" y="20"/>
                </a:lnTo>
                <a:lnTo>
                  <a:pt x="10701" y="20"/>
                </a:lnTo>
                <a:lnTo>
                  <a:pt x="10701" y="0"/>
                </a:lnTo>
                <a:lnTo>
                  <a:pt x="10710" y="0"/>
                </a:lnTo>
                <a:moveTo>
                  <a:pt x="10767" y="0"/>
                </a:moveTo>
                <a:lnTo>
                  <a:pt x="10786" y="0"/>
                </a:lnTo>
                <a:lnTo>
                  <a:pt x="10796" y="0"/>
                </a:lnTo>
                <a:lnTo>
                  <a:pt x="10796" y="20"/>
                </a:lnTo>
                <a:lnTo>
                  <a:pt x="10786" y="20"/>
                </a:lnTo>
                <a:lnTo>
                  <a:pt x="10758" y="20"/>
                </a:lnTo>
                <a:lnTo>
                  <a:pt x="10758" y="0"/>
                </a:lnTo>
                <a:lnTo>
                  <a:pt x="10767" y="0"/>
                </a:lnTo>
                <a:moveTo>
                  <a:pt x="10825" y="0"/>
                </a:moveTo>
                <a:lnTo>
                  <a:pt x="10844" y="0"/>
                </a:lnTo>
                <a:lnTo>
                  <a:pt x="10853" y="0"/>
                </a:lnTo>
                <a:lnTo>
                  <a:pt x="10853" y="20"/>
                </a:lnTo>
                <a:lnTo>
                  <a:pt x="10844" y="20"/>
                </a:lnTo>
                <a:lnTo>
                  <a:pt x="10815" y="20"/>
                </a:lnTo>
                <a:lnTo>
                  <a:pt x="10815" y="0"/>
                </a:lnTo>
                <a:lnTo>
                  <a:pt x="10825" y="0"/>
                </a:lnTo>
                <a:moveTo>
                  <a:pt x="10882" y="0"/>
                </a:moveTo>
                <a:lnTo>
                  <a:pt x="10901" y="0"/>
                </a:lnTo>
                <a:lnTo>
                  <a:pt x="10910" y="0"/>
                </a:lnTo>
                <a:lnTo>
                  <a:pt x="10910" y="20"/>
                </a:lnTo>
                <a:lnTo>
                  <a:pt x="10901" y="20"/>
                </a:lnTo>
                <a:lnTo>
                  <a:pt x="10872" y="20"/>
                </a:lnTo>
                <a:lnTo>
                  <a:pt x="10872" y="0"/>
                </a:lnTo>
                <a:lnTo>
                  <a:pt x="10882" y="0"/>
                </a:lnTo>
                <a:moveTo>
                  <a:pt x="10939" y="0"/>
                </a:moveTo>
                <a:lnTo>
                  <a:pt x="10958" y="0"/>
                </a:lnTo>
                <a:lnTo>
                  <a:pt x="10968" y="0"/>
                </a:lnTo>
                <a:lnTo>
                  <a:pt x="10968" y="20"/>
                </a:lnTo>
                <a:lnTo>
                  <a:pt x="10958" y="20"/>
                </a:lnTo>
                <a:lnTo>
                  <a:pt x="10929" y="20"/>
                </a:lnTo>
                <a:lnTo>
                  <a:pt x="10929" y="0"/>
                </a:lnTo>
                <a:lnTo>
                  <a:pt x="10939" y="0"/>
                </a:lnTo>
                <a:moveTo>
                  <a:pt x="10996" y="0"/>
                </a:moveTo>
                <a:lnTo>
                  <a:pt x="11015" y="0"/>
                </a:lnTo>
                <a:lnTo>
                  <a:pt x="11025" y="0"/>
                </a:lnTo>
                <a:lnTo>
                  <a:pt x="11025" y="20"/>
                </a:lnTo>
                <a:lnTo>
                  <a:pt x="11015" y="20"/>
                </a:lnTo>
                <a:lnTo>
                  <a:pt x="10987" y="20"/>
                </a:lnTo>
                <a:lnTo>
                  <a:pt x="10987" y="0"/>
                </a:lnTo>
                <a:lnTo>
                  <a:pt x="10996" y="0"/>
                </a:lnTo>
                <a:moveTo>
                  <a:pt x="11053" y="0"/>
                </a:moveTo>
                <a:lnTo>
                  <a:pt x="11072" y="0"/>
                </a:lnTo>
                <a:lnTo>
                  <a:pt x="11082" y="0"/>
                </a:lnTo>
                <a:lnTo>
                  <a:pt x="11082" y="20"/>
                </a:lnTo>
                <a:lnTo>
                  <a:pt x="11072" y="20"/>
                </a:lnTo>
                <a:lnTo>
                  <a:pt x="11044" y="20"/>
                </a:lnTo>
                <a:lnTo>
                  <a:pt x="11044" y="0"/>
                </a:lnTo>
                <a:lnTo>
                  <a:pt x="11053" y="0"/>
                </a:lnTo>
                <a:moveTo>
                  <a:pt x="11111" y="0"/>
                </a:moveTo>
                <a:lnTo>
                  <a:pt x="11130" y="0"/>
                </a:lnTo>
                <a:lnTo>
                  <a:pt x="11139" y="0"/>
                </a:lnTo>
                <a:lnTo>
                  <a:pt x="11139" y="20"/>
                </a:lnTo>
                <a:lnTo>
                  <a:pt x="11130" y="20"/>
                </a:lnTo>
                <a:lnTo>
                  <a:pt x="11101" y="20"/>
                </a:lnTo>
                <a:lnTo>
                  <a:pt x="11101" y="0"/>
                </a:lnTo>
                <a:lnTo>
                  <a:pt x="11111" y="0"/>
                </a:lnTo>
                <a:moveTo>
                  <a:pt x="11168" y="0"/>
                </a:moveTo>
                <a:lnTo>
                  <a:pt x="11187" y="0"/>
                </a:lnTo>
                <a:lnTo>
                  <a:pt x="11196" y="0"/>
                </a:lnTo>
                <a:lnTo>
                  <a:pt x="11196" y="20"/>
                </a:lnTo>
                <a:lnTo>
                  <a:pt x="11187" y="20"/>
                </a:lnTo>
                <a:lnTo>
                  <a:pt x="11158" y="20"/>
                </a:lnTo>
                <a:lnTo>
                  <a:pt x="11158" y="0"/>
                </a:lnTo>
                <a:lnTo>
                  <a:pt x="11168" y="0"/>
                </a:lnTo>
                <a:moveTo>
                  <a:pt x="11225" y="0"/>
                </a:moveTo>
                <a:lnTo>
                  <a:pt x="11244" y="0"/>
                </a:lnTo>
                <a:lnTo>
                  <a:pt x="11254" y="0"/>
                </a:lnTo>
                <a:lnTo>
                  <a:pt x="11254" y="20"/>
                </a:lnTo>
                <a:lnTo>
                  <a:pt x="11244" y="20"/>
                </a:lnTo>
                <a:lnTo>
                  <a:pt x="11216" y="20"/>
                </a:lnTo>
                <a:lnTo>
                  <a:pt x="11216" y="0"/>
                </a:lnTo>
                <a:lnTo>
                  <a:pt x="11225" y="0"/>
                </a:lnTo>
                <a:moveTo>
                  <a:pt x="11282" y="0"/>
                </a:moveTo>
                <a:lnTo>
                  <a:pt x="11301" y="0"/>
                </a:lnTo>
                <a:lnTo>
                  <a:pt x="11311" y="0"/>
                </a:lnTo>
                <a:lnTo>
                  <a:pt x="11311" y="20"/>
                </a:lnTo>
                <a:lnTo>
                  <a:pt x="11301" y="20"/>
                </a:lnTo>
                <a:lnTo>
                  <a:pt x="11273" y="20"/>
                </a:lnTo>
                <a:lnTo>
                  <a:pt x="11273" y="0"/>
                </a:lnTo>
                <a:lnTo>
                  <a:pt x="11282" y="0"/>
                </a:lnTo>
                <a:moveTo>
                  <a:pt x="11340" y="0"/>
                </a:moveTo>
                <a:lnTo>
                  <a:pt x="11359" y="0"/>
                </a:lnTo>
                <a:lnTo>
                  <a:pt x="11368" y="0"/>
                </a:lnTo>
                <a:lnTo>
                  <a:pt x="11368" y="20"/>
                </a:lnTo>
                <a:lnTo>
                  <a:pt x="11359" y="20"/>
                </a:lnTo>
                <a:lnTo>
                  <a:pt x="11330" y="20"/>
                </a:lnTo>
                <a:lnTo>
                  <a:pt x="11330" y="0"/>
                </a:lnTo>
                <a:lnTo>
                  <a:pt x="11340" y="0"/>
                </a:lnTo>
                <a:moveTo>
                  <a:pt x="11397" y="0"/>
                </a:moveTo>
                <a:lnTo>
                  <a:pt x="11416" y="0"/>
                </a:lnTo>
                <a:lnTo>
                  <a:pt x="11425" y="0"/>
                </a:lnTo>
                <a:lnTo>
                  <a:pt x="11425" y="20"/>
                </a:lnTo>
                <a:lnTo>
                  <a:pt x="11416" y="20"/>
                </a:lnTo>
                <a:lnTo>
                  <a:pt x="11387" y="20"/>
                </a:lnTo>
                <a:lnTo>
                  <a:pt x="11387" y="0"/>
                </a:lnTo>
                <a:lnTo>
                  <a:pt x="11397" y="0"/>
                </a:lnTo>
                <a:moveTo>
                  <a:pt x="11454" y="0"/>
                </a:moveTo>
                <a:lnTo>
                  <a:pt x="11473" y="0"/>
                </a:lnTo>
                <a:lnTo>
                  <a:pt x="11483" y="0"/>
                </a:lnTo>
                <a:lnTo>
                  <a:pt x="11483" y="20"/>
                </a:lnTo>
                <a:lnTo>
                  <a:pt x="11473" y="20"/>
                </a:lnTo>
                <a:lnTo>
                  <a:pt x="11444" y="20"/>
                </a:lnTo>
                <a:lnTo>
                  <a:pt x="11444" y="0"/>
                </a:lnTo>
                <a:lnTo>
                  <a:pt x="11454" y="0"/>
                </a:lnTo>
                <a:moveTo>
                  <a:pt x="11511" y="0"/>
                </a:moveTo>
                <a:lnTo>
                  <a:pt x="11530" y="0"/>
                </a:lnTo>
                <a:lnTo>
                  <a:pt x="11540" y="0"/>
                </a:lnTo>
                <a:lnTo>
                  <a:pt x="11540" y="20"/>
                </a:lnTo>
                <a:lnTo>
                  <a:pt x="11530" y="20"/>
                </a:lnTo>
                <a:lnTo>
                  <a:pt x="11502" y="20"/>
                </a:lnTo>
                <a:lnTo>
                  <a:pt x="11502" y="0"/>
                </a:lnTo>
                <a:lnTo>
                  <a:pt x="11511" y="0"/>
                </a:lnTo>
                <a:moveTo>
                  <a:pt x="11568" y="0"/>
                </a:moveTo>
                <a:lnTo>
                  <a:pt x="11587" y="0"/>
                </a:lnTo>
                <a:lnTo>
                  <a:pt x="11597" y="0"/>
                </a:lnTo>
                <a:lnTo>
                  <a:pt x="11597" y="20"/>
                </a:lnTo>
                <a:lnTo>
                  <a:pt x="11587" y="20"/>
                </a:lnTo>
                <a:lnTo>
                  <a:pt x="11559" y="20"/>
                </a:lnTo>
                <a:lnTo>
                  <a:pt x="11559" y="0"/>
                </a:lnTo>
                <a:lnTo>
                  <a:pt x="11568" y="0"/>
                </a:lnTo>
                <a:moveTo>
                  <a:pt x="11626" y="0"/>
                </a:moveTo>
                <a:lnTo>
                  <a:pt x="11645" y="0"/>
                </a:lnTo>
                <a:lnTo>
                  <a:pt x="11654" y="0"/>
                </a:lnTo>
                <a:lnTo>
                  <a:pt x="11654" y="20"/>
                </a:lnTo>
                <a:lnTo>
                  <a:pt x="11645" y="20"/>
                </a:lnTo>
                <a:lnTo>
                  <a:pt x="11616" y="20"/>
                </a:lnTo>
                <a:lnTo>
                  <a:pt x="11616" y="0"/>
                </a:lnTo>
                <a:lnTo>
                  <a:pt x="11626" y="0"/>
                </a:lnTo>
                <a:moveTo>
                  <a:pt x="11683" y="0"/>
                </a:moveTo>
                <a:lnTo>
                  <a:pt x="11702" y="0"/>
                </a:lnTo>
                <a:lnTo>
                  <a:pt x="11711" y="0"/>
                </a:lnTo>
                <a:lnTo>
                  <a:pt x="11711" y="20"/>
                </a:lnTo>
                <a:lnTo>
                  <a:pt x="11702" y="20"/>
                </a:lnTo>
                <a:lnTo>
                  <a:pt x="11673" y="20"/>
                </a:lnTo>
                <a:lnTo>
                  <a:pt x="11673" y="0"/>
                </a:lnTo>
                <a:lnTo>
                  <a:pt x="11683" y="0"/>
                </a:lnTo>
                <a:moveTo>
                  <a:pt x="11740" y="0"/>
                </a:moveTo>
                <a:lnTo>
                  <a:pt x="11759" y="0"/>
                </a:lnTo>
                <a:lnTo>
                  <a:pt x="11769" y="0"/>
                </a:lnTo>
                <a:lnTo>
                  <a:pt x="11769" y="20"/>
                </a:lnTo>
                <a:lnTo>
                  <a:pt x="11759" y="20"/>
                </a:lnTo>
                <a:lnTo>
                  <a:pt x="11730" y="20"/>
                </a:lnTo>
                <a:lnTo>
                  <a:pt x="11730" y="0"/>
                </a:lnTo>
                <a:lnTo>
                  <a:pt x="11740" y="0"/>
                </a:lnTo>
                <a:moveTo>
                  <a:pt x="11797" y="0"/>
                </a:moveTo>
                <a:lnTo>
                  <a:pt x="11816" y="0"/>
                </a:lnTo>
                <a:lnTo>
                  <a:pt x="11826" y="0"/>
                </a:lnTo>
                <a:lnTo>
                  <a:pt x="11826" y="20"/>
                </a:lnTo>
                <a:lnTo>
                  <a:pt x="11816" y="20"/>
                </a:lnTo>
                <a:lnTo>
                  <a:pt x="11788" y="20"/>
                </a:lnTo>
                <a:lnTo>
                  <a:pt x="11788" y="0"/>
                </a:lnTo>
                <a:lnTo>
                  <a:pt x="11797" y="0"/>
                </a:lnTo>
                <a:moveTo>
                  <a:pt x="11854" y="0"/>
                </a:moveTo>
                <a:lnTo>
                  <a:pt x="11874" y="0"/>
                </a:lnTo>
                <a:lnTo>
                  <a:pt x="11883" y="0"/>
                </a:lnTo>
                <a:lnTo>
                  <a:pt x="11883" y="20"/>
                </a:lnTo>
                <a:lnTo>
                  <a:pt x="11874" y="20"/>
                </a:lnTo>
                <a:lnTo>
                  <a:pt x="11845" y="20"/>
                </a:lnTo>
                <a:lnTo>
                  <a:pt x="11845" y="0"/>
                </a:lnTo>
                <a:lnTo>
                  <a:pt x="11854" y="0"/>
                </a:lnTo>
                <a:moveTo>
                  <a:pt x="11912" y="0"/>
                </a:moveTo>
                <a:lnTo>
                  <a:pt x="11931" y="0"/>
                </a:lnTo>
                <a:lnTo>
                  <a:pt x="11940" y="0"/>
                </a:lnTo>
                <a:lnTo>
                  <a:pt x="11940" y="20"/>
                </a:lnTo>
                <a:lnTo>
                  <a:pt x="11931" y="20"/>
                </a:lnTo>
                <a:lnTo>
                  <a:pt x="11902" y="20"/>
                </a:lnTo>
                <a:lnTo>
                  <a:pt x="11902" y="0"/>
                </a:lnTo>
                <a:lnTo>
                  <a:pt x="11912" y="0"/>
                </a:lnTo>
                <a:moveTo>
                  <a:pt x="11969" y="0"/>
                </a:moveTo>
                <a:lnTo>
                  <a:pt x="11988" y="0"/>
                </a:lnTo>
                <a:lnTo>
                  <a:pt x="11998" y="0"/>
                </a:lnTo>
                <a:lnTo>
                  <a:pt x="11998" y="20"/>
                </a:lnTo>
                <a:lnTo>
                  <a:pt x="11988" y="20"/>
                </a:lnTo>
                <a:lnTo>
                  <a:pt x="11959" y="20"/>
                </a:lnTo>
                <a:lnTo>
                  <a:pt x="11959" y="0"/>
                </a:lnTo>
                <a:lnTo>
                  <a:pt x="11969" y="0"/>
                </a:lnTo>
                <a:moveTo>
                  <a:pt x="12026" y="0"/>
                </a:moveTo>
                <a:lnTo>
                  <a:pt x="12045" y="0"/>
                </a:lnTo>
                <a:lnTo>
                  <a:pt x="12055" y="0"/>
                </a:lnTo>
                <a:lnTo>
                  <a:pt x="12055" y="20"/>
                </a:lnTo>
                <a:lnTo>
                  <a:pt x="12045" y="20"/>
                </a:lnTo>
                <a:lnTo>
                  <a:pt x="12017" y="20"/>
                </a:lnTo>
                <a:lnTo>
                  <a:pt x="12017" y="0"/>
                </a:lnTo>
                <a:lnTo>
                  <a:pt x="12026" y="0"/>
                </a:lnTo>
                <a:moveTo>
                  <a:pt x="12083" y="0"/>
                </a:moveTo>
                <a:lnTo>
                  <a:pt x="12102" y="0"/>
                </a:lnTo>
                <a:lnTo>
                  <a:pt x="12112" y="0"/>
                </a:lnTo>
                <a:lnTo>
                  <a:pt x="12112" y="20"/>
                </a:lnTo>
                <a:lnTo>
                  <a:pt x="12102" y="20"/>
                </a:lnTo>
                <a:lnTo>
                  <a:pt x="12074" y="20"/>
                </a:lnTo>
                <a:lnTo>
                  <a:pt x="12074" y="0"/>
                </a:lnTo>
                <a:lnTo>
                  <a:pt x="12083" y="0"/>
                </a:lnTo>
                <a:moveTo>
                  <a:pt x="12141" y="0"/>
                </a:moveTo>
                <a:lnTo>
                  <a:pt x="12160" y="0"/>
                </a:lnTo>
                <a:lnTo>
                  <a:pt x="12169" y="0"/>
                </a:lnTo>
                <a:lnTo>
                  <a:pt x="12169" y="20"/>
                </a:lnTo>
                <a:lnTo>
                  <a:pt x="12160" y="20"/>
                </a:lnTo>
                <a:lnTo>
                  <a:pt x="12131" y="20"/>
                </a:lnTo>
                <a:lnTo>
                  <a:pt x="12131" y="0"/>
                </a:lnTo>
                <a:lnTo>
                  <a:pt x="12141" y="0"/>
                </a:lnTo>
                <a:moveTo>
                  <a:pt x="12198" y="0"/>
                </a:moveTo>
                <a:lnTo>
                  <a:pt x="12217" y="0"/>
                </a:lnTo>
                <a:lnTo>
                  <a:pt x="12226" y="0"/>
                </a:lnTo>
                <a:lnTo>
                  <a:pt x="12226" y="20"/>
                </a:lnTo>
                <a:lnTo>
                  <a:pt x="12217" y="20"/>
                </a:lnTo>
                <a:lnTo>
                  <a:pt x="12188" y="20"/>
                </a:lnTo>
                <a:lnTo>
                  <a:pt x="12188" y="0"/>
                </a:lnTo>
                <a:lnTo>
                  <a:pt x="12198" y="0"/>
                </a:lnTo>
                <a:moveTo>
                  <a:pt x="12255" y="0"/>
                </a:moveTo>
                <a:lnTo>
                  <a:pt x="12274" y="0"/>
                </a:lnTo>
                <a:lnTo>
                  <a:pt x="12284" y="0"/>
                </a:lnTo>
                <a:lnTo>
                  <a:pt x="12284" y="20"/>
                </a:lnTo>
                <a:lnTo>
                  <a:pt x="12274" y="20"/>
                </a:lnTo>
                <a:lnTo>
                  <a:pt x="12245" y="20"/>
                </a:lnTo>
                <a:lnTo>
                  <a:pt x="12245" y="0"/>
                </a:lnTo>
                <a:lnTo>
                  <a:pt x="12255" y="0"/>
                </a:lnTo>
                <a:moveTo>
                  <a:pt x="12312" y="0"/>
                </a:moveTo>
                <a:lnTo>
                  <a:pt x="12331" y="0"/>
                </a:lnTo>
                <a:lnTo>
                  <a:pt x="12341" y="0"/>
                </a:lnTo>
                <a:lnTo>
                  <a:pt x="12341" y="20"/>
                </a:lnTo>
                <a:lnTo>
                  <a:pt x="12331" y="20"/>
                </a:lnTo>
                <a:lnTo>
                  <a:pt x="12303" y="20"/>
                </a:lnTo>
                <a:lnTo>
                  <a:pt x="12303" y="0"/>
                </a:lnTo>
                <a:lnTo>
                  <a:pt x="12312" y="0"/>
                </a:lnTo>
                <a:moveTo>
                  <a:pt x="12369" y="0"/>
                </a:moveTo>
                <a:lnTo>
                  <a:pt x="12388" y="0"/>
                </a:lnTo>
                <a:lnTo>
                  <a:pt x="12398" y="0"/>
                </a:lnTo>
                <a:lnTo>
                  <a:pt x="12398" y="20"/>
                </a:lnTo>
                <a:lnTo>
                  <a:pt x="12388" y="20"/>
                </a:lnTo>
                <a:lnTo>
                  <a:pt x="12360" y="20"/>
                </a:lnTo>
                <a:lnTo>
                  <a:pt x="12360" y="0"/>
                </a:lnTo>
                <a:lnTo>
                  <a:pt x="12369" y="0"/>
                </a:lnTo>
                <a:moveTo>
                  <a:pt x="12427" y="0"/>
                </a:moveTo>
                <a:lnTo>
                  <a:pt x="12446" y="0"/>
                </a:lnTo>
                <a:lnTo>
                  <a:pt x="12455" y="0"/>
                </a:lnTo>
                <a:lnTo>
                  <a:pt x="12455" y="20"/>
                </a:lnTo>
                <a:lnTo>
                  <a:pt x="12446" y="20"/>
                </a:lnTo>
                <a:lnTo>
                  <a:pt x="12417" y="20"/>
                </a:lnTo>
                <a:lnTo>
                  <a:pt x="12417" y="0"/>
                </a:lnTo>
                <a:lnTo>
                  <a:pt x="12427" y="0"/>
                </a:lnTo>
                <a:moveTo>
                  <a:pt x="12484" y="0"/>
                </a:moveTo>
                <a:lnTo>
                  <a:pt x="12503" y="0"/>
                </a:lnTo>
                <a:lnTo>
                  <a:pt x="12512" y="0"/>
                </a:lnTo>
                <a:lnTo>
                  <a:pt x="12512" y="20"/>
                </a:lnTo>
                <a:lnTo>
                  <a:pt x="12503" y="20"/>
                </a:lnTo>
                <a:lnTo>
                  <a:pt x="12474" y="20"/>
                </a:lnTo>
                <a:lnTo>
                  <a:pt x="12474" y="0"/>
                </a:lnTo>
                <a:lnTo>
                  <a:pt x="12484" y="0"/>
                </a:lnTo>
                <a:moveTo>
                  <a:pt x="12541" y="0"/>
                </a:moveTo>
                <a:lnTo>
                  <a:pt x="12560" y="0"/>
                </a:lnTo>
                <a:lnTo>
                  <a:pt x="12570" y="0"/>
                </a:lnTo>
                <a:lnTo>
                  <a:pt x="12570" y="20"/>
                </a:lnTo>
                <a:lnTo>
                  <a:pt x="12560" y="20"/>
                </a:lnTo>
                <a:lnTo>
                  <a:pt x="12532" y="20"/>
                </a:lnTo>
                <a:lnTo>
                  <a:pt x="12532" y="0"/>
                </a:lnTo>
                <a:lnTo>
                  <a:pt x="12541" y="0"/>
                </a:lnTo>
                <a:moveTo>
                  <a:pt x="12598" y="0"/>
                </a:moveTo>
                <a:lnTo>
                  <a:pt x="12617" y="0"/>
                </a:lnTo>
                <a:lnTo>
                  <a:pt x="12627" y="0"/>
                </a:lnTo>
                <a:lnTo>
                  <a:pt x="12627" y="20"/>
                </a:lnTo>
                <a:lnTo>
                  <a:pt x="12617" y="20"/>
                </a:lnTo>
                <a:lnTo>
                  <a:pt x="12589" y="20"/>
                </a:lnTo>
                <a:lnTo>
                  <a:pt x="12589" y="0"/>
                </a:lnTo>
                <a:lnTo>
                  <a:pt x="12598" y="0"/>
                </a:lnTo>
                <a:moveTo>
                  <a:pt x="12656" y="0"/>
                </a:moveTo>
                <a:lnTo>
                  <a:pt x="12675" y="0"/>
                </a:lnTo>
                <a:lnTo>
                  <a:pt x="12684" y="0"/>
                </a:lnTo>
                <a:lnTo>
                  <a:pt x="12684" y="20"/>
                </a:lnTo>
                <a:lnTo>
                  <a:pt x="12675" y="20"/>
                </a:lnTo>
                <a:lnTo>
                  <a:pt x="12646" y="20"/>
                </a:lnTo>
                <a:lnTo>
                  <a:pt x="12646" y="0"/>
                </a:lnTo>
                <a:lnTo>
                  <a:pt x="12656" y="0"/>
                </a:lnTo>
                <a:moveTo>
                  <a:pt x="12713" y="0"/>
                </a:moveTo>
                <a:lnTo>
                  <a:pt x="12732" y="0"/>
                </a:lnTo>
                <a:lnTo>
                  <a:pt x="12741" y="0"/>
                </a:lnTo>
                <a:lnTo>
                  <a:pt x="12741" y="20"/>
                </a:lnTo>
                <a:lnTo>
                  <a:pt x="12732" y="20"/>
                </a:lnTo>
                <a:lnTo>
                  <a:pt x="12703" y="20"/>
                </a:lnTo>
                <a:lnTo>
                  <a:pt x="12703" y="0"/>
                </a:lnTo>
                <a:lnTo>
                  <a:pt x="12713" y="0"/>
                </a:lnTo>
                <a:moveTo>
                  <a:pt x="12770" y="0"/>
                </a:moveTo>
                <a:lnTo>
                  <a:pt x="12789" y="0"/>
                </a:lnTo>
                <a:lnTo>
                  <a:pt x="12799" y="0"/>
                </a:lnTo>
                <a:lnTo>
                  <a:pt x="12799" y="20"/>
                </a:lnTo>
                <a:lnTo>
                  <a:pt x="12789" y="20"/>
                </a:lnTo>
                <a:lnTo>
                  <a:pt x="12760" y="20"/>
                </a:lnTo>
                <a:lnTo>
                  <a:pt x="12760" y="0"/>
                </a:lnTo>
                <a:lnTo>
                  <a:pt x="12770" y="0"/>
                </a:lnTo>
                <a:moveTo>
                  <a:pt x="12827" y="0"/>
                </a:moveTo>
                <a:lnTo>
                  <a:pt x="12846" y="0"/>
                </a:lnTo>
                <a:lnTo>
                  <a:pt x="12856" y="0"/>
                </a:lnTo>
                <a:lnTo>
                  <a:pt x="12856" y="20"/>
                </a:lnTo>
                <a:lnTo>
                  <a:pt x="12846" y="20"/>
                </a:lnTo>
                <a:lnTo>
                  <a:pt x="12818" y="20"/>
                </a:lnTo>
                <a:lnTo>
                  <a:pt x="12818" y="0"/>
                </a:lnTo>
                <a:lnTo>
                  <a:pt x="12827" y="0"/>
                </a:lnTo>
                <a:moveTo>
                  <a:pt x="12884" y="0"/>
                </a:moveTo>
                <a:lnTo>
                  <a:pt x="12903" y="0"/>
                </a:lnTo>
                <a:lnTo>
                  <a:pt x="12913" y="0"/>
                </a:lnTo>
                <a:lnTo>
                  <a:pt x="12913" y="20"/>
                </a:lnTo>
                <a:lnTo>
                  <a:pt x="12903" y="20"/>
                </a:lnTo>
                <a:lnTo>
                  <a:pt x="12875" y="20"/>
                </a:lnTo>
                <a:lnTo>
                  <a:pt x="12875" y="0"/>
                </a:lnTo>
                <a:lnTo>
                  <a:pt x="12884" y="0"/>
                </a:lnTo>
                <a:moveTo>
                  <a:pt x="12942" y="0"/>
                </a:moveTo>
                <a:lnTo>
                  <a:pt x="12961" y="0"/>
                </a:lnTo>
                <a:lnTo>
                  <a:pt x="12970" y="0"/>
                </a:lnTo>
                <a:lnTo>
                  <a:pt x="12970" y="20"/>
                </a:lnTo>
                <a:lnTo>
                  <a:pt x="12961" y="20"/>
                </a:lnTo>
                <a:lnTo>
                  <a:pt x="12932" y="20"/>
                </a:lnTo>
                <a:lnTo>
                  <a:pt x="12932" y="0"/>
                </a:lnTo>
                <a:lnTo>
                  <a:pt x="12942" y="0"/>
                </a:lnTo>
                <a:moveTo>
                  <a:pt x="12999" y="0"/>
                </a:moveTo>
                <a:lnTo>
                  <a:pt x="13018" y="0"/>
                </a:lnTo>
                <a:lnTo>
                  <a:pt x="13027" y="0"/>
                </a:lnTo>
                <a:lnTo>
                  <a:pt x="13027" y="20"/>
                </a:lnTo>
                <a:lnTo>
                  <a:pt x="13018" y="20"/>
                </a:lnTo>
                <a:lnTo>
                  <a:pt x="12989" y="20"/>
                </a:lnTo>
                <a:lnTo>
                  <a:pt x="12989" y="0"/>
                </a:lnTo>
                <a:lnTo>
                  <a:pt x="12999" y="0"/>
                </a:lnTo>
                <a:moveTo>
                  <a:pt x="13056" y="0"/>
                </a:moveTo>
                <a:lnTo>
                  <a:pt x="13075" y="0"/>
                </a:lnTo>
                <a:lnTo>
                  <a:pt x="13085" y="0"/>
                </a:lnTo>
                <a:lnTo>
                  <a:pt x="13085" y="20"/>
                </a:lnTo>
                <a:lnTo>
                  <a:pt x="13075" y="20"/>
                </a:lnTo>
                <a:lnTo>
                  <a:pt x="13046" y="20"/>
                </a:lnTo>
                <a:lnTo>
                  <a:pt x="13046" y="0"/>
                </a:lnTo>
                <a:lnTo>
                  <a:pt x="13056" y="0"/>
                </a:lnTo>
                <a:moveTo>
                  <a:pt x="13113" y="0"/>
                </a:moveTo>
                <a:lnTo>
                  <a:pt x="13132" y="0"/>
                </a:lnTo>
                <a:lnTo>
                  <a:pt x="13142" y="0"/>
                </a:lnTo>
                <a:lnTo>
                  <a:pt x="13142" y="20"/>
                </a:lnTo>
                <a:lnTo>
                  <a:pt x="13132" y="20"/>
                </a:lnTo>
                <a:lnTo>
                  <a:pt x="13104" y="20"/>
                </a:lnTo>
                <a:lnTo>
                  <a:pt x="13104" y="0"/>
                </a:lnTo>
                <a:lnTo>
                  <a:pt x="13113" y="0"/>
                </a:lnTo>
                <a:moveTo>
                  <a:pt x="13170" y="0"/>
                </a:moveTo>
                <a:lnTo>
                  <a:pt x="13190" y="0"/>
                </a:lnTo>
                <a:lnTo>
                  <a:pt x="13199" y="0"/>
                </a:lnTo>
                <a:lnTo>
                  <a:pt x="13199" y="20"/>
                </a:lnTo>
                <a:lnTo>
                  <a:pt x="13190" y="20"/>
                </a:lnTo>
                <a:lnTo>
                  <a:pt x="13161" y="20"/>
                </a:lnTo>
                <a:lnTo>
                  <a:pt x="13161" y="0"/>
                </a:lnTo>
                <a:lnTo>
                  <a:pt x="13170" y="0"/>
                </a:lnTo>
                <a:moveTo>
                  <a:pt x="13228" y="0"/>
                </a:moveTo>
                <a:lnTo>
                  <a:pt x="13247" y="0"/>
                </a:lnTo>
                <a:lnTo>
                  <a:pt x="13256" y="0"/>
                </a:lnTo>
                <a:lnTo>
                  <a:pt x="13256" y="20"/>
                </a:lnTo>
                <a:lnTo>
                  <a:pt x="13247" y="20"/>
                </a:lnTo>
                <a:lnTo>
                  <a:pt x="13218" y="20"/>
                </a:lnTo>
                <a:lnTo>
                  <a:pt x="13218" y="0"/>
                </a:lnTo>
                <a:lnTo>
                  <a:pt x="13228" y="0"/>
                </a:lnTo>
                <a:moveTo>
                  <a:pt x="13285" y="0"/>
                </a:moveTo>
                <a:lnTo>
                  <a:pt x="13304" y="0"/>
                </a:lnTo>
                <a:lnTo>
                  <a:pt x="13314" y="0"/>
                </a:lnTo>
                <a:lnTo>
                  <a:pt x="13314" y="20"/>
                </a:lnTo>
                <a:lnTo>
                  <a:pt x="13304" y="20"/>
                </a:lnTo>
                <a:lnTo>
                  <a:pt x="13275" y="20"/>
                </a:lnTo>
                <a:lnTo>
                  <a:pt x="13275" y="0"/>
                </a:lnTo>
                <a:lnTo>
                  <a:pt x="13285" y="0"/>
                </a:lnTo>
                <a:moveTo>
                  <a:pt x="13342" y="0"/>
                </a:moveTo>
                <a:lnTo>
                  <a:pt x="13361" y="0"/>
                </a:lnTo>
                <a:lnTo>
                  <a:pt x="13371" y="0"/>
                </a:lnTo>
                <a:lnTo>
                  <a:pt x="13371" y="20"/>
                </a:lnTo>
                <a:lnTo>
                  <a:pt x="13361" y="20"/>
                </a:lnTo>
                <a:lnTo>
                  <a:pt x="13333" y="20"/>
                </a:lnTo>
                <a:lnTo>
                  <a:pt x="13333" y="0"/>
                </a:lnTo>
                <a:lnTo>
                  <a:pt x="13342" y="0"/>
                </a:lnTo>
                <a:moveTo>
                  <a:pt x="13399" y="0"/>
                </a:moveTo>
                <a:lnTo>
                  <a:pt x="13418" y="0"/>
                </a:lnTo>
                <a:lnTo>
                  <a:pt x="13428" y="0"/>
                </a:lnTo>
                <a:lnTo>
                  <a:pt x="13428" y="20"/>
                </a:lnTo>
                <a:lnTo>
                  <a:pt x="13418" y="20"/>
                </a:lnTo>
                <a:lnTo>
                  <a:pt x="13390" y="20"/>
                </a:lnTo>
                <a:lnTo>
                  <a:pt x="13390" y="0"/>
                </a:lnTo>
                <a:lnTo>
                  <a:pt x="13399" y="0"/>
                </a:lnTo>
                <a:moveTo>
                  <a:pt x="13457" y="0"/>
                </a:moveTo>
                <a:lnTo>
                  <a:pt x="13476" y="0"/>
                </a:lnTo>
                <a:lnTo>
                  <a:pt x="13485" y="0"/>
                </a:lnTo>
                <a:lnTo>
                  <a:pt x="13485" y="20"/>
                </a:lnTo>
                <a:lnTo>
                  <a:pt x="13476" y="20"/>
                </a:lnTo>
                <a:lnTo>
                  <a:pt x="13447" y="20"/>
                </a:lnTo>
                <a:lnTo>
                  <a:pt x="13447" y="0"/>
                </a:lnTo>
                <a:lnTo>
                  <a:pt x="13457" y="0"/>
                </a:lnTo>
                <a:moveTo>
                  <a:pt x="13514" y="0"/>
                </a:moveTo>
                <a:lnTo>
                  <a:pt x="13533" y="0"/>
                </a:lnTo>
                <a:lnTo>
                  <a:pt x="13542" y="0"/>
                </a:lnTo>
                <a:lnTo>
                  <a:pt x="13542" y="20"/>
                </a:lnTo>
                <a:lnTo>
                  <a:pt x="13533" y="20"/>
                </a:lnTo>
                <a:lnTo>
                  <a:pt x="13504" y="20"/>
                </a:lnTo>
                <a:lnTo>
                  <a:pt x="13504" y="0"/>
                </a:lnTo>
                <a:lnTo>
                  <a:pt x="13514" y="0"/>
                </a:lnTo>
                <a:moveTo>
                  <a:pt x="13571" y="0"/>
                </a:moveTo>
                <a:lnTo>
                  <a:pt x="13590" y="0"/>
                </a:lnTo>
                <a:lnTo>
                  <a:pt x="13600" y="0"/>
                </a:lnTo>
                <a:lnTo>
                  <a:pt x="13600" y="20"/>
                </a:lnTo>
                <a:lnTo>
                  <a:pt x="13590" y="20"/>
                </a:lnTo>
                <a:lnTo>
                  <a:pt x="13561" y="20"/>
                </a:lnTo>
                <a:lnTo>
                  <a:pt x="13561" y="0"/>
                </a:lnTo>
                <a:lnTo>
                  <a:pt x="13571" y="0"/>
                </a:lnTo>
                <a:moveTo>
                  <a:pt x="13628" y="0"/>
                </a:moveTo>
                <a:lnTo>
                  <a:pt x="13647" y="0"/>
                </a:lnTo>
                <a:lnTo>
                  <a:pt x="13657" y="0"/>
                </a:lnTo>
                <a:lnTo>
                  <a:pt x="13657" y="20"/>
                </a:lnTo>
                <a:lnTo>
                  <a:pt x="13647" y="20"/>
                </a:lnTo>
                <a:lnTo>
                  <a:pt x="13619" y="20"/>
                </a:lnTo>
                <a:lnTo>
                  <a:pt x="13619" y="0"/>
                </a:lnTo>
                <a:lnTo>
                  <a:pt x="13628" y="0"/>
                </a:lnTo>
                <a:moveTo>
                  <a:pt x="13685" y="0"/>
                </a:moveTo>
                <a:lnTo>
                  <a:pt x="13704" y="0"/>
                </a:lnTo>
                <a:lnTo>
                  <a:pt x="13714" y="0"/>
                </a:lnTo>
                <a:lnTo>
                  <a:pt x="13714" y="20"/>
                </a:lnTo>
                <a:lnTo>
                  <a:pt x="13704" y="20"/>
                </a:lnTo>
                <a:lnTo>
                  <a:pt x="13676" y="20"/>
                </a:lnTo>
                <a:lnTo>
                  <a:pt x="13676" y="0"/>
                </a:lnTo>
                <a:lnTo>
                  <a:pt x="13685" y="0"/>
                </a:lnTo>
                <a:moveTo>
                  <a:pt x="13743" y="0"/>
                </a:moveTo>
                <a:lnTo>
                  <a:pt x="13762" y="0"/>
                </a:lnTo>
                <a:lnTo>
                  <a:pt x="13771" y="0"/>
                </a:lnTo>
                <a:lnTo>
                  <a:pt x="13771" y="20"/>
                </a:lnTo>
                <a:lnTo>
                  <a:pt x="13762" y="20"/>
                </a:lnTo>
                <a:lnTo>
                  <a:pt x="13733" y="20"/>
                </a:lnTo>
                <a:lnTo>
                  <a:pt x="13733" y="0"/>
                </a:lnTo>
                <a:lnTo>
                  <a:pt x="13743" y="0"/>
                </a:lnTo>
                <a:moveTo>
                  <a:pt x="13800" y="0"/>
                </a:moveTo>
                <a:lnTo>
                  <a:pt x="13819" y="0"/>
                </a:lnTo>
                <a:lnTo>
                  <a:pt x="13828" y="0"/>
                </a:lnTo>
                <a:lnTo>
                  <a:pt x="13828" y="20"/>
                </a:lnTo>
                <a:lnTo>
                  <a:pt x="13819" y="20"/>
                </a:lnTo>
                <a:lnTo>
                  <a:pt x="13790" y="20"/>
                </a:lnTo>
                <a:lnTo>
                  <a:pt x="13790" y="0"/>
                </a:lnTo>
                <a:lnTo>
                  <a:pt x="13800" y="0"/>
                </a:lnTo>
                <a:moveTo>
                  <a:pt x="13857" y="0"/>
                </a:moveTo>
                <a:lnTo>
                  <a:pt x="13876" y="0"/>
                </a:lnTo>
                <a:lnTo>
                  <a:pt x="13886" y="0"/>
                </a:lnTo>
                <a:lnTo>
                  <a:pt x="13886" y="20"/>
                </a:lnTo>
                <a:lnTo>
                  <a:pt x="13876" y="20"/>
                </a:lnTo>
                <a:lnTo>
                  <a:pt x="13848" y="20"/>
                </a:lnTo>
                <a:lnTo>
                  <a:pt x="13848" y="0"/>
                </a:lnTo>
                <a:lnTo>
                  <a:pt x="13857" y="0"/>
                </a:lnTo>
                <a:moveTo>
                  <a:pt x="13914" y="0"/>
                </a:moveTo>
                <a:lnTo>
                  <a:pt x="13933" y="0"/>
                </a:lnTo>
                <a:lnTo>
                  <a:pt x="13943" y="0"/>
                </a:lnTo>
                <a:lnTo>
                  <a:pt x="13943" y="20"/>
                </a:lnTo>
                <a:lnTo>
                  <a:pt x="13933" y="20"/>
                </a:lnTo>
                <a:lnTo>
                  <a:pt x="13905" y="20"/>
                </a:lnTo>
                <a:lnTo>
                  <a:pt x="13905" y="0"/>
                </a:lnTo>
                <a:lnTo>
                  <a:pt x="13914" y="0"/>
                </a:lnTo>
                <a:moveTo>
                  <a:pt x="13972" y="0"/>
                </a:moveTo>
                <a:lnTo>
                  <a:pt x="13991" y="0"/>
                </a:lnTo>
                <a:lnTo>
                  <a:pt x="14000" y="0"/>
                </a:lnTo>
                <a:lnTo>
                  <a:pt x="14000" y="20"/>
                </a:lnTo>
                <a:lnTo>
                  <a:pt x="13991" y="20"/>
                </a:lnTo>
                <a:lnTo>
                  <a:pt x="13962" y="20"/>
                </a:lnTo>
                <a:lnTo>
                  <a:pt x="13962" y="0"/>
                </a:lnTo>
                <a:lnTo>
                  <a:pt x="13972" y="0"/>
                </a:lnTo>
                <a:moveTo>
                  <a:pt x="14029" y="0"/>
                </a:moveTo>
                <a:lnTo>
                  <a:pt x="14048" y="0"/>
                </a:lnTo>
                <a:lnTo>
                  <a:pt x="14057" y="0"/>
                </a:lnTo>
                <a:lnTo>
                  <a:pt x="14057" y="20"/>
                </a:lnTo>
                <a:lnTo>
                  <a:pt x="14048" y="20"/>
                </a:lnTo>
                <a:lnTo>
                  <a:pt x="14019" y="20"/>
                </a:lnTo>
                <a:lnTo>
                  <a:pt x="14019" y="0"/>
                </a:lnTo>
                <a:lnTo>
                  <a:pt x="14029" y="0"/>
                </a:lnTo>
                <a:moveTo>
                  <a:pt x="14086" y="0"/>
                </a:moveTo>
                <a:lnTo>
                  <a:pt x="14105" y="0"/>
                </a:lnTo>
                <a:lnTo>
                  <a:pt x="14115" y="0"/>
                </a:lnTo>
                <a:lnTo>
                  <a:pt x="14115" y="20"/>
                </a:lnTo>
                <a:lnTo>
                  <a:pt x="14105" y="20"/>
                </a:lnTo>
                <a:lnTo>
                  <a:pt x="14076" y="20"/>
                </a:lnTo>
                <a:lnTo>
                  <a:pt x="14076" y="0"/>
                </a:lnTo>
                <a:lnTo>
                  <a:pt x="14086" y="0"/>
                </a:lnTo>
                <a:moveTo>
                  <a:pt x="14143" y="0"/>
                </a:moveTo>
                <a:lnTo>
                  <a:pt x="14162" y="0"/>
                </a:lnTo>
                <a:lnTo>
                  <a:pt x="14172" y="0"/>
                </a:lnTo>
                <a:lnTo>
                  <a:pt x="14172" y="20"/>
                </a:lnTo>
                <a:lnTo>
                  <a:pt x="14162" y="20"/>
                </a:lnTo>
                <a:lnTo>
                  <a:pt x="14134" y="20"/>
                </a:lnTo>
                <a:lnTo>
                  <a:pt x="14134" y="0"/>
                </a:lnTo>
                <a:lnTo>
                  <a:pt x="14143" y="0"/>
                </a:lnTo>
                <a:moveTo>
                  <a:pt x="14200" y="0"/>
                </a:moveTo>
                <a:lnTo>
                  <a:pt x="14219" y="0"/>
                </a:lnTo>
                <a:lnTo>
                  <a:pt x="14229" y="0"/>
                </a:lnTo>
                <a:lnTo>
                  <a:pt x="14229" y="20"/>
                </a:lnTo>
                <a:lnTo>
                  <a:pt x="14219" y="20"/>
                </a:lnTo>
                <a:lnTo>
                  <a:pt x="14191" y="20"/>
                </a:lnTo>
                <a:lnTo>
                  <a:pt x="14191" y="0"/>
                </a:lnTo>
                <a:lnTo>
                  <a:pt x="14200" y="0"/>
                </a:lnTo>
                <a:moveTo>
                  <a:pt x="14258" y="0"/>
                </a:moveTo>
                <a:lnTo>
                  <a:pt x="14277" y="0"/>
                </a:lnTo>
                <a:lnTo>
                  <a:pt x="14286" y="0"/>
                </a:lnTo>
                <a:lnTo>
                  <a:pt x="14286" y="20"/>
                </a:lnTo>
                <a:lnTo>
                  <a:pt x="14277" y="20"/>
                </a:lnTo>
                <a:lnTo>
                  <a:pt x="14248" y="20"/>
                </a:lnTo>
                <a:lnTo>
                  <a:pt x="14248" y="0"/>
                </a:lnTo>
                <a:lnTo>
                  <a:pt x="14258" y="0"/>
                </a:lnTo>
                <a:moveTo>
                  <a:pt x="14315" y="0"/>
                </a:moveTo>
                <a:lnTo>
                  <a:pt x="14334" y="0"/>
                </a:lnTo>
                <a:lnTo>
                  <a:pt x="14343" y="0"/>
                </a:lnTo>
                <a:lnTo>
                  <a:pt x="14343" y="20"/>
                </a:lnTo>
                <a:lnTo>
                  <a:pt x="14334" y="20"/>
                </a:lnTo>
                <a:lnTo>
                  <a:pt x="14305" y="20"/>
                </a:lnTo>
                <a:lnTo>
                  <a:pt x="14305" y="0"/>
                </a:lnTo>
                <a:lnTo>
                  <a:pt x="14315" y="0"/>
                </a:lnTo>
                <a:moveTo>
                  <a:pt x="14372" y="0"/>
                </a:moveTo>
                <a:lnTo>
                  <a:pt x="14391" y="0"/>
                </a:lnTo>
                <a:lnTo>
                  <a:pt x="14401" y="0"/>
                </a:lnTo>
                <a:lnTo>
                  <a:pt x="14401" y="20"/>
                </a:lnTo>
                <a:lnTo>
                  <a:pt x="14391" y="20"/>
                </a:lnTo>
                <a:lnTo>
                  <a:pt x="14363" y="20"/>
                </a:lnTo>
                <a:lnTo>
                  <a:pt x="14363" y="0"/>
                </a:lnTo>
                <a:lnTo>
                  <a:pt x="14372" y="0"/>
                </a:lnTo>
                <a:moveTo>
                  <a:pt x="14429" y="0"/>
                </a:moveTo>
                <a:lnTo>
                  <a:pt x="14448" y="0"/>
                </a:lnTo>
                <a:lnTo>
                  <a:pt x="14458" y="0"/>
                </a:lnTo>
                <a:lnTo>
                  <a:pt x="14458" y="20"/>
                </a:lnTo>
                <a:lnTo>
                  <a:pt x="14448" y="20"/>
                </a:lnTo>
                <a:lnTo>
                  <a:pt x="14420" y="20"/>
                </a:lnTo>
                <a:lnTo>
                  <a:pt x="14420" y="0"/>
                </a:lnTo>
                <a:lnTo>
                  <a:pt x="14429" y="0"/>
                </a:lnTo>
                <a:moveTo>
                  <a:pt x="14486" y="0"/>
                </a:moveTo>
                <a:lnTo>
                  <a:pt x="14506" y="0"/>
                </a:lnTo>
                <a:lnTo>
                  <a:pt x="14515" y="0"/>
                </a:lnTo>
                <a:lnTo>
                  <a:pt x="14515" y="20"/>
                </a:lnTo>
                <a:lnTo>
                  <a:pt x="14506" y="20"/>
                </a:lnTo>
                <a:lnTo>
                  <a:pt x="14477" y="20"/>
                </a:lnTo>
                <a:lnTo>
                  <a:pt x="14477" y="0"/>
                </a:lnTo>
                <a:lnTo>
                  <a:pt x="14486" y="0"/>
                </a:lnTo>
                <a:moveTo>
                  <a:pt x="14544" y="0"/>
                </a:moveTo>
                <a:lnTo>
                  <a:pt x="14563" y="0"/>
                </a:lnTo>
                <a:lnTo>
                  <a:pt x="14572" y="0"/>
                </a:lnTo>
                <a:lnTo>
                  <a:pt x="14572" y="20"/>
                </a:lnTo>
                <a:lnTo>
                  <a:pt x="14563" y="20"/>
                </a:lnTo>
                <a:lnTo>
                  <a:pt x="14534" y="20"/>
                </a:lnTo>
                <a:lnTo>
                  <a:pt x="14534" y="0"/>
                </a:lnTo>
                <a:lnTo>
                  <a:pt x="14544" y="0"/>
                </a:lnTo>
                <a:moveTo>
                  <a:pt x="14601" y="0"/>
                </a:moveTo>
                <a:lnTo>
                  <a:pt x="14620" y="0"/>
                </a:lnTo>
                <a:lnTo>
                  <a:pt x="14630" y="0"/>
                </a:lnTo>
                <a:lnTo>
                  <a:pt x="14630" y="20"/>
                </a:lnTo>
                <a:lnTo>
                  <a:pt x="14620" y="20"/>
                </a:lnTo>
                <a:lnTo>
                  <a:pt x="14591" y="20"/>
                </a:lnTo>
                <a:lnTo>
                  <a:pt x="14591" y="0"/>
                </a:lnTo>
                <a:lnTo>
                  <a:pt x="14601" y="0"/>
                </a:lnTo>
                <a:moveTo>
                  <a:pt x="14658" y="0"/>
                </a:moveTo>
                <a:lnTo>
                  <a:pt x="14677" y="0"/>
                </a:lnTo>
                <a:lnTo>
                  <a:pt x="14687" y="0"/>
                </a:lnTo>
                <a:lnTo>
                  <a:pt x="14687" y="20"/>
                </a:lnTo>
                <a:lnTo>
                  <a:pt x="14677" y="20"/>
                </a:lnTo>
                <a:lnTo>
                  <a:pt x="14649" y="20"/>
                </a:lnTo>
                <a:lnTo>
                  <a:pt x="14649" y="0"/>
                </a:lnTo>
                <a:lnTo>
                  <a:pt x="14658" y="0"/>
                </a:lnTo>
                <a:moveTo>
                  <a:pt x="14715" y="0"/>
                </a:moveTo>
                <a:lnTo>
                  <a:pt x="14734" y="0"/>
                </a:lnTo>
                <a:lnTo>
                  <a:pt x="14744" y="0"/>
                </a:lnTo>
                <a:lnTo>
                  <a:pt x="14744" y="20"/>
                </a:lnTo>
                <a:lnTo>
                  <a:pt x="14734" y="20"/>
                </a:lnTo>
                <a:lnTo>
                  <a:pt x="14706" y="20"/>
                </a:lnTo>
                <a:lnTo>
                  <a:pt x="14706" y="0"/>
                </a:lnTo>
                <a:lnTo>
                  <a:pt x="14715" y="0"/>
                </a:lnTo>
                <a:moveTo>
                  <a:pt x="14773" y="0"/>
                </a:moveTo>
                <a:lnTo>
                  <a:pt x="14792" y="0"/>
                </a:lnTo>
                <a:lnTo>
                  <a:pt x="14801" y="0"/>
                </a:lnTo>
                <a:lnTo>
                  <a:pt x="14801" y="20"/>
                </a:lnTo>
                <a:lnTo>
                  <a:pt x="14792" y="20"/>
                </a:lnTo>
                <a:lnTo>
                  <a:pt x="14763" y="20"/>
                </a:lnTo>
                <a:lnTo>
                  <a:pt x="14763" y="0"/>
                </a:lnTo>
                <a:lnTo>
                  <a:pt x="14773" y="0"/>
                </a:lnTo>
                <a:moveTo>
                  <a:pt x="14830" y="0"/>
                </a:moveTo>
                <a:lnTo>
                  <a:pt x="14849" y="0"/>
                </a:lnTo>
                <a:lnTo>
                  <a:pt x="14858" y="0"/>
                </a:lnTo>
                <a:lnTo>
                  <a:pt x="14858" y="20"/>
                </a:lnTo>
                <a:lnTo>
                  <a:pt x="14849" y="20"/>
                </a:lnTo>
                <a:lnTo>
                  <a:pt x="14820" y="20"/>
                </a:lnTo>
                <a:lnTo>
                  <a:pt x="14820" y="0"/>
                </a:lnTo>
                <a:lnTo>
                  <a:pt x="14830" y="0"/>
                </a:lnTo>
                <a:moveTo>
                  <a:pt x="14887" y="0"/>
                </a:moveTo>
                <a:lnTo>
                  <a:pt x="14906" y="0"/>
                </a:lnTo>
                <a:lnTo>
                  <a:pt x="14916" y="0"/>
                </a:lnTo>
                <a:lnTo>
                  <a:pt x="14916" y="20"/>
                </a:lnTo>
                <a:lnTo>
                  <a:pt x="14906" y="20"/>
                </a:lnTo>
                <a:lnTo>
                  <a:pt x="14877" y="20"/>
                </a:lnTo>
                <a:lnTo>
                  <a:pt x="14877" y="0"/>
                </a:lnTo>
                <a:lnTo>
                  <a:pt x="14887" y="0"/>
                </a:lnTo>
                <a:moveTo>
                  <a:pt x="14944" y="0"/>
                </a:moveTo>
                <a:lnTo>
                  <a:pt x="14963" y="0"/>
                </a:lnTo>
                <a:lnTo>
                  <a:pt x="14973" y="0"/>
                </a:lnTo>
                <a:lnTo>
                  <a:pt x="14973" y="20"/>
                </a:lnTo>
                <a:lnTo>
                  <a:pt x="14963" y="20"/>
                </a:lnTo>
                <a:lnTo>
                  <a:pt x="14935" y="20"/>
                </a:lnTo>
                <a:lnTo>
                  <a:pt x="14935" y="0"/>
                </a:lnTo>
                <a:lnTo>
                  <a:pt x="14944" y="0"/>
                </a:lnTo>
                <a:moveTo>
                  <a:pt x="15001" y="0"/>
                </a:moveTo>
                <a:lnTo>
                  <a:pt x="15021" y="0"/>
                </a:lnTo>
                <a:lnTo>
                  <a:pt x="15030" y="0"/>
                </a:lnTo>
                <a:lnTo>
                  <a:pt x="15030" y="20"/>
                </a:lnTo>
                <a:lnTo>
                  <a:pt x="15021" y="20"/>
                </a:lnTo>
                <a:lnTo>
                  <a:pt x="14992" y="20"/>
                </a:lnTo>
                <a:lnTo>
                  <a:pt x="14992" y="0"/>
                </a:lnTo>
                <a:lnTo>
                  <a:pt x="15001" y="0"/>
                </a:lnTo>
                <a:moveTo>
                  <a:pt x="15059" y="0"/>
                </a:moveTo>
                <a:lnTo>
                  <a:pt x="15078" y="0"/>
                </a:lnTo>
                <a:lnTo>
                  <a:pt x="15087" y="0"/>
                </a:lnTo>
                <a:lnTo>
                  <a:pt x="15087" y="20"/>
                </a:lnTo>
                <a:lnTo>
                  <a:pt x="15078" y="20"/>
                </a:lnTo>
                <a:lnTo>
                  <a:pt x="15049" y="20"/>
                </a:lnTo>
                <a:lnTo>
                  <a:pt x="15049" y="0"/>
                </a:lnTo>
                <a:lnTo>
                  <a:pt x="15059" y="0"/>
                </a:lnTo>
                <a:moveTo>
                  <a:pt x="15116" y="0"/>
                </a:moveTo>
                <a:lnTo>
                  <a:pt x="15135" y="0"/>
                </a:lnTo>
                <a:lnTo>
                  <a:pt x="15144" y="0"/>
                </a:lnTo>
                <a:lnTo>
                  <a:pt x="15144" y="20"/>
                </a:lnTo>
                <a:lnTo>
                  <a:pt x="15135" y="20"/>
                </a:lnTo>
                <a:lnTo>
                  <a:pt x="15106" y="20"/>
                </a:lnTo>
                <a:lnTo>
                  <a:pt x="15106" y="0"/>
                </a:lnTo>
                <a:lnTo>
                  <a:pt x="15116" y="0"/>
                </a:lnTo>
                <a:moveTo>
                  <a:pt x="15173" y="0"/>
                </a:moveTo>
                <a:lnTo>
                  <a:pt x="15192" y="0"/>
                </a:lnTo>
                <a:lnTo>
                  <a:pt x="15202" y="0"/>
                </a:lnTo>
                <a:lnTo>
                  <a:pt x="15202" y="20"/>
                </a:lnTo>
                <a:lnTo>
                  <a:pt x="15192" y="20"/>
                </a:lnTo>
                <a:lnTo>
                  <a:pt x="15164" y="20"/>
                </a:lnTo>
                <a:lnTo>
                  <a:pt x="15164" y="0"/>
                </a:lnTo>
                <a:lnTo>
                  <a:pt x="15173" y="0"/>
                </a:lnTo>
                <a:moveTo>
                  <a:pt x="15230" y="0"/>
                </a:moveTo>
                <a:lnTo>
                  <a:pt x="15249" y="0"/>
                </a:lnTo>
                <a:lnTo>
                  <a:pt x="15259" y="0"/>
                </a:lnTo>
                <a:lnTo>
                  <a:pt x="15259" y="20"/>
                </a:lnTo>
                <a:lnTo>
                  <a:pt x="15249" y="20"/>
                </a:lnTo>
                <a:lnTo>
                  <a:pt x="15221" y="20"/>
                </a:lnTo>
                <a:lnTo>
                  <a:pt x="15221" y="0"/>
                </a:lnTo>
                <a:lnTo>
                  <a:pt x="15230" y="0"/>
                </a:lnTo>
                <a:moveTo>
                  <a:pt x="15288" y="0"/>
                </a:moveTo>
                <a:lnTo>
                  <a:pt x="15307" y="0"/>
                </a:lnTo>
                <a:lnTo>
                  <a:pt x="15316" y="0"/>
                </a:lnTo>
                <a:lnTo>
                  <a:pt x="15316" y="20"/>
                </a:lnTo>
                <a:lnTo>
                  <a:pt x="15307" y="20"/>
                </a:lnTo>
                <a:lnTo>
                  <a:pt x="15278" y="20"/>
                </a:lnTo>
                <a:lnTo>
                  <a:pt x="15278" y="0"/>
                </a:lnTo>
                <a:lnTo>
                  <a:pt x="15288" y="0"/>
                </a:lnTo>
                <a:moveTo>
                  <a:pt x="15345" y="0"/>
                </a:moveTo>
                <a:lnTo>
                  <a:pt x="15364" y="0"/>
                </a:lnTo>
                <a:lnTo>
                  <a:pt x="15373" y="0"/>
                </a:lnTo>
                <a:lnTo>
                  <a:pt x="15373" y="20"/>
                </a:lnTo>
                <a:lnTo>
                  <a:pt x="15364" y="20"/>
                </a:lnTo>
                <a:lnTo>
                  <a:pt x="15335" y="20"/>
                </a:lnTo>
                <a:lnTo>
                  <a:pt x="15335" y="0"/>
                </a:lnTo>
                <a:lnTo>
                  <a:pt x="15345" y="0"/>
                </a:lnTo>
                <a:moveTo>
                  <a:pt x="15402" y="0"/>
                </a:moveTo>
                <a:lnTo>
                  <a:pt x="15421" y="0"/>
                </a:lnTo>
                <a:lnTo>
                  <a:pt x="15431" y="0"/>
                </a:lnTo>
                <a:lnTo>
                  <a:pt x="15431" y="20"/>
                </a:lnTo>
                <a:lnTo>
                  <a:pt x="15421" y="20"/>
                </a:lnTo>
                <a:lnTo>
                  <a:pt x="15392" y="20"/>
                </a:lnTo>
                <a:lnTo>
                  <a:pt x="15392" y="0"/>
                </a:lnTo>
                <a:lnTo>
                  <a:pt x="15402" y="0"/>
                </a:lnTo>
                <a:moveTo>
                  <a:pt x="15459" y="0"/>
                </a:moveTo>
                <a:lnTo>
                  <a:pt x="15478" y="0"/>
                </a:lnTo>
                <a:lnTo>
                  <a:pt x="15488" y="0"/>
                </a:lnTo>
                <a:lnTo>
                  <a:pt x="15488" y="20"/>
                </a:lnTo>
                <a:lnTo>
                  <a:pt x="15478" y="20"/>
                </a:lnTo>
                <a:lnTo>
                  <a:pt x="15450" y="20"/>
                </a:lnTo>
                <a:lnTo>
                  <a:pt x="15450" y="0"/>
                </a:lnTo>
                <a:lnTo>
                  <a:pt x="15459" y="0"/>
                </a:lnTo>
                <a:moveTo>
                  <a:pt x="15516" y="0"/>
                </a:moveTo>
                <a:lnTo>
                  <a:pt x="15535" y="0"/>
                </a:lnTo>
                <a:lnTo>
                  <a:pt x="15545" y="0"/>
                </a:lnTo>
                <a:lnTo>
                  <a:pt x="15545" y="20"/>
                </a:lnTo>
                <a:lnTo>
                  <a:pt x="15535" y="20"/>
                </a:lnTo>
                <a:lnTo>
                  <a:pt x="15507" y="20"/>
                </a:lnTo>
                <a:lnTo>
                  <a:pt x="15507" y="0"/>
                </a:lnTo>
                <a:lnTo>
                  <a:pt x="15516" y="0"/>
                </a:lnTo>
                <a:moveTo>
                  <a:pt x="15574" y="0"/>
                </a:moveTo>
                <a:lnTo>
                  <a:pt x="15593" y="0"/>
                </a:lnTo>
                <a:lnTo>
                  <a:pt x="15602" y="0"/>
                </a:lnTo>
                <a:lnTo>
                  <a:pt x="15602" y="20"/>
                </a:lnTo>
                <a:lnTo>
                  <a:pt x="15593" y="20"/>
                </a:lnTo>
                <a:lnTo>
                  <a:pt x="15564" y="20"/>
                </a:lnTo>
                <a:lnTo>
                  <a:pt x="15564" y="0"/>
                </a:lnTo>
                <a:lnTo>
                  <a:pt x="15574" y="0"/>
                </a:lnTo>
                <a:moveTo>
                  <a:pt x="15631" y="0"/>
                </a:moveTo>
                <a:lnTo>
                  <a:pt x="15650" y="0"/>
                </a:lnTo>
                <a:lnTo>
                  <a:pt x="15659" y="0"/>
                </a:lnTo>
                <a:lnTo>
                  <a:pt x="15659" y="20"/>
                </a:lnTo>
                <a:lnTo>
                  <a:pt x="15650" y="20"/>
                </a:lnTo>
                <a:lnTo>
                  <a:pt x="15621" y="20"/>
                </a:lnTo>
                <a:lnTo>
                  <a:pt x="15621" y="0"/>
                </a:lnTo>
                <a:lnTo>
                  <a:pt x="15631" y="0"/>
                </a:lnTo>
                <a:moveTo>
                  <a:pt x="15688" y="0"/>
                </a:moveTo>
                <a:lnTo>
                  <a:pt x="15707" y="0"/>
                </a:lnTo>
                <a:lnTo>
                  <a:pt x="15717" y="0"/>
                </a:lnTo>
                <a:lnTo>
                  <a:pt x="15717" y="20"/>
                </a:lnTo>
                <a:lnTo>
                  <a:pt x="15707" y="20"/>
                </a:lnTo>
                <a:lnTo>
                  <a:pt x="15679" y="20"/>
                </a:lnTo>
                <a:lnTo>
                  <a:pt x="15679" y="0"/>
                </a:lnTo>
                <a:lnTo>
                  <a:pt x="15688" y="0"/>
                </a:lnTo>
                <a:moveTo>
                  <a:pt x="15745" y="0"/>
                </a:moveTo>
                <a:lnTo>
                  <a:pt x="15764" y="0"/>
                </a:lnTo>
                <a:lnTo>
                  <a:pt x="15774" y="0"/>
                </a:lnTo>
                <a:lnTo>
                  <a:pt x="15774" y="20"/>
                </a:lnTo>
                <a:lnTo>
                  <a:pt x="15764" y="20"/>
                </a:lnTo>
                <a:lnTo>
                  <a:pt x="15736" y="20"/>
                </a:lnTo>
                <a:lnTo>
                  <a:pt x="15736" y="0"/>
                </a:lnTo>
                <a:lnTo>
                  <a:pt x="15745" y="0"/>
                </a:lnTo>
                <a:moveTo>
                  <a:pt x="15802" y="0"/>
                </a:moveTo>
                <a:lnTo>
                  <a:pt x="15822" y="0"/>
                </a:lnTo>
                <a:lnTo>
                  <a:pt x="15831" y="0"/>
                </a:lnTo>
                <a:lnTo>
                  <a:pt x="15831" y="20"/>
                </a:lnTo>
                <a:lnTo>
                  <a:pt x="15822" y="20"/>
                </a:lnTo>
                <a:lnTo>
                  <a:pt x="15793" y="20"/>
                </a:lnTo>
                <a:lnTo>
                  <a:pt x="15793" y="0"/>
                </a:lnTo>
                <a:lnTo>
                  <a:pt x="15802" y="0"/>
                </a:lnTo>
                <a:moveTo>
                  <a:pt x="15860" y="0"/>
                </a:moveTo>
                <a:lnTo>
                  <a:pt x="15879" y="0"/>
                </a:lnTo>
                <a:lnTo>
                  <a:pt x="15888" y="0"/>
                </a:lnTo>
                <a:lnTo>
                  <a:pt x="15888" y="20"/>
                </a:lnTo>
                <a:lnTo>
                  <a:pt x="15879" y="20"/>
                </a:lnTo>
                <a:lnTo>
                  <a:pt x="15850" y="20"/>
                </a:lnTo>
                <a:lnTo>
                  <a:pt x="15850" y="0"/>
                </a:lnTo>
                <a:lnTo>
                  <a:pt x="15860" y="0"/>
                </a:lnTo>
                <a:moveTo>
                  <a:pt x="15917" y="0"/>
                </a:moveTo>
                <a:lnTo>
                  <a:pt x="15936" y="0"/>
                </a:lnTo>
                <a:lnTo>
                  <a:pt x="15946" y="0"/>
                </a:lnTo>
                <a:lnTo>
                  <a:pt x="15946" y="20"/>
                </a:lnTo>
                <a:lnTo>
                  <a:pt x="15936" y="20"/>
                </a:lnTo>
                <a:lnTo>
                  <a:pt x="15907" y="20"/>
                </a:lnTo>
                <a:lnTo>
                  <a:pt x="15907" y="0"/>
                </a:lnTo>
                <a:lnTo>
                  <a:pt x="15917" y="0"/>
                </a:lnTo>
                <a:moveTo>
                  <a:pt x="15974" y="0"/>
                </a:moveTo>
                <a:lnTo>
                  <a:pt x="15993" y="0"/>
                </a:lnTo>
                <a:lnTo>
                  <a:pt x="16003" y="0"/>
                </a:lnTo>
                <a:lnTo>
                  <a:pt x="16003" y="20"/>
                </a:lnTo>
                <a:lnTo>
                  <a:pt x="15993" y="20"/>
                </a:lnTo>
                <a:lnTo>
                  <a:pt x="15965" y="20"/>
                </a:lnTo>
                <a:lnTo>
                  <a:pt x="15965" y="0"/>
                </a:lnTo>
                <a:lnTo>
                  <a:pt x="15974" y="0"/>
                </a:lnTo>
                <a:moveTo>
                  <a:pt x="16031" y="0"/>
                </a:moveTo>
                <a:lnTo>
                  <a:pt x="16050" y="0"/>
                </a:lnTo>
                <a:lnTo>
                  <a:pt x="16060" y="0"/>
                </a:lnTo>
                <a:lnTo>
                  <a:pt x="16060" y="20"/>
                </a:lnTo>
                <a:lnTo>
                  <a:pt x="16050" y="20"/>
                </a:lnTo>
                <a:lnTo>
                  <a:pt x="16022" y="20"/>
                </a:lnTo>
                <a:lnTo>
                  <a:pt x="16022" y="0"/>
                </a:lnTo>
                <a:lnTo>
                  <a:pt x="16031" y="0"/>
                </a:lnTo>
                <a:moveTo>
                  <a:pt x="16089" y="0"/>
                </a:moveTo>
                <a:lnTo>
                  <a:pt x="16108" y="0"/>
                </a:lnTo>
                <a:lnTo>
                  <a:pt x="16117" y="0"/>
                </a:lnTo>
                <a:lnTo>
                  <a:pt x="16117" y="20"/>
                </a:lnTo>
                <a:lnTo>
                  <a:pt x="16108" y="20"/>
                </a:lnTo>
                <a:lnTo>
                  <a:pt x="16079" y="20"/>
                </a:lnTo>
                <a:lnTo>
                  <a:pt x="16079" y="0"/>
                </a:lnTo>
                <a:lnTo>
                  <a:pt x="16089" y="0"/>
                </a:lnTo>
                <a:moveTo>
                  <a:pt x="16146" y="0"/>
                </a:moveTo>
                <a:lnTo>
                  <a:pt x="16165" y="0"/>
                </a:lnTo>
                <a:lnTo>
                  <a:pt x="16174" y="0"/>
                </a:lnTo>
                <a:lnTo>
                  <a:pt x="16174" y="20"/>
                </a:lnTo>
                <a:lnTo>
                  <a:pt x="16165" y="20"/>
                </a:lnTo>
                <a:lnTo>
                  <a:pt x="16136" y="20"/>
                </a:lnTo>
                <a:lnTo>
                  <a:pt x="16136" y="0"/>
                </a:lnTo>
                <a:lnTo>
                  <a:pt x="16146" y="0"/>
                </a:lnTo>
                <a:moveTo>
                  <a:pt x="16203" y="0"/>
                </a:moveTo>
                <a:lnTo>
                  <a:pt x="16222" y="0"/>
                </a:lnTo>
                <a:lnTo>
                  <a:pt x="16232" y="0"/>
                </a:lnTo>
                <a:lnTo>
                  <a:pt x="16232" y="20"/>
                </a:lnTo>
                <a:lnTo>
                  <a:pt x="16222" y="20"/>
                </a:lnTo>
                <a:lnTo>
                  <a:pt x="16193" y="20"/>
                </a:lnTo>
                <a:lnTo>
                  <a:pt x="16193" y="0"/>
                </a:lnTo>
                <a:lnTo>
                  <a:pt x="16203" y="0"/>
                </a:lnTo>
                <a:moveTo>
                  <a:pt x="16260" y="0"/>
                </a:moveTo>
                <a:lnTo>
                  <a:pt x="16279" y="0"/>
                </a:lnTo>
                <a:lnTo>
                  <a:pt x="16289" y="0"/>
                </a:lnTo>
                <a:lnTo>
                  <a:pt x="16289" y="20"/>
                </a:lnTo>
                <a:lnTo>
                  <a:pt x="16279" y="20"/>
                </a:lnTo>
                <a:lnTo>
                  <a:pt x="16251" y="20"/>
                </a:lnTo>
                <a:lnTo>
                  <a:pt x="16251" y="0"/>
                </a:lnTo>
                <a:lnTo>
                  <a:pt x="16260" y="0"/>
                </a:lnTo>
                <a:moveTo>
                  <a:pt x="16317" y="0"/>
                </a:moveTo>
                <a:lnTo>
                  <a:pt x="16337" y="0"/>
                </a:lnTo>
                <a:lnTo>
                  <a:pt x="16346" y="0"/>
                </a:lnTo>
                <a:lnTo>
                  <a:pt x="16346" y="20"/>
                </a:lnTo>
                <a:lnTo>
                  <a:pt x="16337" y="20"/>
                </a:lnTo>
                <a:lnTo>
                  <a:pt x="16308" y="20"/>
                </a:lnTo>
                <a:lnTo>
                  <a:pt x="16308" y="0"/>
                </a:lnTo>
                <a:lnTo>
                  <a:pt x="16317" y="0"/>
                </a:lnTo>
                <a:moveTo>
                  <a:pt x="16375" y="0"/>
                </a:moveTo>
                <a:lnTo>
                  <a:pt x="16394" y="0"/>
                </a:lnTo>
                <a:lnTo>
                  <a:pt x="16403" y="0"/>
                </a:lnTo>
                <a:lnTo>
                  <a:pt x="16403" y="20"/>
                </a:lnTo>
                <a:lnTo>
                  <a:pt x="16394" y="20"/>
                </a:lnTo>
                <a:lnTo>
                  <a:pt x="16365" y="20"/>
                </a:lnTo>
                <a:lnTo>
                  <a:pt x="16365" y="0"/>
                </a:lnTo>
                <a:lnTo>
                  <a:pt x="16375" y="0"/>
                </a:lnTo>
                <a:moveTo>
                  <a:pt x="16432" y="0"/>
                </a:moveTo>
                <a:lnTo>
                  <a:pt x="16451" y="0"/>
                </a:lnTo>
                <a:lnTo>
                  <a:pt x="16460" y="0"/>
                </a:lnTo>
                <a:lnTo>
                  <a:pt x="16460" y="20"/>
                </a:lnTo>
                <a:lnTo>
                  <a:pt x="16451" y="20"/>
                </a:lnTo>
                <a:lnTo>
                  <a:pt x="16422" y="20"/>
                </a:lnTo>
                <a:lnTo>
                  <a:pt x="16422" y="0"/>
                </a:lnTo>
                <a:lnTo>
                  <a:pt x="16432" y="0"/>
                </a:lnTo>
                <a:moveTo>
                  <a:pt x="16489" y="0"/>
                </a:moveTo>
                <a:lnTo>
                  <a:pt x="16508" y="0"/>
                </a:lnTo>
                <a:lnTo>
                  <a:pt x="16518" y="0"/>
                </a:lnTo>
                <a:lnTo>
                  <a:pt x="16518" y="20"/>
                </a:lnTo>
                <a:lnTo>
                  <a:pt x="16508" y="20"/>
                </a:lnTo>
                <a:lnTo>
                  <a:pt x="16480" y="20"/>
                </a:lnTo>
                <a:lnTo>
                  <a:pt x="16480" y="0"/>
                </a:lnTo>
                <a:lnTo>
                  <a:pt x="16489" y="0"/>
                </a:lnTo>
                <a:moveTo>
                  <a:pt x="16546" y="0"/>
                </a:moveTo>
                <a:lnTo>
                  <a:pt x="16565" y="0"/>
                </a:lnTo>
                <a:lnTo>
                  <a:pt x="16575" y="0"/>
                </a:lnTo>
                <a:lnTo>
                  <a:pt x="16575" y="20"/>
                </a:lnTo>
                <a:lnTo>
                  <a:pt x="16565" y="20"/>
                </a:lnTo>
                <a:lnTo>
                  <a:pt x="16537" y="20"/>
                </a:lnTo>
                <a:lnTo>
                  <a:pt x="16537" y="0"/>
                </a:lnTo>
                <a:lnTo>
                  <a:pt x="16546" y="0"/>
                </a:lnTo>
                <a:moveTo>
                  <a:pt x="16604" y="0"/>
                </a:moveTo>
                <a:lnTo>
                  <a:pt x="16623" y="0"/>
                </a:lnTo>
                <a:lnTo>
                  <a:pt x="16632" y="0"/>
                </a:lnTo>
                <a:lnTo>
                  <a:pt x="16632" y="20"/>
                </a:lnTo>
                <a:lnTo>
                  <a:pt x="16623" y="20"/>
                </a:lnTo>
                <a:lnTo>
                  <a:pt x="16594" y="20"/>
                </a:lnTo>
                <a:lnTo>
                  <a:pt x="16594" y="0"/>
                </a:lnTo>
                <a:lnTo>
                  <a:pt x="16604" y="0"/>
                </a:lnTo>
                <a:moveTo>
                  <a:pt x="16661" y="0"/>
                </a:moveTo>
                <a:lnTo>
                  <a:pt x="16680" y="0"/>
                </a:lnTo>
                <a:lnTo>
                  <a:pt x="16689" y="0"/>
                </a:lnTo>
                <a:lnTo>
                  <a:pt x="16689" y="20"/>
                </a:lnTo>
                <a:lnTo>
                  <a:pt x="16680" y="20"/>
                </a:lnTo>
                <a:lnTo>
                  <a:pt x="16651" y="20"/>
                </a:lnTo>
                <a:lnTo>
                  <a:pt x="16651" y="0"/>
                </a:lnTo>
                <a:lnTo>
                  <a:pt x="16661" y="0"/>
                </a:lnTo>
                <a:moveTo>
                  <a:pt x="16718" y="0"/>
                </a:moveTo>
                <a:lnTo>
                  <a:pt x="16737" y="0"/>
                </a:lnTo>
                <a:lnTo>
                  <a:pt x="16747" y="0"/>
                </a:lnTo>
                <a:lnTo>
                  <a:pt x="16747" y="20"/>
                </a:lnTo>
                <a:lnTo>
                  <a:pt x="16737" y="20"/>
                </a:lnTo>
                <a:lnTo>
                  <a:pt x="16708" y="20"/>
                </a:lnTo>
                <a:lnTo>
                  <a:pt x="16708" y="0"/>
                </a:lnTo>
                <a:lnTo>
                  <a:pt x="16718" y="0"/>
                </a:lnTo>
                <a:moveTo>
                  <a:pt x="16775" y="0"/>
                </a:moveTo>
                <a:lnTo>
                  <a:pt x="16794" y="0"/>
                </a:lnTo>
                <a:lnTo>
                  <a:pt x="16804" y="0"/>
                </a:lnTo>
                <a:lnTo>
                  <a:pt x="16804" y="20"/>
                </a:lnTo>
                <a:lnTo>
                  <a:pt x="16794" y="20"/>
                </a:lnTo>
                <a:lnTo>
                  <a:pt x="16766" y="20"/>
                </a:lnTo>
                <a:lnTo>
                  <a:pt x="16766" y="0"/>
                </a:lnTo>
                <a:lnTo>
                  <a:pt x="16775" y="0"/>
                </a:lnTo>
                <a:moveTo>
                  <a:pt x="16832" y="0"/>
                </a:moveTo>
                <a:lnTo>
                  <a:pt x="16851" y="0"/>
                </a:lnTo>
                <a:lnTo>
                  <a:pt x="16861" y="0"/>
                </a:lnTo>
                <a:lnTo>
                  <a:pt x="16861" y="20"/>
                </a:lnTo>
                <a:lnTo>
                  <a:pt x="16851" y="20"/>
                </a:lnTo>
                <a:lnTo>
                  <a:pt x="16823" y="20"/>
                </a:lnTo>
                <a:lnTo>
                  <a:pt x="16823" y="0"/>
                </a:lnTo>
                <a:lnTo>
                  <a:pt x="16832" y="0"/>
                </a:lnTo>
                <a:moveTo>
                  <a:pt x="16890" y="0"/>
                </a:moveTo>
                <a:lnTo>
                  <a:pt x="16909" y="0"/>
                </a:lnTo>
                <a:lnTo>
                  <a:pt x="16918" y="0"/>
                </a:lnTo>
                <a:lnTo>
                  <a:pt x="16918" y="20"/>
                </a:lnTo>
                <a:lnTo>
                  <a:pt x="16909" y="20"/>
                </a:lnTo>
                <a:lnTo>
                  <a:pt x="16880" y="20"/>
                </a:lnTo>
                <a:lnTo>
                  <a:pt x="16880" y="0"/>
                </a:lnTo>
                <a:lnTo>
                  <a:pt x="16890" y="0"/>
                </a:lnTo>
                <a:moveTo>
                  <a:pt x="16947" y="0"/>
                </a:moveTo>
                <a:lnTo>
                  <a:pt x="16966" y="0"/>
                </a:lnTo>
                <a:lnTo>
                  <a:pt x="16975" y="0"/>
                </a:lnTo>
                <a:lnTo>
                  <a:pt x="16975" y="20"/>
                </a:lnTo>
                <a:lnTo>
                  <a:pt x="16966" y="20"/>
                </a:lnTo>
                <a:lnTo>
                  <a:pt x="16937" y="20"/>
                </a:lnTo>
                <a:lnTo>
                  <a:pt x="16937" y="0"/>
                </a:lnTo>
                <a:lnTo>
                  <a:pt x="16947" y="0"/>
                </a:lnTo>
                <a:moveTo>
                  <a:pt x="17004" y="0"/>
                </a:moveTo>
                <a:lnTo>
                  <a:pt x="17023" y="0"/>
                </a:lnTo>
                <a:lnTo>
                  <a:pt x="17033" y="0"/>
                </a:lnTo>
                <a:lnTo>
                  <a:pt x="17033" y="20"/>
                </a:lnTo>
                <a:lnTo>
                  <a:pt x="17023" y="20"/>
                </a:lnTo>
                <a:lnTo>
                  <a:pt x="16995" y="20"/>
                </a:lnTo>
                <a:lnTo>
                  <a:pt x="16995" y="0"/>
                </a:lnTo>
                <a:lnTo>
                  <a:pt x="17004" y="0"/>
                </a:lnTo>
                <a:moveTo>
                  <a:pt x="17061" y="0"/>
                </a:moveTo>
                <a:lnTo>
                  <a:pt x="17080" y="0"/>
                </a:lnTo>
                <a:lnTo>
                  <a:pt x="17090" y="0"/>
                </a:lnTo>
                <a:lnTo>
                  <a:pt x="17090" y="20"/>
                </a:lnTo>
                <a:lnTo>
                  <a:pt x="17080" y="20"/>
                </a:lnTo>
                <a:lnTo>
                  <a:pt x="17052" y="20"/>
                </a:lnTo>
                <a:lnTo>
                  <a:pt x="17052" y="0"/>
                </a:lnTo>
                <a:lnTo>
                  <a:pt x="17061" y="0"/>
                </a:lnTo>
                <a:moveTo>
                  <a:pt x="17118" y="0"/>
                </a:moveTo>
                <a:lnTo>
                  <a:pt x="17138" y="0"/>
                </a:lnTo>
                <a:lnTo>
                  <a:pt x="17147" y="0"/>
                </a:lnTo>
                <a:lnTo>
                  <a:pt x="17147" y="20"/>
                </a:lnTo>
                <a:lnTo>
                  <a:pt x="17138" y="20"/>
                </a:lnTo>
                <a:lnTo>
                  <a:pt x="17109" y="20"/>
                </a:lnTo>
                <a:lnTo>
                  <a:pt x="17109" y="0"/>
                </a:lnTo>
                <a:lnTo>
                  <a:pt x="17118" y="0"/>
                </a:lnTo>
                <a:moveTo>
                  <a:pt x="17176" y="0"/>
                </a:moveTo>
                <a:lnTo>
                  <a:pt x="17195" y="0"/>
                </a:lnTo>
                <a:lnTo>
                  <a:pt x="17204" y="0"/>
                </a:lnTo>
                <a:lnTo>
                  <a:pt x="17204" y="20"/>
                </a:lnTo>
                <a:lnTo>
                  <a:pt x="17195" y="20"/>
                </a:lnTo>
                <a:lnTo>
                  <a:pt x="17166" y="20"/>
                </a:lnTo>
                <a:lnTo>
                  <a:pt x="17166" y="0"/>
                </a:lnTo>
                <a:lnTo>
                  <a:pt x="17176" y="0"/>
                </a:lnTo>
                <a:moveTo>
                  <a:pt x="17233" y="0"/>
                </a:moveTo>
                <a:lnTo>
                  <a:pt x="17252" y="0"/>
                </a:lnTo>
                <a:lnTo>
                  <a:pt x="17262" y="0"/>
                </a:lnTo>
                <a:lnTo>
                  <a:pt x="17262" y="20"/>
                </a:lnTo>
                <a:lnTo>
                  <a:pt x="17252" y="20"/>
                </a:lnTo>
                <a:lnTo>
                  <a:pt x="17223" y="20"/>
                </a:lnTo>
                <a:lnTo>
                  <a:pt x="17223" y="0"/>
                </a:lnTo>
                <a:lnTo>
                  <a:pt x="17233" y="0"/>
                </a:lnTo>
                <a:moveTo>
                  <a:pt x="17290" y="0"/>
                </a:moveTo>
                <a:lnTo>
                  <a:pt x="17309" y="0"/>
                </a:lnTo>
                <a:lnTo>
                  <a:pt x="17319" y="0"/>
                </a:lnTo>
                <a:lnTo>
                  <a:pt x="17319" y="20"/>
                </a:lnTo>
                <a:lnTo>
                  <a:pt x="17309" y="20"/>
                </a:lnTo>
                <a:lnTo>
                  <a:pt x="17281" y="20"/>
                </a:lnTo>
                <a:lnTo>
                  <a:pt x="17281" y="0"/>
                </a:lnTo>
                <a:lnTo>
                  <a:pt x="17290" y="0"/>
                </a:lnTo>
                <a:moveTo>
                  <a:pt x="17347" y="0"/>
                </a:moveTo>
                <a:lnTo>
                  <a:pt x="17366" y="0"/>
                </a:lnTo>
                <a:lnTo>
                  <a:pt x="17376" y="0"/>
                </a:lnTo>
                <a:lnTo>
                  <a:pt x="17376" y="20"/>
                </a:lnTo>
                <a:lnTo>
                  <a:pt x="17366" y="20"/>
                </a:lnTo>
                <a:lnTo>
                  <a:pt x="17338" y="20"/>
                </a:lnTo>
                <a:lnTo>
                  <a:pt x="17338" y="0"/>
                </a:lnTo>
                <a:lnTo>
                  <a:pt x="17347" y="0"/>
                </a:lnTo>
                <a:moveTo>
                  <a:pt x="17405" y="0"/>
                </a:moveTo>
                <a:lnTo>
                  <a:pt x="17424" y="0"/>
                </a:lnTo>
                <a:lnTo>
                  <a:pt x="17433" y="0"/>
                </a:lnTo>
                <a:lnTo>
                  <a:pt x="17433" y="20"/>
                </a:lnTo>
                <a:lnTo>
                  <a:pt x="17424" y="20"/>
                </a:lnTo>
                <a:lnTo>
                  <a:pt x="17395" y="20"/>
                </a:lnTo>
                <a:lnTo>
                  <a:pt x="17395" y="0"/>
                </a:lnTo>
                <a:lnTo>
                  <a:pt x="17405" y="0"/>
                </a:lnTo>
                <a:moveTo>
                  <a:pt x="17462" y="0"/>
                </a:moveTo>
                <a:lnTo>
                  <a:pt x="17481" y="0"/>
                </a:lnTo>
                <a:lnTo>
                  <a:pt x="17490" y="0"/>
                </a:lnTo>
                <a:lnTo>
                  <a:pt x="17490" y="20"/>
                </a:lnTo>
                <a:lnTo>
                  <a:pt x="17481" y="20"/>
                </a:lnTo>
                <a:lnTo>
                  <a:pt x="17452" y="20"/>
                </a:lnTo>
                <a:lnTo>
                  <a:pt x="17452" y="0"/>
                </a:lnTo>
                <a:lnTo>
                  <a:pt x="17462" y="0"/>
                </a:lnTo>
                <a:moveTo>
                  <a:pt x="17519" y="0"/>
                </a:moveTo>
                <a:lnTo>
                  <a:pt x="17538" y="0"/>
                </a:lnTo>
                <a:lnTo>
                  <a:pt x="17548" y="0"/>
                </a:lnTo>
                <a:lnTo>
                  <a:pt x="17548" y="20"/>
                </a:lnTo>
                <a:lnTo>
                  <a:pt x="17538" y="20"/>
                </a:lnTo>
                <a:lnTo>
                  <a:pt x="17509" y="20"/>
                </a:lnTo>
                <a:lnTo>
                  <a:pt x="17509" y="0"/>
                </a:lnTo>
                <a:lnTo>
                  <a:pt x="17519" y="0"/>
                </a:lnTo>
                <a:moveTo>
                  <a:pt x="17576" y="0"/>
                </a:moveTo>
                <a:lnTo>
                  <a:pt x="17595" y="0"/>
                </a:lnTo>
                <a:lnTo>
                  <a:pt x="17605" y="0"/>
                </a:lnTo>
                <a:lnTo>
                  <a:pt x="17605" y="20"/>
                </a:lnTo>
                <a:lnTo>
                  <a:pt x="17595" y="20"/>
                </a:lnTo>
                <a:lnTo>
                  <a:pt x="17567" y="20"/>
                </a:lnTo>
                <a:lnTo>
                  <a:pt x="17567" y="0"/>
                </a:lnTo>
                <a:lnTo>
                  <a:pt x="17576" y="0"/>
                </a:lnTo>
                <a:moveTo>
                  <a:pt x="17633" y="0"/>
                </a:moveTo>
                <a:lnTo>
                  <a:pt x="17653" y="0"/>
                </a:lnTo>
                <a:lnTo>
                  <a:pt x="17662" y="0"/>
                </a:lnTo>
                <a:lnTo>
                  <a:pt x="17662" y="20"/>
                </a:lnTo>
                <a:lnTo>
                  <a:pt x="17653" y="20"/>
                </a:lnTo>
                <a:lnTo>
                  <a:pt x="17624" y="20"/>
                </a:lnTo>
                <a:lnTo>
                  <a:pt x="17624" y="0"/>
                </a:lnTo>
                <a:lnTo>
                  <a:pt x="17633" y="0"/>
                </a:lnTo>
                <a:moveTo>
                  <a:pt x="17691" y="0"/>
                </a:moveTo>
                <a:lnTo>
                  <a:pt x="17710" y="0"/>
                </a:lnTo>
                <a:lnTo>
                  <a:pt x="17719" y="0"/>
                </a:lnTo>
                <a:lnTo>
                  <a:pt x="17719" y="20"/>
                </a:lnTo>
                <a:lnTo>
                  <a:pt x="17710" y="20"/>
                </a:lnTo>
                <a:lnTo>
                  <a:pt x="17681" y="20"/>
                </a:lnTo>
                <a:lnTo>
                  <a:pt x="17681" y="0"/>
                </a:lnTo>
                <a:lnTo>
                  <a:pt x="17691" y="0"/>
                </a:lnTo>
                <a:moveTo>
                  <a:pt x="17748" y="0"/>
                </a:moveTo>
                <a:lnTo>
                  <a:pt x="17767" y="0"/>
                </a:lnTo>
                <a:lnTo>
                  <a:pt x="17776" y="0"/>
                </a:lnTo>
                <a:lnTo>
                  <a:pt x="17776" y="20"/>
                </a:lnTo>
                <a:lnTo>
                  <a:pt x="17767" y="20"/>
                </a:lnTo>
                <a:lnTo>
                  <a:pt x="17738" y="20"/>
                </a:lnTo>
                <a:lnTo>
                  <a:pt x="17738" y="0"/>
                </a:lnTo>
                <a:lnTo>
                  <a:pt x="17748" y="0"/>
                </a:lnTo>
                <a:moveTo>
                  <a:pt x="17805" y="0"/>
                </a:moveTo>
                <a:lnTo>
                  <a:pt x="17824" y="0"/>
                </a:lnTo>
                <a:lnTo>
                  <a:pt x="17834" y="0"/>
                </a:lnTo>
                <a:lnTo>
                  <a:pt x="17834" y="20"/>
                </a:lnTo>
                <a:lnTo>
                  <a:pt x="17824" y="20"/>
                </a:lnTo>
                <a:lnTo>
                  <a:pt x="17796" y="20"/>
                </a:lnTo>
                <a:lnTo>
                  <a:pt x="17796" y="0"/>
                </a:lnTo>
                <a:lnTo>
                  <a:pt x="17805" y="0"/>
                </a:lnTo>
                <a:moveTo>
                  <a:pt x="17862" y="0"/>
                </a:moveTo>
                <a:lnTo>
                  <a:pt x="17881" y="0"/>
                </a:lnTo>
                <a:lnTo>
                  <a:pt x="17891" y="0"/>
                </a:lnTo>
                <a:lnTo>
                  <a:pt x="17891" y="20"/>
                </a:lnTo>
                <a:lnTo>
                  <a:pt x="17881" y="20"/>
                </a:lnTo>
                <a:lnTo>
                  <a:pt x="17853" y="20"/>
                </a:lnTo>
                <a:lnTo>
                  <a:pt x="17853" y="0"/>
                </a:lnTo>
                <a:lnTo>
                  <a:pt x="17862" y="0"/>
                </a:lnTo>
                <a:moveTo>
                  <a:pt x="17920" y="0"/>
                </a:moveTo>
                <a:lnTo>
                  <a:pt x="17939" y="0"/>
                </a:lnTo>
                <a:lnTo>
                  <a:pt x="17948" y="0"/>
                </a:lnTo>
                <a:lnTo>
                  <a:pt x="17948" y="20"/>
                </a:lnTo>
                <a:lnTo>
                  <a:pt x="17939" y="20"/>
                </a:lnTo>
                <a:lnTo>
                  <a:pt x="17910" y="20"/>
                </a:lnTo>
                <a:lnTo>
                  <a:pt x="17910" y="0"/>
                </a:lnTo>
                <a:lnTo>
                  <a:pt x="17920" y="0"/>
                </a:lnTo>
                <a:moveTo>
                  <a:pt x="17977" y="0"/>
                </a:moveTo>
                <a:lnTo>
                  <a:pt x="17996" y="0"/>
                </a:lnTo>
                <a:lnTo>
                  <a:pt x="18005" y="0"/>
                </a:lnTo>
                <a:lnTo>
                  <a:pt x="18005" y="20"/>
                </a:lnTo>
                <a:lnTo>
                  <a:pt x="17996" y="20"/>
                </a:lnTo>
                <a:lnTo>
                  <a:pt x="17967" y="20"/>
                </a:lnTo>
                <a:lnTo>
                  <a:pt x="17967" y="0"/>
                </a:lnTo>
                <a:lnTo>
                  <a:pt x="17977" y="0"/>
                </a:lnTo>
                <a:moveTo>
                  <a:pt x="18034" y="0"/>
                </a:moveTo>
                <a:lnTo>
                  <a:pt x="18053" y="0"/>
                </a:lnTo>
                <a:lnTo>
                  <a:pt x="18063" y="0"/>
                </a:lnTo>
                <a:lnTo>
                  <a:pt x="18063" y="20"/>
                </a:lnTo>
                <a:lnTo>
                  <a:pt x="18053" y="20"/>
                </a:lnTo>
                <a:lnTo>
                  <a:pt x="18024" y="20"/>
                </a:lnTo>
                <a:lnTo>
                  <a:pt x="18024" y="0"/>
                </a:lnTo>
                <a:lnTo>
                  <a:pt x="18034" y="0"/>
                </a:lnTo>
                <a:moveTo>
                  <a:pt x="18091" y="0"/>
                </a:moveTo>
                <a:lnTo>
                  <a:pt x="18110" y="0"/>
                </a:lnTo>
                <a:lnTo>
                  <a:pt x="18120" y="0"/>
                </a:lnTo>
                <a:lnTo>
                  <a:pt x="18120" y="20"/>
                </a:lnTo>
                <a:lnTo>
                  <a:pt x="18110" y="20"/>
                </a:lnTo>
                <a:lnTo>
                  <a:pt x="18082" y="20"/>
                </a:lnTo>
                <a:lnTo>
                  <a:pt x="18082" y="0"/>
                </a:lnTo>
                <a:lnTo>
                  <a:pt x="18091" y="0"/>
                </a:lnTo>
                <a:moveTo>
                  <a:pt x="18148" y="0"/>
                </a:moveTo>
                <a:lnTo>
                  <a:pt x="18167" y="0"/>
                </a:lnTo>
                <a:lnTo>
                  <a:pt x="18177" y="0"/>
                </a:lnTo>
                <a:lnTo>
                  <a:pt x="18177" y="20"/>
                </a:lnTo>
                <a:lnTo>
                  <a:pt x="18167" y="20"/>
                </a:lnTo>
                <a:lnTo>
                  <a:pt x="18139" y="20"/>
                </a:lnTo>
                <a:lnTo>
                  <a:pt x="18139" y="0"/>
                </a:lnTo>
                <a:lnTo>
                  <a:pt x="18148" y="0"/>
                </a:lnTo>
                <a:moveTo>
                  <a:pt x="18206" y="0"/>
                </a:moveTo>
                <a:lnTo>
                  <a:pt x="18225" y="0"/>
                </a:lnTo>
                <a:lnTo>
                  <a:pt x="18234" y="0"/>
                </a:lnTo>
                <a:lnTo>
                  <a:pt x="18234" y="20"/>
                </a:lnTo>
                <a:lnTo>
                  <a:pt x="18225" y="20"/>
                </a:lnTo>
                <a:lnTo>
                  <a:pt x="18196" y="20"/>
                </a:lnTo>
                <a:lnTo>
                  <a:pt x="18196" y="0"/>
                </a:lnTo>
                <a:lnTo>
                  <a:pt x="18206" y="0"/>
                </a:lnTo>
                <a:moveTo>
                  <a:pt x="18263" y="0"/>
                </a:moveTo>
                <a:lnTo>
                  <a:pt x="18282" y="0"/>
                </a:lnTo>
                <a:lnTo>
                  <a:pt x="18291" y="0"/>
                </a:lnTo>
                <a:lnTo>
                  <a:pt x="18291" y="20"/>
                </a:lnTo>
                <a:lnTo>
                  <a:pt x="18282" y="20"/>
                </a:lnTo>
                <a:lnTo>
                  <a:pt x="18253" y="20"/>
                </a:lnTo>
                <a:lnTo>
                  <a:pt x="18253" y="0"/>
                </a:lnTo>
                <a:lnTo>
                  <a:pt x="18263" y="0"/>
                </a:lnTo>
                <a:moveTo>
                  <a:pt x="18320" y="0"/>
                </a:moveTo>
                <a:lnTo>
                  <a:pt x="18339" y="0"/>
                </a:lnTo>
                <a:lnTo>
                  <a:pt x="18349" y="0"/>
                </a:lnTo>
                <a:lnTo>
                  <a:pt x="18349" y="20"/>
                </a:lnTo>
                <a:lnTo>
                  <a:pt x="18339" y="20"/>
                </a:lnTo>
                <a:lnTo>
                  <a:pt x="18311" y="20"/>
                </a:lnTo>
                <a:lnTo>
                  <a:pt x="18311" y="0"/>
                </a:lnTo>
                <a:lnTo>
                  <a:pt x="18320" y="0"/>
                </a:lnTo>
                <a:moveTo>
                  <a:pt x="18377" y="0"/>
                </a:moveTo>
                <a:lnTo>
                  <a:pt x="18396" y="0"/>
                </a:lnTo>
                <a:lnTo>
                  <a:pt x="18406" y="0"/>
                </a:lnTo>
                <a:lnTo>
                  <a:pt x="18406" y="20"/>
                </a:lnTo>
                <a:lnTo>
                  <a:pt x="18396" y="20"/>
                </a:lnTo>
                <a:lnTo>
                  <a:pt x="18368" y="20"/>
                </a:lnTo>
                <a:lnTo>
                  <a:pt x="18368" y="0"/>
                </a:lnTo>
                <a:lnTo>
                  <a:pt x="18377" y="0"/>
                </a:lnTo>
                <a:moveTo>
                  <a:pt x="18434" y="0"/>
                </a:moveTo>
                <a:lnTo>
                  <a:pt x="18454" y="0"/>
                </a:lnTo>
                <a:lnTo>
                  <a:pt x="18463" y="0"/>
                </a:lnTo>
                <a:lnTo>
                  <a:pt x="18463" y="20"/>
                </a:lnTo>
                <a:lnTo>
                  <a:pt x="18454" y="20"/>
                </a:lnTo>
                <a:lnTo>
                  <a:pt x="18425" y="20"/>
                </a:lnTo>
                <a:lnTo>
                  <a:pt x="18425" y="0"/>
                </a:lnTo>
                <a:lnTo>
                  <a:pt x="18434" y="0"/>
                </a:lnTo>
                <a:moveTo>
                  <a:pt x="18492" y="0"/>
                </a:moveTo>
                <a:lnTo>
                  <a:pt x="18511" y="0"/>
                </a:lnTo>
                <a:lnTo>
                  <a:pt x="18520" y="0"/>
                </a:lnTo>
                <a:lnTo>
                  <a:pt x="18520" y="20"/>
                </a:lnTo>
                <a:lnTo>
                  <a:pt x="18511" y="20"/>
                </a:lnTo>
                <a:lnTo>
                  <a:pt x="18482" y="20"/>
                </a:lnTo>
                <a:lnTo>
                  <a:pt x="18482" y="0"/>
                </a:lnTo>
                <a:lnTo>
                  <a:pt x="18492" y="0"/>
                </a:lnTo>
                <a:moveTo>
                  <a:pt x="18549" y="0"/>
                </a:moveTo>
                <a:lnTo>
                  <a:pt x="18568" y="0"/>
                </a:lnTo>
                <a:lnTo>
                  <a:pt x="18578" y="0"/>
                </a:lnTo>
                <a:lnTo>
                  <a:pt x="18578" y="20"/>
                </a:lnTo>
                <a:lnTo>
                  <a:pt x="18568" y="20"/>
                </a:lnTo>
                <a:lnTo>
                  <a:pt x="18539" y="20"/>
                </a:lnTo>
                <a:lnTo>
                  <a:pt x="18539" y="0"/>
                </a:lnTo>
                <a:lnTo>
                  <a:pt x="18549" y="0"/>
                </a:lnTo>
                <a:moveTo>
                  <a:pt x="18606" y="0"/>
                </a:moveTo>
                <a:lnTo>
                  <a:pt x="18625" y="0"/>
                </a:lnTo>
                <a:lnTo>
                  <a:pt x="18635" y="0"/>
                </a:lnTo>
                <a:lnTo>
                  <a:pt x="18635" y="20"/>
                </a:lnTo>
                <a:lnTo>
                  <a:pt x="18625" y="20"/>
                </a:lnTo>
                <a:lnTo>
                  <a:pt x="18597" y="20"/>
                </a:lnTo>
                <a:lnTo>
                  <a:pt x="18597" y="0"/>
                </a:lnTo>
                <a:lnTo>
                  <a:pt x="18606" y="0"/>
                </a:lnTo>
                <a:moveTo>
                  <a:pt x="18663" y="0"/>
                </a:moveTo>
                <a:lnTo>
                  <a:pt x="18682" y="0"/>
                </a:lnTo>
                <a:lnTo>
                  <a:pt x="18692" y="0"/>
                </a:lnTo>
                <a:lnTo>
                  <a:pt x="18692" y="20"/>
                </a:lnTo>
                <a:lnTo>
                  <a:pt x="18682" y="20"/>
                </a:lnTo>
                <a:lnTo>
                  <a:pt x="18654" y="20"/>
                </a:lnTo>
                <a:lnTo>
                  <a:pt x="18654" y="0"/>
                </a:lnTo>
                <a:lnTo>
                  <a:pt x="18663" y="0"/>
                </a:lnTo>
                <a:moveTo>
                  <a:pt x="18721" y="0"/>
                </a:moveTo>
                <a:lnTo>
                  <a:pt x="18740" y="0"/>
                </a:lnTo>
                <a:lnTo>
                  <a:pt x="18749" y="0"/>
                </a:lnTo>
                <a:lnTo>
                  <a:pt x="18749" y="20"/>
                </a:lnTo>
                <a:lnTo>
                  <a:pt x="18740" y="20"/>
                </a:lnTo>
                <a:lnTo>
                  <a:pt x="18711" y="20"/>
                </a:lnTo>
                <a:lnTo>
                  <a:pt x="18711" y="0"/>
                </a:lnTo>
                <a:lnTo>
                  <a:pt x="18721" y="0"/>
                </a:lnTo>
                <a:moveTo>
                  <a:pt x="18778" y="0"/>
                </a:moveTo>
                <a:lnTo>
                  <a:pt x="18797" y="0"/>
                </a:lnTo>
                <a:lnTo>
                  <a:pt x="18806" y="0"/>
                </a:lnTo>
                <a:lnTo>
                  <a:pt x="18806" y="20"/>
                </a:lnTo>
                <a:lnTo>
                  <a:pt x="18797" y="20"/>
                </a:lnTo>
                <a:lnTo>
                  <a:pt x="18768" y="20"/>
                </a:lnTo>
                <a:lnTo>
                  <a:pt x="18768" y="0"/>
                </a:lnTo>
                <a:lnTo>
                  <a:pt x="18778" y="0"/>
                </a:lnTo>
                <a:moveTo>
                  <a:pt x="18835" y="0"/>
                </a:moveTo>
                <a:lnTo>
                  <a:pt x="18854" y="0"/>
                </a:lnTo>
                <a:lnTo>
                  <a:pt x="18864" y="0"/>
                </a:lnTo>
                <a:lnTo>
                  <a:pt x="18864" y="20"/>
                </a:lnTo>
                <a:lnTo>
                  <a:pt x="18854" y="20"/>
                </a:lnTo>
                <a:lnTo>
                  <a:pt x="18825" y="20"/>
                </a:lnTo>
                <a:lnTo>
                  <a:pt x="18825" y="0"/>
                </a:lnTo>
                <a:lnTo>
                  <a:pt x="18835" y="0"/>
                </a:lnTo>
                <a:moveTo>
                  <a:pt x="18892" y="0"/>
                </a:moveTo>
                <a:lnTo>
                  <a:pt x="18911" y="0"/>
                </a:lnTo>
                <a:lnTo>
                  <a:pt x="18921" y="0"/>
                </a:lnTo>
                <a:lnTo>
                  <a:pt x="18921" y="20"/>
                </a:lnTo>
                <a:lnTo>
                  <a:pt x="18911" y="20"/>
                </a:lnTo>
                <a:lnTo>
                  <a:pt x="18883" y="20"/>
                </a:lnTo>
                <a:lnTo>
                  <a:pt x="18883" y="0"/>
                </a:lnTo>
                <a:lnTo>
                  <a:pt x="18892" y="0"/>
                </a:lnTo>
                <a:moveTo>
                  <a:pt x="18949" y="0"/>
                </a:moveTo>
                <a:lnTo>
                  <a:pt x="18969" y="0"/>
                </a:lnTo>
                <a:lnTo>
                  <a:pt x="18978" y="0"/>
                </a:lnTo>
                <a:lnTo>
                  <a:pt x="18978" y="20"/>
                </a:lnTo>
                <a:lnTo>
                  <a:pt x="18969" y="20"/>
                </a:lnTo>
                <a:lnTo>
                  <a:pt x="18940" y="20"/>
                </a:lnTo>
                <a:lnTo>
                  <a:pt x="18940" y="0"/>
                </a:lnTo>
                <a:lnTo>
                  <a:pt x="18949" y="0"/>
                </a:lnTo>
                <a:moveTo>
                  <a:pt x="19007" y="0"/>
                </a:moveTo>
                <a:lnTo>
                  <a:pt x="19026" y="0"/>
                </a:lnTo>
                <a:lnTo>
                  <a:pt x="19035" y="0"/>
                </a:lnTo>
                <a:lnTo>
                  <a:pt x="19035" y="20"/>
                </a:lnTo>
                <a:lnTo>
                  <a:pt x="19026" y="20"/>
                </a:lnTo>
                <a:lnTo>
                  <a:pt x="18997" y="20"/>
                </a:lnTo>
                <a:lnTo>
                  <a:pt x="18997" y="0"/>
                </a:lnTo>
                <a:lnTo>
                  <a:pt x="19007" y="0"/>
                </a:lnTo>
                <a:moveTo>
                  <a:pt x="19064" y="0"/>
                </a:moveTo>
                <a:lnTo>
                  <a:pt x="19083" y="0"/>
                </a:lnTo>
                <a:lnTo>
                  <a:pt x="19092" y="0"/>
                </a:lnTo>
                <a:lnTo>
                  <a:pt x="19092" y="20"/>
                </a:lnTo>
                <a:lnTo>
                  <a:pt x="19083" y="20"/>
                </a:lnTo>
                <a:lnTo>
                  <a:pt x="19054" y="20"/>
                </a:lnTo>
                <a:lnTo>
                  <a:pt x="19054" y="0"/>
                </a:lnTo>
                <a:lnTo>
                  <a:pt x="19064" y="0"/>
                </a:lnTo>
                <a:moveTo>
                  <a:pt x="19121" y="0"/>
                </a:moveTo>
                <a:lnTo>
                  <a:pt x="19140" y="0"/>
                </a:lnTo>
                <a:lnTo>
                  <a:pt x="19150" y="0"/>
                </a:lnTo>
                <a:lnTo>
                  <a:pt x="19150" y="20"/>
                </a:lnTo>
                <a:lnTo>
                  <a:pt x="19140" y="20"/>
                </a:lnTo>
                <a:lnTo>
                  <a:pt x="19112" y="20"/>
                </a:lnTo>
                <a:lnTo>
                  <a:pt x="19112" y="0"/>
                </a:lnTo>
                <a:lnTo>
                  <a:pt x="19121" y="0"/>
                </a:lnTo>
                <a:moveTo>
                  <a:pt x="19178" y="0"/>
                </a:moveTo>
                <a:lnTo>
                  <a:pt x="19197" y="0"/>
                </a:lnTo>
                <a:lnTo>
                  <a:pt x="19207" y="0"/>
                </a:lnTo>
                <a:lnTo>
                  <a:pt x="19207" y="20"/>
                </a:lnTo>
                <a:lnTo>
                  <a:pt x="19197" y="20"/>
                </a:lnTo>
                <a:lnTo>
                  <a:pt x="19169" y="20"/>
                </a:lnTo>
                <a:lnTo>
                  <a:pt x="19169" y="0"/>
                </a:lnTo>
                <a:lnTo>
                  <a:pt x="19178" y="0"/>
                </a:lnTo>
                <a:moveTo>
                  <a:pt x="19236" y="0"/>
                </a:moveTo>
                <a:lnTo>
                  <a:pt x="19255" y="0"/>
                </a:lnTo>
                <a:lnTo>
                  <a:pt x="19264" y="0"/>
                </a:lnTo>
                <a:lnTo>
                  <a:pt x="19264" y="20"/>
                </a:lnTo>
                <a:lnTo>
                  <a:pt x="19255" y="20"/>
                </a:lnTo>
                <a:lnTo>
                  <a:pt x="19226" y="20"/>
                </a:lnTo>
                <a:lnTo>
                  <a:pt x="19226" y="0"/>
                </a:lnTo>
                <a:lnTo>
                  <a:pt x="19236" y="0"/>
                </a:lnTo>
                <a:moveTo>
                  <a:pt x="19293" y="0"/>
                </a:moveTo>
                <a:lnTo>
                  <a:pt x="19312" y="0"/>
                </a:lnTo>
                <a:lnTo>
                  <a:pt x="19321" y="0"/>
                </a:lnTo>
                <a:lnTo>
                  <a:pt x="19321" y="20"/>
                </a:lnTo>
                <a:lnTo>
                  <a:pt x="19312" y="20"/>
                </a:lnTo>
                <a:lnTo>
                  <a:pt x="19283" y="20"/>
                </a:lnTo>
                <a:lnTo>
                  <a:pt x="19283" y="0"/>
                </a:lnTo>
                <a:lnTo>
                  <a:pt x="19293" y="0"/>
                </a:lnTo>
                <a:moveTo>
                  <a:pt x="19350" y="0"/>
                </a:moveTo>
                <a:lnTo>
                  <a:pt x="19369" y="0"/>
                </a:lnTo>
                <a:lnTo>
                  <a:pt x="19379" y="0"/>
                </a:lnTo>
                <a:lnTo>
                  <a:pt x="19379" y="20"/>
                </a:lnTo>
                <a:lnTo>
                  <a:pt x="19369" y="20"/>
                </a:lnTo>
                <a:lnTo>
                  <a:pt x="19340" y="20"/>
                </a:lnTo>
                <a:lnTo>
                  <a:pt x="19340" y="0"/>
                </a:lnTo>
                <a:lnTo>
                  <a:pt x="19350" y="0"/>
                </a:lnTo>
                <a:moveTo>
                  <a:pt x="19407" y="0"/>
                </a:moveTo>
                <a:lnTo>
                  <a:pt x="19426" y="0"/>
                </a:lnTo>
                <a:lnTo>
                  <a:pt x="19436" y="0"/>
                </a:lnTo>
                <a:lnTo>
                  <a:pt x="19436" y="20"/>
                </a:lnTo>
                <a:lnTo>
                  <a:pt x="19426" y="20"/>
                </a:lnTo>
                <a:lnTo>
                  <a:pt x="19398" y="20"/>
                </a:lnTo>
                <a:lnTo>
                  <a:pt x="19398" y="0"/>
                </a:lnTo>
                <a:lnTo>
                  <a:pt x="19407" y="0"/>
                </a:lnTo>
                <a:moveTo>
                  <a:pt x="19464" y="0"/>
                </a:moveTo>
                <a:lnTo>
                  <a:pt x="19483" y="0"/>
                </a:lnTo>
                <a:lnTo>
                  <a:pt x="19493" y="0"/>
                </a:lnTo>
                <a:lnTo>
                  <a:pt x="19493" y="20"/>
                </a:lnTo>
                <a:lnTo>
                  <a:pt x="19483" y="20"/>
                </a:lnTo>
                <a:lnTo>
                  <a:pt x="19455" y="20"/>
                </a:lnTo>
                <a:lnTo>
                  <a:pt x="19455" y="0"/>
                </a:lnTo>
                <a:lnTo>
                  <a:pt x="19464" y="0"/>
                </a:lnTo>
                <a:moveTo>
                  <a:pt x="19522" y="0"/>
                </a:moveTo>
                <a:lnTo>
                  <a:pt x="19541" y="0"/>
                </a:lnTo>
                <a:lnTo>
                  <a:pt x="19550" y="0"/>
                </a:lnTo>
                <a:lnTo>
                  <a:pt x="19550" y="20"/>
                </a:lnTo>
                <a:lnTo>
                  <a:pt x="19541" y="20"/>
                </a:lnTo>
                <a:lnTo>
                  <a:pt x="19512" y="20"/>
                </a:lnTo>
                <a:lnTo>
                  <a:pt x="19512" y="0"/>
                </a:lnTo>
                <a:lnTo>
                  <a:pt x="19522" y="0"/>
                </a:lnTo>
                <a:moveTo>
                  <a:pt x="19579" y="0"/>
                </a:moveTo>
                <a:lnTo>
                  <a:pt x="19598" y="0"/>
                </a:lnTo>
                <a:lnTo>
                  <a:pt x="19607" y="0"/>
                </a:lnTo>
                <a:lnTo>
                  <a:pt x="19607" y="20"/>
                </a:lnTo>
                <a:lnTo>
                  <a:pt x="19598" y="20"/>
                </a:lnTo>
                <a:lnTo>
                  <a:pt x="19569" y="20"/>
                </a:lnTo>
                <a:lnTo>
                  <a:pt x="19569" y="0"/>
                </a:lnTo>
                <a:lnTo>
                  <a:pt x="19579" y="0"/>
                </a:lnTo>
                <a:moveTo>
                  <a:pt x="19636" y="0"/>
                </a:moveTo>
                <a:lnTo>
                  <a:pt x="19665" y="0"/>
                </a:lnTo>
                <a:lnTo>
                  <a:pt x="19665" y="20"/>
                </a:lnTo>
                <a:lnTo>
                  <a:pt x="19627" y="20"/>
                </a:lnTo>
                <a:lnTo>
                  <a:pt x="19627" y="0"/>
                </a:lnTo>
                <a:lnTo>
                  <a:pt x="19636" y="0"/>
                </a:lnTo>
                <a:close/>
              </a:path>
            </a:pathLst>
          </a:custGeom>
          <a:solidFill>
            <a:srgbClr val="2E2E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15746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15814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1588320" y="6780960"/>
            <a:ext cx="7560" cy="34920"/>
          </a:xfrm>
          <a:custGeom>
            <a:avLst/>
            <a:gdLst/>
            <a:ahLst/>
            <a:rect l="0" t="0" r="r" b="b"/>
            <a:pathLst>
              <a:path w="21" h="97">
                <a:moveTo>
                  <a:pt x="0" y="0"/>
                </a:moveTo>
                <a:lnTo>
                  <a:pt x="21" y="0"/>
                </a:lnTo>
                <a:lnTo>
                  <a:pt x="21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15955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16023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16092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16160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16228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16297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16365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16434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16502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16570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16639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16707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16776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1684440" y="6780960"/>
            <a:ext cx="7560" cy="34920"/>
          </a:xfrm>
          <a:custGeom>
            <a:avLst/>
            <a:gdLst/>
            <a:ahLst/>
            <a:rect l="0" t="0" r="r" b="b"/>
            <a:pathLst>
              <a:path w="21" h="97">
                <a:moveTo>
                  <a:pt x="0" y="0"/>
                </a:moveTo>
                <a:lnTo>
                  <a:pt x="21" y="0"/>
                </a:lnTo>
                <a:lnTo>
                  <a:pt x="21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16916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16984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17053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17121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17190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17258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17326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17395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17463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17532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17600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17668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1773720" y="6780960"/>
            <a:ext cx="7560" cy="34920"/>
          </a:xfrm>
          <a:custGeom>
            <a:avLst/>
            <a:gdLst/>
            <a:ahLst/>
            <a:rect l="0" t="0" r="r" b="b"/>
            <a:pathLst>
              <a:path w="21" h="97">
                <a:moveTo>
                  <a:pt x="0" y="0"/>
                </a:moveTo>
                <a:lnTo>
                  <a:pt x="21" y="0"/>
                </a:lnTo>
                <a:lnTo>
                  <a:pt x="21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17809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17877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17946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18014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18082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18151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18219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18288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18356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18424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18493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18561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18630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1869840" y="6780960"/>
            <a:ext cx="7560" cy="34920"/>
          </a:xfrm>
          <a:custGeom>
            <a:avLst/>
            <a:gdLst/>
            <a:ahLst/>
            <a:rect l="0" t="0" r="r" b="b"/>
            <a:pathLst>
              <a:path w="21" h="97">
                <a:moveTo>
                  <a:pt x="0" y="0"/>
                </a:moveTo>
                <a:lnTo>
                  <a:pt x="21" y="0"/>
                </a:lnTo>
                <a:lnTo>
                  <a:pt x="21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18770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18838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18907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18975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19044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19112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19180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19249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19317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19386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19454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19522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19591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1965960" y="6780960"/>
            <a:ext cx="7560" cy="34920"/>
          </a:xfrm>
          <a:custGeom>
            <a:avLst/>
            <a:gdLst/>
            <a:ahLst/>
            <a:rect l="0" t="0" r="r" b="b"/>
            <a:pathLst>
              <a:path w="21" h="97">
                <a:moveTo>
                  <a:pt x="0" y="0"/>
                </a:moveTo>
                <a:lnTo>
                  <a:pt x="21" y="0"/>
                </a:lnTo>
                <a:lnTo>
                  <a:pt x="21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19731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19800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19868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19936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20005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20073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20142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20210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20278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20347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20415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20484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20552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2062080" y="6780960"/>
            <a:ext cx="7920" cy="34920"/>
          </a:xfrm>
          <a:custGeom>
            <a:avLst/>
            <a:gdLst/>
            <a:ahLst/>
            <a:rect l="0" t="0" r="r" b="b"/>
            <a:pathLst>
              <a:path w="22" h="97">
                <a:moveTo>
                  <a:pt x="0" y="0"/>
                </a:moveTo>
                <a:lnTo>
                  <a:pt x="22" y="0"/>
                </a:lnTo>
                <a:lnTo>
                  <a:pt x="22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20692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20761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20829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20898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20966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21034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21103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21171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21240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21308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213768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214452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215136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2158200" y="6780960"/>
            <a:ext cx="7560" cy="34920"/>
          </a:xfrm>
          <a:custGeom>
            <a:avLst/>
            <a:gdLst/>
            <a:ahLst/>
            <a:rect l="0" t="0" r="r" b="b"/>
            <a:pathLst>
              <a:path w="21" h="97">
                <a:moveTo>
                  <a:pt x="0" y="0"/>
                </a:moveTo>
                <a:lnTo>
                  <a:pt x="21" y="0"/>
                </a:lnTo>
                <a:lnTo>
                  <a:pt x="21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216540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2172240" y="6780960"/>
            <a:ext cx="7200" cy="34920"/>
          </a:xfrm>
          <a:custGeom>
            <a:avLst/>
            <a:gdLst/>
            <a:ahLst/>
            <a:rect l="0" t="0" r="r" b="b"/>
            <a:pathLst>
              <a:path w="20" h="97">
                <a:moveTo>
                  <a:pt x="0" y="0"/>
                </a:moveTo>
                <a:lnTo>
                  <a:pt x="20" y="0"/>
                </a:lnTo>
                <a:lnTo>
                  <a:pt x="20" y="97"/>
                </a:lnTo>
                <a:lnTo>
                  <a:pt x="0" y="97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2179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2185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2192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2199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2206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2213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2220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2226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2233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2240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22474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2254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2261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2268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2275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2282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2288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2295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2302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2309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2316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2323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2329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2336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23436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2350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2357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2364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2371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2378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2385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2391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2398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2405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2412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2419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2426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2432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24397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2446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2453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2460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2467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2474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2481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2487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2494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2501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2508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2515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2522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2529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25358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2543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2549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2556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2563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2570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2577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2584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2590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2597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2604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2611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2618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26251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2632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2639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2646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2652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2659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2666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2673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2680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2687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2693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2700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2707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2714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27212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2728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2735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2742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2748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2755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2762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8" name=""/>
          <p:cNvSpPr/>
          <p:nvPr/>
        </p:nvSpPr>
        <p:spPr>
          <a:xfrm>
            <a:off x="2769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9" name=""/>
          <p:cNvSpPr/>
          <p:nvPr/>
        </p:nvSpPr>
        <p:spPr>
          <a:xfrm>
            <a:off x="2776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0" name=""/>
          <p:cNvSpPr/>
          <p:nvPr/>
        </p:nvSpPr>
        <p:spPr>
          <a:xfrm>
            <a:off x="2783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1" name=""/>
          <p:cNvSpPr/>
          <p:nvPr/>
        </p:nvSpPr>
        <p:spPr>
          <a:xfrm>
            <a:off x="2790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2" name=""/>
          <p:cNvSpPr/>
          <p:nvPr/>
        </p:nvSpPr>
        <p:spPr>
          <a:xfrm>
            <a:off x="2796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3" name=""/>
          <p:cNvSpPr/>
          <p:nvPr/>
        </p:nvSpPr>
        <p:spPr>
          <a:xfrm>
            <a:off x="2803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2810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5" name=""/>
          <p:cNvSpPr/>
          <p:nvPr/>
        </p:nvSpPr>
        <p:spPr>
          <a:xfrm>
            <a:off x="28173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6" name=""/>
          <p:cNvSpPr/>
          <p:nvPr/>
        </p:nvSpPr>
        <p:spPr>
          <a:xfrm>
            <a:off x="2824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7" name=""/>
          <p:cNvSpPr/>
          <p:nvPr/>
        </p:nvSpPr>
        <p:spPr>
          <a:xfrm>
            <a:off x="2831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8" name=""/>
          <p:cNvSpPr/>
          <p:nvPr/>
        </p:nvSpPr>
        <p:spPr>
          <a:xfrm>
            <a:off x="2838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9" name=""/>
          <p:cNvSpPr/>
          <p:nvPr/>
        </p:nvSpPr>
        <p:spPr>
          <a:xfrm>
            <a:off x="2845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0" name=""/>
          <p:cNvSpPr/>
          <p:nvPr/>
        </p:nvSpPr>
        <p:spPr>
          <a:xfrm>
            <a:off x="2851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1" name=""/>
          <p:cNvSpPr/>
          <p:nvPr/>
        </p:nvSpPr>
        <p:spPr>
          <a:xfrm>
            <a:off x="2858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2" name=""/>
          <p:cNvSpPr/>
          <p:nvPr/>
        </p:nvSpPr>
        <p:spPr>
          <a:xfrm>
            <a:off x="2865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3" name=""/>
          <p:cNvSpPr/>
          <p:nvPr/>
        </p:nvSpPr>
        <p:spPr>
          <a:xfrm>
            <a:off x="2872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4" name=""/>
          <p:cNvSpPr/>
          <p:nvPr/>
        </p:nvSpPr>
        <p:spPr>
          <a:xfrm>
            <a:off x="2879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5" name=""/>
          <p:cNvSpPr/>
          <p:nvPr/>
        </p:nvSpPr>
        <p:spPr>
          <a:xfrm>
            <a:off x="2886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2892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7" name=""/>
          <p:cNvSpPr/>
          <p:nvPr/>
        </p:nvSpPr>
        <p:spPr>
          <a:xfrm>
            <a:off x="2899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8" name=""/>
          <p:cNvSpPr/>
          <p:nvPr/>
        </p:nvSpPr>
        <p:spPr>
          <a:xfrm>
            <a:off x="2906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9" name=""/>
          <p:cNvSpPr/>
          <p:nvPr/>
        </p:nvSpPr>
        <p:spPr>
          <a:xfrm>
            <a:off x="29134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0" name=""/>
          <p:cNvSpPr/>
          <p:nvPr/>
        </p:nvSpPr>
        <p:spPr>
          <a:xfrm>
            <a:off x="2920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1" name=""/>
          <p:cNvSpPr/>
          <p:nvPr/>
        </p:nvSpPr>
        <p:spPr>
          <a:xfrm>
            <a:off x="2927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2" name=""/>
          <p:cNvSpPr/>
          <p:nvPr/>
        </p:nvSpPr>
        <p:spPr>
          <a:xfrm>
            <a:off x="2934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3" name=""/>
          <p:cNvSpPr/>
          <p:nvPr/>
        </p:nvSpPr>
        <p:spPr>
          <a:xfrm>
            <a:off x="2941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4" name=""/>
          <p:cNvSpPr/>
          <p:nvPr/>
        </p:nvSpPr>
        <p:spPr>
          <a:xfrm>
            <a:off x="2948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5" name=""/>
          <p:cNvSpPr/>
          <p:nvPr/>
        </p:nvSpPr>
        <p:spPr>
          <a:xfrm>
            <a:off x="2954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6" name=""/>
          <p:cNvSpPr/>
          <p:nvPr/>
        </p:nvSpPr>
        <p:spPr>
          <a:xfrm>
            <a:off x="2961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7" name=""/>
          <p:cNvSpPr/>
          <p:nvPr/>
        </p:nvSpPr>
        <p:spPr>
          <a:xfrm>
            <a:off x="2968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8" name=""/>
          <p:cNvSpPr/>
          <p:nvPr/>
        </p:nvSpPr>
        <p:spPr>
          <a:xfrm>
            <a:off x="2975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9" name=""/>
          <p:cNvSpPr/>
          <p:nvPr/>
        </p:nvSpPr>
        <p:spPr>
          <a:xfrm>
            <a:off x="2982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0" name=""/>
          <p:cNvSpPr/>
          <p:nvPr/>
        </p:nvSpPr>
        <p:spPr>
          <a:xfrm>
            <a:off x="2989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1" name=""/>
          <p:cNvSpPr/>
          <p:nvPr/>
        </p:nvSpPr>
        <p:spPr>
          <a:xfrm>
            <a:off x="2995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2" name=""/>
          <p:cNvSpPr/>
          <p:nvPr/>
        </p:nvSpPr>
        <p:spPr>
          <a:xfrm>
            <a:off x="3002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30096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4" name=""/>
          <p:cNvSpPr/>
          <p:nvPr/>
        </p:nvSpPr>
        <p:spPr>
          <a:xfrm>
            <a:off x="3016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5" name=""/>
          <p:cNvSpPr/>
          <p:nvPr/>
        </p:nvSpPr>
        <p:spPr>
          <a:xfrm>
            <a:off x="3023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6" name=""/>
          <p:cNvSpPr/>
          <p:nvPr/>
        </p:nvSpPr>
        <p:spPr>
          <a:xfrm>
            <a:off x="3030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7" name=""/>
          <p:cNvSpPr/>
          <p:nvPr/>
        </p:nvSpPr>
        <p:spPr>
          <a:xfrm>
            <a:off x="3037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8" name=""/>
          <p:cNvSpPr/>
          <p:nvPr/>
        </p:nvSpPr>
        <p:spPr>
          <a:xfrm>
            <a:off x="3044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9" name=""/>
          <p:cNvSpPr/>
          <p:nvPr/>
        </p:nvSpPr>
        <p:spPr>
          <a:xfrm>
            <a:off x="3051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0" name=""/>
          <p:cNvSpPr/>
          <p:nvPr/>
        </p:nvSpPr>
        <p:spPr>
          <a:xfrm>
            <a:off x="3057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1" name=""/>
          <p:cNvSpPr/>
          <p:nvPr/>
        </p:nvSpPr>
        <p:spPr>
          <a:xfrm>
            <a:off x="3064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2" name=""/>
          <p:cNvSpPr/>
          <p:nvPr/>
        </p:nvSpPr>
        <p:spPr>
          <a:xfrm>
            <a:off x="3071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3" name=""/>
          <p:cNvSpPr/>
          <p:nvPr/>
        </p:nvSpPr>
        <p:spPr>
          <a:xfrm>
            <a:off x="3078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4" name=""/>
          <p:cNvSpPr/>
          <p:nvPr/>
        </p:nvSpPr>
        <p:spPr>
          <a:xfrm>
            <a:off x="3085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3092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6" name=""/>
          <p:cNvSpPr/>
          <p:nvPr/>
        </p:nvSpPr>
        <p:spPr>
          <a:xfrm>
            <a:off x="30988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7" name=""/>
          <p:cNvSpPr/>
          <p:nvPr/>
        </p:nvSpPr>
        <p:spPr>
          <a:xfrm>
            <a:off x="3106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8" name=""/>
          <p:cNvSpPr/>
          <p:nvPr/>
        </p:nvSpPr>
        <p:spPr>
          <a:xfrm>
            <a:off x="3112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9" name=""/>
          <p:cNvSpPr/>
          <p:nvPr/>
        </p:nvSpPr>
        <p:spPr>
          <a:xfrm>
            <a:off x="3119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0" name=""/>
          <p:cNvSpPr/>
          <p:nvPr/>
        </p:nvSpPr>
        <p:spPr>
          <a:xfrm>
            <a:off x="3126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1" name=""/>
          <p:cNvSpPr/>
          <p:nvPr/>
        </p:nvSpPr>
        <p:spPr>
          <a:xfrm>
            <a:off x="3133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2" name=""/>
          <p:cNvSpPr/>
          <p:nvPr/>
        </p:nvSpPr>
        <p:spPr>
          <a:xfrm>
            <a:off x="3140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3147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4" name=""/>
          <p:cNvSpPr/>
          <p:nvPr/>
        </p:nvSpPr>
        <p:spPr>
          <a:xfrm>
            <a:off x="3153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5" name=""/>
          <p:cNvSpPr/>
          <p:nvPr/>
        </p:nvSpPr>
        <p:spPr>
          <a:xfrm>
            <a:off x="3160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6" name=""/>
          <p:cNvSpPr/>
          <p:nvPr/>
        </p:nvSpPr>
        <p:spPr>
          <a:xfrm>
            <a:off x="3167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7" name=""/>
          <p:cNvSpPr/>
          <p:nvPr/>
        </p:nvSpPr>
        <p:spPr>
          <a:xfrm>
            <a:off x="3174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8" name=""/>
          <p:cNvSpPr/>
          <p:nvPr/>
        </p:nvSpPr>
        <p:spPr>
          <a:xfrm>
            <a:off x="3181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9" name=""/>
          <p:cNvSpPr/>
          <p:nvPr/>
        </p:nvSpPr>
        <p:spPr>
          <a:xfrm>
            <a:off x="3188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0" name=""/>
          <p:cNvSpPr/>
          <p:nvPr/>
        </p:nvSpPr>
        <p:spPr>
          <a:xfrm>
            <a:off x="31950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1" name=""/>
          <p:cNvSpPr/>
          <p:nvPr/>
        </p:nvSpPr>
        <p:spPr>
          <a:xfrm>
            <a:off x="3202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2" name=""/>
          <p:cNvSpPr/>
          <p:nvPr/>
        </p:nvSpPr>
        <p:spPr>
          <a:xfrm>
            <a:off x="3209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3" name=""/>
          <p:cNvSpPr/>
          <p:nvPr/>
        </p:nvSpPr>
        <p:spPr>
          <a:xfrm>
            <a:off x="3215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4" name=""/>
          <p:cNvSpPr/>
          <p:nvPr/>
        </p:nvSpPr>
        <p:spPr>
          <a:xfrm>
            <a:off x="3222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5" name=""/>
          <p:cNvSpPr/>
          <p:nvPr/>
        </p:nvSpPr>
        <p:spPr>
          <a:xfrm>
            <a:off x="3229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6" name=""/>
          <p:cNvSpPr/>
          <p:nvPr/>
        </p:nvSpPr>
        <p:spPr>
          <a:xfrm>
            <a:off x="3236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7" name=""/>
          <p:cNvSpPr/>
          <p:nvPr/>
        </p:nvSpPr>
        <p:spPr>
          <a:xfrm>
            <a:off x="3243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8" name=""/>
          <p:cNvSpPr/>
          <p:nvPr/>
        </p:nvSpPr>
        <p:spPr>
          <a:xfrm>
            <a:off x="3250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9" name=""/>
          <p:cNvSpPr/>
          <p:nvPr/>
        </p:nvSpPr>
        <p:spPr>
          <a:xfrm>
            <a:off x="3256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0" name=""/>
          <p:cNvSpPr/>
          <p:nvPr/>
        </p:nvSpPr>
        <p:spPr>
          <a:xfrm>
            <a:off x="3263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1" name=""/>
          <p:cNvSpPr/>
          <p:nvPr/>
        </p:nvSpPr>
        <p:spPr>
          <a:xfrm>
            <a:off x="3270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2" name=""/>
          <p:cNvSpPr/>
          <p:nvPr/>
        </p:nvSpPr>
        <p:spPr>
          <a:xfrm>
            <a:off x="3277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3" name=""/>
          <p:cNvSpPr/>
          <p:nvPr/>
        </p:nvSpPr>
        <p:spPr>
          <a:xfrm>
            <a:off x="3284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4" name=""/>
          <p:cNvSpPr/>
          <p:nvPr/>
        </p:nvSpPr>
        <p:spPr>
          <a:xfrm>
            <a:off x="32911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5" name=""/>
          <p:cNvSpPr/>
          <p:nvPr/>
        </p:nvSpPr>
        <p:spPr>
          <a:xfrm>
            <a:off x="3298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6" name=""/>
          <p:cNvSpPr/>
          <p:nvPr/>
        </p:nvSpPr>
        <p:spPr>
          <a:xfrm>
            <a:off x="3305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7" name=""/>
          <p:cNvSpPr/>
          <p:nvPr/>
        </p:nvSpPr>
        <p:spPr>
          <a:xfrm>
            <a:off x="3312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8" name=""/>
          <p:cNvSpPr/>
          <p:nvPr/>
        </p:nvSpPr>
        <p:spPr>
          <a:xfrm>
            <a:off x="3318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9" name=""/>
          <p:cNvSpPr/>
          <p:nvPr/>
        </p:nvSpPr>
        <p:spPr>
          <a:xfrm>
            <a:off x="3325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0" name=""/>
          <p:cNvSpPr/>
          <p:nvPr/>
        </p:nvSpPr>
        <p:spPr>
          <a:xfrm>
            <a:off x="3332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1" name=""/>
          <p:cNvSpPr/>
          <p:nvPr/>
        </p:nvSpPr>
        <p:spPr>
          <a:xfrm>
            <a:off x="3339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2" name=""/>
          <p:cNvSpPr/>
          <p:nvPr/>
        </p:nvSpPr>
        <p:spPr>
          <a:xfrm>
            <a:off x="3346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3" name=""/>
          <p:cNvSpPr/>
          <p:nvPr/>
        </p:nvSpPr>
        <p:spPr>
          <a:xfrm>
            <a:off x="3353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4" name=""/>
          <p:cNvSpPr/>
          <p:nvPr/>
        </p:nvSpPr>
        <p:spPr>
          <a:xfrm>
            <a:off x="3359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5" name=""/>
          <p:cNvSpPr/>
          <p:nvPr/>
        </p:nvSpPr>
        <p:spPr>
          <a:xfrm>
            <a:off x="3366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6" name=""/>
          <p:cNvSpPr/>
          <p:nvPr/>
        </p:nvSpPr>
        <p:spPr>
          <a:xfrm>
            <a:off x="3373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7" name=""/>
          <p:cNvSpPr/>
          <p:nvPr/>
        </p:nvSpPr>
        <p:spPr>
          <a:xfrm>
            <a:off x="3380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8" name=""/>
          <p:cNvSpPr/>
          <p:nvPr/>
        </p:nvSpPr>
        <p:spPr>
          <a:xfrm>
            <a:off x="33872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9" name=""/>
          <p:cNvSpPr/>
          <p:nvPr/>
        </p:nvSpPr>
        <p:spPr>
          <a:xfrm>
            <a:off x="3394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0" name=""/>
          <p:cNvSpPr/>
          <p:nvPr/>
        </p:nvSpPr>
        <p:spPr>
          <a:xfrm>
            <a:off x="3401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1" name=""/>
          <p:cNvSpPr/>
          <p:nvPr/>
        </p:nvSpPr>
        <p:spPr>
          <a:xfrm>
            <a:off x="3408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2" name=""/>
          <p:cNvSpPr/>
          <p:nvPr/>
        </p:nvSpPr>
        <p:spPr>
          <a:xfrm>
            <a:off x="3414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3" name=""/>
          <p:cNvSpPr/>
          <p:nvPr/>
        </p:nvSpPr>
        <p:spPr>
          <a:xfrm>
            <a:off x="3421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4" name=""/>
          <p:cNvSpPr/>
          <p:nvPr/>
        </p:nvSpPr>
        <p:spPr>
          <a:xfrm>
            <a:off x="3428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5" name=""/>
          <p:cNvSpPr/>
          <p:nvPr/>
        </p:nvSpPr>
        <p:spPr>
          <a:xfrm>
            <a:off x="3435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6" name=""/>
          <p:cNvSpPr/>
          <p:nvPr/>
        </p:nvSpPr>
        <p:spPr>
          <a:xfrm>
            <a:off x="3442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7" name=""/>
          <p:cNvSpPr/>
          <p:nvPr/>
        </p:nvSpPr>
        <p:spPr>
          <a:xfrm>
            <a:off x="3449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3456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3462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3469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3476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34833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3490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3497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3504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3511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3517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3524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3531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3538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3545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3552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3558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3565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35726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3579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3586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3593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3600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3607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3614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3620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3627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3634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3641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3648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3655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3661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36687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3675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3682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3689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3696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>
            <a:off x="3703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3710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3717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3723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3730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3737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3744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3751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3758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37648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3772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3778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3785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3792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3799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3806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>
            <a:off x="3813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3819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>
            <a:off x="3826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3833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3840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3847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3854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3861000" y="6678000"/>
            <a:ext cx="7920" cy="137880"/>
          </a:xfrm>
          <a:custGeom>
            <a:avLst/>
            <a:gdLst/>
            <a:ahLst/>
            <a:rect l="0" t="0" r="r" b="b"/>
            <a:pathLst>
              <a:path w="22" h="383">
                <a:moveTo>
                  <a:pt x="0" y="0"/>
                </a:moveTo>
                <a:lnTo>
                  <a:pt x="22" y="0"/>
                </a:lnTo>
                <a:lnTo>
                  <a:pt x="22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3868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3875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3881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3888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3895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3902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3909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3916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3922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3929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3936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3943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39502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3957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>
            <a:off x="3964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3971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>
            <a:off x="3978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3984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3991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3998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4005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4012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4019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4025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4032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4039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40464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4053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4060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4067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4074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4080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4087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4094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>
            <a:off x="4101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4108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4115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4122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4128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4135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41425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4149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>
            <a:off x="4156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4163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>
            <a:off x="4170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4177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4183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4190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4197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4204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4211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4218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>
            <a:off x="4224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>
            <a:off x="4231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42386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4245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4252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4259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4266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>
            <a:off x="4273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4280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4286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4293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4300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4307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4314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4321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4327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43347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43419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43488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43556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43624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43693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43761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43830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43898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43966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44035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44103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44172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442404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44312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44380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>
            <a:off x="44449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44517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44586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44654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44722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44791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44859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44928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44996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>
            <a:off x="45064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>
            <a:off x="45133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452016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45273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>
            <a:off x="45342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45410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45478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45547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45615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45684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45752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45820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45889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45957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46026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46094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461628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46234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46303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46371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46440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46508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46576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46645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46713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46782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46850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46918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46987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47055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471240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47196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47264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47332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47401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47469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47538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47606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>
            <a:off x="47674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47743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47811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47880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47948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480168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48088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48157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>
            <a:off x="48225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>
            <a:off x="48294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48362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48430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>
            <a:off x="48499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48567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48636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48704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48772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48841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48909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489780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49050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49118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49186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49255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49323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>
            <a:off x="49392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49460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49528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49597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49665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9" name=""/>
          <p:cNvSpPr/>
          <p:nvPr/>
        </p:nvSpPr>
        <p:spPr>
          <a:xfrm>
            <a:off x="49734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0" name=""/>
          <p:cNvSpPr/>
          <p:nvPr/>
        </p:nvSpPr>
        <p:spPr>
          <a:xfrm>
            <a:off x="49802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1" name=""/>
          <p:cNvSpPr/>
          <p:nvPr/>
        </p:nvSpPr>
        <p:spPr>
          <a:xfrm>
            <a:off x="49870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2" name=""/>
          <p:cNvSpPr/>
          <p:nvPr/>
        </p:nvSpPr>
        <p:spPr>
          <a:xfrm>
            <a:off x="4993920" y="6684840"/>
            <a:ext cx="7560" cy="131040"/>
          </a:xfrm>
          <a:custGeom>
            <a:avLst/>
            <a:gdLst/>
            <a:ahLst/>
            <a:rect l="0" t="0" r="r" b="b"/>
            <a:pathLst>
              <a:path w="21" h="364">
                <a:moveTo>
                  <a:pt x="0" y="0"/>
                </a:moveTo>
                <a:lnTo>
                  <a:pt x="21" y="0"/>
                </a:lnTo>
                <a:lnTo>
                  <a:pt x="21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3" name=""/>
          <p:cNvSpPr/>
          <p:nvPr/>
        </p:nvSpPr>
        <p:spPr>
          <a:xfrm>
            <a:off x="50011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4" name=""/>
          <p:cNvSpPr/>
          <p:nvPr/>
        </p:nvSpPr>
        <p:spPr>
          <a:xfrm>
            <a:off x="50079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50148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6" name=""/>
          <p:cNvSpPr/>
          <p:nvPr/>
        </p:nvSpPr>
        <p:spPr>
          <a:xfrm>
            <a:off x="50216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7" name=""/>
          <p:cNvSpPr/>
          <p:nvPr/>
        </p:nvSpPr>
        <p:spPr>
          <a:xfrm>
            <a:off x="502848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8" name=""/>
          <p:cNvSpPr/>
          <p:nvPr/>
        </p:nvSpPr>
        <p:spPr>
          <a:xfrm>
            <a:off x="503532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9" name=""/>
          <p:cNvSpPr/>
          <p:nvPr/>
        </p:nvSpPr>
        <p:spPr>
          <a:xfrm>
            <a:off x="504216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0" name=""/>
          <p:cNvSpPr/>
          <p:nvPr/>
        </p:nvSpPr>
        <p:spPr>
          <a:xfrm>
            <a:off x="504900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1" name=""/>
          <p:cNvSpPr/>
          <p:nvPr/>
        </p:nvSpPr>
        <p:spPr>
          <a:xfrm>
            <a:off x="5055840" y="6684840"/>
            <a:ext cx="7200" cy="131040"/>
          </a:xfrm>
          <a:custGeom>
            <a:avLst/>
            <a:gdLst/>
            <a:ahLst/>
            <a:rect l="0" t="0" r="r" b="b"/>
            <a:pathLst>
              <a:path w="20" h="364">
                <a:moveTo>
                  <a:pt x="0" y="0"/>
                </a:moveTo>
                <a:lnTo>
                  <a:pt x="20" y="0"/>
                </a:lnTo>
                <a:lnTo>
                  <a:pt x="20" y="364"/>
                </a:lnTo>
                <a:lnTo>
                  <a:pt x="0" y="364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2" name=""/>
          <p:cNvSpPr/>
          <p:nvPr/>
        </p:nvSpPr>
        <p:spPr>
          <a:xfrm>
            <a:off x="5062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3" name=""/>
          <p:cNvSpPr/>
          <p:nvPr/>
        </p:nvSpPr>
        <p:spPr>
          <a:xfrm>
            <a:off x="5069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4" name=""/>
          <p:cNvSpPr/>
          <p:nvPr/>
        </p:nvSpPr>
        <p:spPr>
          <a:xfrm>
            <a:off x="5076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5083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6" name=""/>
          <p:cNvSpPr/>
          <p:nvPr/>
        </p:nvSpPr>
        <p:spPr>
          <a:xfrm>
            <a:off x="50900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7" name=""/>
          <p:cNvSpPr/>
          <p:nvPr/>
        </p:nvSpPr>
        <p:spPr>
          <a:xfrm>
            <a:off x="5097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8" name=""/>
          <p:cNvSpPr/>
          <p:nvPr/>
        </p:nvSpPr>
        <p:spPr>
          <a:xfrm>
            <a:off x="5104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9" name=""/>
          <p:cNvSpPr/>
          <p:nvPr/>
        </p:nvSpPr>
        <p:spPr>
          <a:xfrm>
            <a:off x="5110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0" name=""/>
          <p:cNvSpPr/>
          <p:nvPr/>
        </p:nvSpPr>
        <p:spPr>
          <a:xfrm>
            <a:off x="5117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1" name=""/>
          <p:cNvSpPr/>
          <p:nvPr/>
        </p:nvSpPr>
        <p:spPr>
          <a:xfrm>
            <a:off x="5124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2" name=""/>
          <p:cNvSpPr/>
          <p:nvPr/>
        </p:nvSpPr>
        <p:spPr>
          <a:xfrm>
            <a:off x="5131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>
            <a:off x="5138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4" name=""/>
          <p:cNvSpPr/>
          <p:nvPr/>
        </p:nvSpPr>
        <p:spPr>
          <a:xfrm>
            <a:off x="5145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5" name=""/>
          <p:cNvSpPr/>
          <p:nvPr/>
        </p:nvSpPr>
        <p:spPr>
          <a:xfrm>
            <a:off x="5151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6" name=""/>
          <p:cNvSpPr/>
          <p:nvPr/>
        </p:nvSpPr>
        <p:spPr>
          <a:xfrm>
            <a:off x="5158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7" name=""/>
          <p:cNvSpPr/>
          <p:nvPr/>
        </p:nvSpPr>
        <p:spPr>
          <a:xfrm>
            <a:off x="5165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8" name=""/>
          <p:cNvSpPr/>
          <p:nvPr/>
        </p:nvSpPr>
        <p:spPr>
          <a:xfrm>
            <a:off x="5172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5179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0" name=""/>
          <p:cNvSpPr/>
          <p:nvPr/>
        </p:nvSpPr>
        <p:spPr>
          <a:xfrm>
            <a:off x="51861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1" name=""/>
          <p:cNvSpPr/>
          <p:nvPr/>
        </p:nvSpPr>
        <p:spPr>
          <a:xfrm>
            <a:off x="5193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2" name=""/>
          <p:cNvSpPr/>
          <p:nvPr/>
        </p:nvSpPr>
        <p:spPr>
          <a:xfrm>
            <a:off x="5200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3" name=""/>
          <p:cNvSpPr/>
          <p:nvPr/>
        </p:nvSpPr>
        <p:spPr>
          <a:xfrm>
            <a:off x="5207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4" name=""/>
          <p:cNvSpPr/>
          <p:nvPr/>
        </p:nvSpPr>
        <p:spPr>
          <a:xfrm>
            <a:off x="5213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5" name=""/>
          <p:cNvSpPr/>
          <p:nvPr/>
        </p:nvSpPr>
        <p:spPr>
          <a:xfrm>
            <a:off x="5220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6" name=""/>
          <p:cNvSpPr/>
          <p:nvPr/>
        </p:nvSpPr>
        <p:spPr>
          <a:xfrm>
            <a:off x="5227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7" name=""/>
          <p:cNvSpPr/>
          <p:nvPr/>
        </p:nvSpPr>
        <p:spPr>
          <a:xfrm>
            <a:off x="5234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5241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9" name=""/>
          <p:cNvSpPr/>
          <p:nvPr/>
        </p:nvSpPr>
        <p:spPr>
          <a:xfrm>
            <a:off x="5248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0" name=""/>
          <p:cNvSpPr/>
          <p:nvPr/>
        </p:nvSpPr>
        <p:spPr>
          <a:xfrm>
            <a:off x="5254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1" name=""/>
          <p:cNvSpPr/>
          <p:nvPr/>
        </p:nvSpPr>
        <p:spPr>
          <a:xfrm>
            <a:off x="5261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2" name=""/>
          <p:cNvSpPr/>
          <p:nvPr/>
        </p:nvSpPr>
        <p:spPr>
          <a:xfrm>
            <a:off x="5268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3" name=""/>
          <p:cNvSpPr/>
          <p:nvPr/>
        </p:nvSpPr>
        <p:spPr>
          <a:xfrm>
            <a:off x="52754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4" name=""/>
          <p:cNvSpPr/>
          <p:nvPr/>
        </p:nvSpPr>
        <p:spPr>
          <a:xfrm>
            <a:off x="5282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5" name=""/>
          <p:cNvSpPr/>
          <p:nvPr/>
        </p:nvSpPr>
        <p:spPr>
          <a:xfrm>
            <a:off x="5289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6" name=""/>
          <p:cNvSpPr/>
          <p:nvPr/>
        </p:nvSpPr>
        <p:spPr>
          <a:xfrm>
            <a:off x="5296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7" name=""/>
          <p:cNvSpPr/>
          <p:nvPr/>
        </p:nvSpPr>
        <p:spPr>
          <a:xfrm>
            <a:off x="5303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8" name=""/>
          <p:cNvSpPr/>
          <p:nvPr/>
        </p:nvSpPr>
        <p:spPr>
          <a:xfrm>
            <a:off x="5310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9" name=""/>
          <p:cNvSpPr/>
          <p:nvPr/>
        </p:nvSpPr>
        <p:spPr>
          <a:xfrm>
            <a:off x="5316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0" name=""/>
          <p:cNvSpPr/>
          <p:nvPr/>
        </p:nvSpPr>
        <p:spPr>
          <a:xfrm>
            <a:off x="5323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1" name=""/>
          <p:cNvSpPr/>
          <p:nvPr/>
        </p:nvSpPr>
        <p:spPr>
          <a:xfrm>
            <a:off x="5330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2" name=""/>
          <p:cNvSpPr/>
          <p:nvPr/>
        </p:nvSpPr>
        <p:spPr>
          <a:xfrm>
            <a:off x="5337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3" name=""/>
          <p:cNvSpPr/>
          <p:nvPr/>
        </p:nvSpPr>
        <p:spPr>
          <a:xfrm>
            <a:off x="5344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4" name=""/>
          <p:cNvSpPr/>
          <p:nvPr/>
        </p:nvSpPr>
        <p:spPr>
          <a:xfrm>
            <a:off x="5351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5" name=""/>
          <p:cNvSpPr/>
          <p:nvPr/>
        </p:nvSpPr>
        <p:spPr>
          <a:xfrm>
            <a:off x="5357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6" name=""/>
          <p:cNvSpPr/>
          <p:nvPr/>
        </p:nvSpPr>
        <p:spPr>
          <a:xfrm>
            <a:off x="5364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7" name=""/>
          <p:cNvSpPr/>
          <p:nvPr/>
        </p:nvSpPr>
        <p:spPr>
          <a:xfrm>
            <a:off x="53715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8" name=""/>
          <p:cNvSpPr/>
          <p:nvPr/>
        </p:nvSpPr>
        <p:spPr>
          <a:xfrm>
            <a:off x="5378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9" name=""/>
          <p:cNvSpPr/>
          <p:nvPr/>
        </p:nvSpPr>
        <p:spPr>
          <a:xfrm>
            <a:off x="5385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5392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1" name=""/>
          <p:cNvSpPr/>
          <p:nvPr/>
        </p:nvSpPr>
        <p:spPr>
          <a:xfrm>
            <a:off x="5399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2" name=""/>
          <p:cNvSpPr/>
          <p:nvPr/>
        </p:nvSpPr>
        <p:spPr>
          <a:xfrm>
            <a:off x="5406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3" name=""/>
          <p:cNvSpPr/>
          <p:nvPr/>
        </p:nvSpPr>
        <p:spPr>
          <a:xfrm>
            <a:off x="5412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4" name=""/>
          <p:cNvSpPr/>
          <p:nvPr/>
        </p:nvSpPr>
        <p:spPr>
          <a:xfrm>
            <a:off x="5419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5" name=""/>
          <p:cNvSpPr/>
          <p:nvPr/>
        </p:nvSpPr>
        <p:spPr>
          <a:xfrm>
            <a:off x="5426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6" name=""/>
          <p:cNvSpPr/>
          <p:nvPr/>
        </p:nvSpPr>
        <p:spPr>
          <a:xfrm>
            <a:off x="5433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7" name=""/>
          <p:cNvSpPr/>
          <p:nvPr/>
        </p:nvSpPr>
        <p:spPr>
          <a:xfrm>
            <a:off x="5440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8" name=""/>
          <p:cNvSpPr/>
          <p:nvPr/>
        </p:nvSpPr>
        <p:spPr>
          <a:xfrm>
            <a:off x="5447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9" name=""/>
          <p:cNvSpPr/>
          <p:nvPr/>
        </p:nvSpPr>
        <p:spPr>
          <a:xfrm>
            <a:off x="5454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0" name=""/>
          <p:cNvSpPr/>
          <p:nvPr/>
        </p:nvSpPr>
        <p:spPr>
          <a:xfrm>
            <a:off x="5460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1" name=""/>
          <p:cNvSpPr/>
          <p:nvPr/>
        </p:nvSpPr>
        <p:spPr>
          <a:xfrm>
            <a:off x="54676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2" name=""/>
          <p:cNvSpPr/>
          <p:nvPr/>
        </p:nvSpPr>
        <p:spPr>
          <a:xfrm>
            <a:off x="5474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3" name=""/>
          <p:cNvSpPr/>
          <p:nvPr/>
        </p:nvSpPr>
        <p:spPr>
          <a:xfrm>
            <a:off x="5481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4" name=""/>
          <p:cNvSpPr/>
          <p:nvPr/>
        </p:nvSpPr>
        <p:spPr>
          <a:xfrm>
            <a:off x="5488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5" name=""/>
          <p:cNvSpPr/>
          <p:nvPr/>
        </p:nvSpPr>
        <p:spPr>
          <a:xfrm>
            <a:off x="5495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6" name=""/>
          <p:cNvSpPr/>
          <p:nvPr/>
        </p:nvSpPr>
        <p:spPr>
          <a:xfrm>
            <a:off x="5502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5509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8" name=""/>
          <p:cNvSpPr/>
          <p:nvPr/>
        </p:nvSpPr>
        <p:spPr>
          <a:xfrm>
            <a:off x="5515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9" name=""/>
          <p:cNvSpPr/>
          <p:nvPr/>
        </p:nvSpPr>
        <p:spPr>
          <a:xfrm>
            <a:off x="5522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0" name=""/>
          <p:cNvSpPr/>
          <p:nvPr/>
        </p:nvSpPr>
        <p:spPr>
          <a:xfrm>
            <a:off x="5529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1" name=""/>
          <p:cNvSpPr/>
          <p:nvPr/>
        </p:nvSpPr>
        <p:spPr>
          <a:xfrm>
            <a:off x="5536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2" name=""/>
          <p:cNvSpPr/>
          <p:nvPr/>
        </p:nvSpPr>
        <p:spPr>
          <a:xfrm>
            <a:off x="5543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3" name=""/>
          <p:cNvSpPr/>
          <p:nvPr/>
        </p:nvSpPr>
        <p:spPr>
          <a:xfrm>
            <a:off x="5550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4" name=""/>
          <p:cNvSpPr/>
          <p:nvPr/>
        </p:nvSpPr>
        <p:spPr>
          <a:xfrm>
            <a:off x="5556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5" name=""/>
          <p:cNvSpPr/>
          <p:nvPr/>
        </p:nvSpPr>
        <p:spPr>
          <a:xfrm>
            <a:off x="55638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6" name=""/>
          <p:cNvSpPr/>
          <p:nvPr/>
        </p:nvSpPr>
        <p:spPr>
          <a:xfrm>
            <a:off x="5571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7" name=""/>
          <p:cNvSpPr/>
          <p:nvPr/>
        </p:nvSpPr>
        <p:spPr>
          <a:xfrm>
            <a:off x="5577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8" name=""/>
          <p:cNvSpPr/>
          <p:nvPr/>
        </p:nvSpPr>
        <p:spPr>
          <a:xfrm>
            <a:off x="5584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9" name=""/>
          <p:cNvSpPr/>
          <p:nvPr/>
        </p:nvSpPr>
        <p:spPr>
          <a:xfrm>
            <a:off x="5591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0" name=""/>
          <p:cNvSpPr/>
          <p:nvPr/>
        </p:nvSpPr>
        <p:spPr>
          <a:xfrm>
            <a:off x="5598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1" name=""/>
          <p:cNvSpPr/>
          <p:nvPr/>
        </p:nvSpPr>
        <p:spPr>
          <a:xfrm>
            <a:off x="5605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2" name=""/>
          <p:cNvSpPr/>
          <p:nvPr/>
        </p:nvSpPr>
        <p:spPr>
          <a:xfrm>
            <a:off x="5612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3" name=""/>
          <p:cNvSpPr/>
          <p:nvPr/>
        </p:nvSpPr>
        <p:spPr>
          <a:xfrm>
            <a:off x="5618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4" name=""/>
          <p:cNvSpPr/>
          <p:nvPr/>
        </p:nvSpPr>
        <p:spPr>
          <a:xfrm>
            <a:off x="5625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5" name=""/>
          <p:cNvSpPr/>
          <p:nvPr/>
        </p:nvSpPr>
        <p:spPr>
          <a:xfrm>
            <a:off x="5632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6" name=""/>
          <p:cNvSpPr/>
          <p:nvPr/>
        </p:nvSpPr>
        <p:spPr>
          <a:xfrm>
            <a:off x="5639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7" name=""/>
          <p:cNvSpPr/>
          <p:nvPr/>
        </p:nvSpPr>
        <p:spPr>
          <a:xfrm>
            <a:off x="5646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8" name=""/>
          <p:cNvSpPr/>
          <p:nvPr/>
        </p:nvSpPr>
        <p:spPr>
          <a:xfrm>
            <a:off x="5653080" y="6678000"/>
            <a:ext cx="7920" cy="137880"/>
          </a:xfrm>
          <a:custGeom>
            <a:avLst/>
            <a:gdLst/>
            <a:ahLst/>
            <a:rect l="0" t="0" r="r" b="b"/>
            <a:pathLst>
              <a:path w="22" h="383">
                <a:moveTo>
                  <a:pt x="0" y="0"/>
                </a:moveTo>
                <a:lnTo>
                  <a:pt x="22" y="0"/>
                </a:lnTo>
                <a:lnTo>
                  <a:pt x="22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9" name=""/>
          <p:cNvSpPr/>
          <p:nvPr/>
        </p:nvSpPr>
        <p:spPr>
          <a:xfrm>
            <a:off x="5660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0" name=""/>
          <p:cNvSpPr/>
          <p:nvPr/>
        </p:nvSpPr>
        <p:spPr>
          <a:xfrm>
            <a:off x="5667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1" name=""/>
          <p:cNvSpPr/>
          <p:nvPr/>
        </p:nvSpPr>
        <p:spPr>
          <a:xfrm>
            <a:off x="5673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5680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5687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5694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5701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6" name=""/>
          <p:cNvSpPr/>
          <p:nvPr/>
        </p:nvSpPr>
        <p:spPr>
          <a:xfrm>
            <a:off x="5708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5715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5721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5728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5735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5742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57492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5756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5763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5770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5776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5783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5790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5797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5804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5811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5817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5824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5831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5838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58453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5852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5859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5866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5873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5879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5886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5893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5900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5907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5914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5920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5927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5934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59414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5948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5955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5962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5969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5976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5982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5989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5996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6003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6010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6017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6023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6030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60375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6044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6051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6058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6065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6072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6078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6085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6092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6099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6106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6113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6120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61268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6134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6140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6147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6154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6161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6168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6175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6181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6188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6195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6202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6209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6216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62229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6230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6237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6243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6250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6257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6264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6271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6278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6284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6291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6298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6305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6312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63190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6326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6333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6339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6346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6353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6360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6367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6374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6381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6387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6394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6401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6408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64152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6422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6429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6436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6442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6449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6456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6463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6470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6477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6483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6490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6497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6504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65113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6518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6525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6532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6539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6545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6552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6559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6566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6573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6580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6586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6593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660060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6607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6614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6621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6628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6635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6642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6648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6655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6662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6669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6676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6683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6689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669672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6703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6710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6717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6724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6731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6738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6744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6751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6758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6765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6772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6779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6786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67928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6800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6806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6813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6820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6827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6834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6841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6847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6854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6861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6868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6875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6882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68889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6896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6903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6909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6916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6923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6930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6937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6944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6950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6957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6964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6971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697824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6985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6992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6999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7005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7012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7019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70264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70333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70401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70470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70538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7060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7067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707436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70815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70884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70952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71020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71089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71157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71226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71294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71362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71431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71499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71568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71636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7170480" y="6678000"/>
            <a:ext cx="7560" cy="137880"/>
          </a:xfrm>
          <a:custGeom>
            <a:avLst/>
            <a:gdLst/>
            <a:ahLst/>
            <a:rect l="0" t="0" r="r" b="b"/>
            <a:pathLst>
              <a:path w="21" h="383">
                <a:moveTo>
                  <a:pt x="0" y="0"/>
                </a:moveTo>
                <a:lnTo>
                  <a:pt x="21" y="0"/>
                </a:lnTo>
                <a:lnTo>
                  <a:pt x="21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71776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71845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719136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719820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4" name=""/>
          <p:cNvSpPr/>
          <p:nvPr/>
        </p:nvSpPr>
        <p:spPr>
          <a:xfrm>
            <a:off x="720504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5" name=""/>
          <p:cNvSpPr/>
          <p:nvPr/>
        </p:nvSpPr>
        <p:spPr>
          <a:xfrm>
            <a:off x="721188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6" name=""/>
          <p:cNvSpPr/>
          <p:nvPr/>
        </p:nvSpPr>
        <p:spPr>
          <a:xfrm>
            <a:off x="7218720" y="6678000"/>
            <a:ext cx="7200" cy="137880"/>
          </a:xfrm>
          <a:custGeom>
            <a:avLst/>
            <a:gdLst/>
            <a:ahLst/>
            <a:rect l="0" t="0" r="r" b="b"/>
            <a:pathLst>
              <a:path w="20" h="383">
                <a:moveTo>
                  <a:pt x="0" y="0"/>
                </a:moveTo>
                <a:lnTo>
                  <a:pt x="20" y="0"/>
                </a:lnTo>
                <a:lnTo>
                  <a:pt x="20" y="383"/>
                </a:ln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7" name=""/>
          <p:cNvSpPr/>
          <p:nvPr/>
        </p:nvSpPr>
        <p:spPr>
          <a:xfrm>
            <a:off x="7225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8" name=""/>
          <p:cNvSpPr/>
          <p:nvPr/>
        </p:nvSpPr>
        <p:spPr>
          <a:xfrm>
            <a:off x="7232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9" name=""/>
          <p:cNvSpPr/>
          <p:nvPr/>
        </p:nvSpPr>
        <p:spPr>
          <a:xfrm>
            <a:off x="7239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0" name=""/>
          <p:cNvSpPr/>
          <p:nvPr/>
        </p:nvSpPr>
        <p:spPr>
          <a:xfrm>
            <a:off x="7246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1" name=""/>
          <p:cNvSpPr/>
          <p:nvPr/>
        </p:nvSpPr>
        <p:spPr>
          <a:xfrm>
            <a:off x="7252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2" name=""/>
          <p:cNvSpPr/>
          <p:nvPr/>
        </p:nvSpPr>
        <p:spPr>
          <a:xfrm>
            <a:off x="7259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3" name=""/>
          <p:cNvSpPr/>
          <p:nvPr/>
        </p:nvSpPr>
        <p:spPr>
          <a:xfrm>
            <a:off x="726660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4" name=""/>
          <p:cNvSpPr/>
          <p:nvPr/>
        </p:nvSpPr>
        <p:spPr>
          <a:xfrm>
            <a:off x="7273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5" name=""/>
          <p:cNvSpPr/>
          <p:nvPr/>
        </p:nvSpPr>
        <p:spPr>
          <a:xfrm>
            <a:off x="7280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6" name=""/>
          <p:cNvSpPr/>
          <p:nvPr/>
        </p:nvSpPr>
        <p:spPr>
          <a:xfrm>
            <a:off x="7287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7" name=""/>
          <p:cNvSpPr/>
          <p:nvPr/>
        </p:nvSpPr>
        <p:spPr>
          <a:xfrm>
            <a:off x="7294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8" name=""/>
          <p:cNvSpPr/>
          <p:nvPr/>
        </p:nvSpPr>
        <p:spPr>
          <a:xfrm>
            <a:off x="7301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9" name=""/>
          <p:cNvSpPr/>
          <p:nvPr/>
        </p:nvSpPr>
        <p:spPr>
          <a:xfrm>
            <a:off x="7308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0" name=""/>
          <p:cNvSpPr/>
          <p:nvPr/>
        </p:nvSpPr>
        <p:spPr>
          <a:xfrm>
            <a:off x="7314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1" name=""/>
          <p:cNvSpPr/>
          <p:nvPr/>
        </p:nvSpPr>
        <p:spPr>
          <a:xfrm>
            <a:off x="7321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2" name=""/>
          <p:cNvSpPr/>
          <p:nvPr/>
        </p:nvSpPr>
        <p:spPr>
          <a:xfrm>
            <a:off x="7328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3" name=""/>
          <p:cNvSpPr/>
          <p:nvPr/>
        </p:nvSpPr>
        <p:spPr>
          <a:xfrm>
            <a:off x="73353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4" name=""/>
          <p:cNvSpPr/>
          <p:nvPr/>
        </p:nvSpPr>
        <p:spPr>
          <a:xfrm>
            <a:off x="7342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5" name=""/>
          <p:cNvSpPr/>
          <p:nvPr/>
        </p:nvSpPr>
        <p:spPr>
          <a:xfrm>
            <a:off x="7349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6" name=""/>
          <p:cNvSpPr/>
          <p:nvPr/>
        </p:nvSpPr>
        <p:spPr>
          <a:xfrm>
            <a:off x="7355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7" name=""/>
          <p:cNvSpPr/>
          <p:nvPr/>
        </p:nvSpPr>
        <p:spPr>
          <a:xfrm>
            <a:off x="736272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8" name=""/>
          <p:cNvSpPr/>
          <p:nvPr/>
        </p:nvSpPr>
        <p:spPr>
          <a:xfrm>
            <a:off x="7369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7376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0" name=""/>
          <p:cNvSpPr/>
          <p:nvPr/>
        </p:nvSpPr>
        <p:spPr>
          <a:xfrm>
            <a:off x="7383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1" name=""/>
          <p:cNvSpPr/>
          <p:nvPr/>
        </p:nvSpPr>
        <p:spPr>
          <a:xfrm>
            <a:off x="7390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2" name=""/>
          <p:cNvSpPr/>
          <p:nvPr/>
        </p:nvSpPr>
        <p:spPr>
          <a:xfrm>
            <a:off x="7397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3" name=""/>
          <p:cNvSpPr/>
          <p:nvPr/>
        </p:nvSpPr>
        <p:spPr>
          <a:xfrm>
            <a:off x="74041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4" name=""/>
          <p:cNvSpPr/>
          <p:nvPr/>
        </p:nvSpPr>
        <p:spPr>
          <a:xfrm>
            <a:off x="7410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5" name=""/>
          <p:cNvSpPr/>
          <p:nvPr/>
        </p:nvSpPr>
        <p:spPr>
          <a:xfrm>
            <a:off x="7417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6" name=""/>
          <p:cNvSpPr/>
          <p:nvPr/>
        </p:nvSpPr>
        <p:spPr>
          <a:xfrm>
            <a:off x="7424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7" name=""/>
          <p:cNvSpPr/>
          <p:nvPr/>
        </p:nvSpPr>
        <p:spPr>
          <a:xfrm>
            <a:off x="7431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8" name=""/>
          <p:cNvSpPr/>
          <p:nvPr/>
        </p:nvSpPr>
        <p:spPr>
          <a:xfrm>
            <a:off x="7438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9" name=""/>
          <p:cNvSpPr/>
          <p:nvPr/>
        </p:nvSpPr>
        <p:spPr>
          <a:xfrm>
            <a:off x="7445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0" name=""/>
          <p:cNvSpPr/>
          <p:nvPr/>
        </p:nvSpPr>
        <p:spPr>
          <a:xfrm>
            <a:off x="7452000" y="6671160"/>
            <a:ext cx="7920" cy="144720"/>
          </a:xfrm>
          <a:custGeom>
            <a:avLst/>
            <a:gdLst/>
            <a:ahLst/>
            <a:rect l="0" t="0" r="r" b="b"/>
            <a:pathLst>
              <a:path w="22" h="402">
                <a:moveTo>
                  <a:pt x="0" y="0"/>
                </a:moveTo>
                <a:lnTo>
                  <a:pt x="22" y="0"/>
                </a:lnTo>
                <a:lnTo>
                  <a:pt x="22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1" name=""/>
          <p:cNvSpPr/>
          <p:nvPr/>
        </p:nvSpPr>
        <p:spPr>
          <a:xfrm>
            <a:off x="7459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2" name=""/>
          <p:cNvSpPr/>
          <p:nvPr/>
        </p:nvSpPr>
        <p:spPr>
          <a:xfrm>
            <a:off x="7466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3" name=""/>
          <p:cNvSpPr/>
          <p:nvPr/>
        </p:nvSpPr>
        <p:spPr>
          <a:xfrm>
            <a:off x="7472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4" name=""/>
          <p:cNvSpPr/>
          <p:nvPr/>
        </p:nvSpPr>
        <p:spPr>
          <a:xfrm>
            <a:off x="7479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5" name=""/>
          <p:cNvSpPr/>
          <p:nvPr/>
        </p:nvSpPr>
        <p:spPr>
          <a:xfrm>
            <a:off x="7486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6" name=""/>
          <p:cNvSpPr/>
          <p:nvPr/>
        </p:nvSpPr>
        <p:spPr>
          <a:xfrm>
            <a:off x="7493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7" name=""/>
          <p:cNvSpPr/>
          <p:nvPr/>
        </p:nvSpPr>
        <p:spPr>
          <a:xfrm>
            <a:off x="7500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7507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9" name=""/>
          <p:cNvSpPr/>
          <p:nvPr/>
        </p:nvSpPr>
        <p:spPr>
          <a:xfrm>
            <a:off x="7513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0" name=""/>
          <p:cNvSpPr/>
          <p:nvPr/>
        </p:nvSpPr>
        <p:spPr>
          <a:xfrm>
            <a:off x="7520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1" name=""/>
          <p:cNvSpPr/>
          <p:nvPr/>
        </p:nvSpPr>
        <p:spPr>
          <a:xfrm>
            <a:off x="7527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2" name=""/>
          <p:cNvSpPr/>
          <p:nvPr/>
        </p:nvSpPr>
        <p:spPr>
          <a:xfrm>
            <a:off x="7534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3" name=""/>
          <p:cNvSpPr/>
          <p:nvPr/>
        </p:nvSpPr>
        <p:spPr>
          <a:xfrm>
            <a:off x="7541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4" name=""/>
          <p:cNvSpPr/>
          <p:nvPr/>
        </p:nvSpPr>
        <p:spPr>
          <a:xfrm>
            <a:off x="754812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5" name=""/>
          <p:cNvSpPr/>
          <p:nvPr/>
        </p:nvSpPr>
        <p:spPr>
          <a:xfrm>
            <a:off x="7555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6" name=""/>
          <p:cNvSpPr/>
          <p:nvPr/>
        </p:nvSpPr>
        <p:spPr>
          <a:xfrm>
            <a:off x="7562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7" name=""/>
          <p:cNvSpPr/>
          <p:nvPr/>
        </p:nvSpPr>
        <p:spPr>
          <a:xfrm>
            <a:off x="7569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8" name=""/>
          <p:cNvSpPr/>
          <p:nvPr/>
        </p:nvSpPr>
        <p:spPr>
          <a:xfrm>
            <a:off x="7575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9" name=""/>
          <p:cNvSpPr/>
          <p:nvPr/>
        </p:nvSpPr>
        <p:spPr>
          <a:xfrm>
            <a:off x="7582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0" name=""/>
          <p:cNvSpPr/>
          <p:nvPr/>
        </p:nvSpPr>
        <p:spPr>
          <a:xfrm>
            <a:off x="7589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75963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2" name=""/>
          <p:cNvSpPr/>
          <p:nvPr/>
        </p:nvSpPr>
        <p:spPr>
          <a:xfrm>
            <a:off x="7603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3" name=""/>
          <p:cNvSpPr/>
          <p:nvPr/>
        </p:nvSpPr>
        <p:spPr>
          <a:xfrm>
            <a:off x="7610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4" name=""/>
          <p:cNvSpPr/>
          <p:nvPr/>
        </p:nvSpPr>
        <p:spPr>
          <a:xfrm>
            <a:off x="7616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5" name=""/>
          <p:cNvSpPr/>
          <p:nvPr/>
        </p:nvSpPr>
        <p:spPr>
          <a:xfrm>
            <a:off x="7623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6" name=""/>
          <p:cNvSpPr/>
          <p:nvPr/>
        </p:nvSpPr>
        <p:spPr>
          <a:xfrm>
            <a:off x="7630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7" name=""/>
          <p:cNvSpPr/>
          <p:nvPr/>
        </p:nvSpPr>
        <p:spPr>
          <a:xfrm>
            <a:off x="7637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8" name=""/>
          <p:cNvSpPr/>
          <p:nvPr/>
        </p:nvSpPr>
        <p:spPr>
          <a:xfrm>
            <a:off x="764424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9" name=""/>
          <p:cNvSpPr/>
          <p:nvPr/>
        </p:nvSpPr>
        <p:spPr>
          <a:xfrm>
            <a:off x="7651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0" name=""/>
          <p:cNvSpPr/>
          <p:nvPr/>
        </p:nvSpPr>
        <p:spPr>
          <a:xfrm>
            <a:off x="7658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1" name=""/>
          <p:cNvSpPr/>
          <p:nvPr/>
        </p:nvSpPr>
        <p:spPr>
          <a:xfrm>
            <a:off x="76651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2" name=""/>
          <p:cNvSpPr/>
          <p:nvPr/>
        </p:nvSpPr>
        <p:spPr>
          <a:xfrm>
            <a:off x="7671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3" name=""/>
          <p:cNvSpPr/>
          <p:nvPr/>
        </p:nvSpPr>
        <p:spPr>
          <a:xfrm>
            <a:off x="7678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4" name=""/>
          <p:cNvSpPr/>
          <p:nvPr/>
        </p:nvSpPr>
        <p:spPr>
          <a:xfrm>
            <a:off x="7685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5" name=""/>
          <p:cNvSpPr/>
          <p:nvPr/>
        </p:nvSpPr>
        <p:spPr>
          <a:xfrm>
            <a:off x="7692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6" name=""/>
          <p:cNvSpPr/>
          <p:nvPr/>
        </p:nvSpPr>
        <p:spPr>
          <a:xfrm>
            <a:off x="7699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7" name=""/>
          <p:cNvSpPr/>
          <p:nvPr/>
        </p:nvSpPr>
        <p:spPr>
          <a:xfrm>
            <a:off x="7706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8" name=""/>
          <p:cNvSpPr/>
          <p:nvPr/>
        </p:nvSpPr>
        <p:spPr>
          <a:xfrm>
            <a:off x="7713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9" name=""/>
          <p:cNvSpPr/>
          <p:nvPr/>
        </p:nvSpPr>
        <p:spPr>
          <a:xfrm>
            <a:off x="7719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0" name=""/>
          <p:cNvSpPr/>
          <p:nvPr/>
        </p:nvSpPr>
        <p:spPr>
          <a:xfrm>
            <a:off x="7726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1" name=""/>
          <p:cNvSpPr/>
          <p:nvPr/>
        </p:nvSpPr>
        <p:spPr>
          <a:xfrm>
            <a:off x="7733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2" name=""/>
          <p:cNvSpPr/>
          <p:nvPr/>
        </p:nvSpPr>
        <p:spPr>
          <a:xfrm>
            <a:off x="774036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3" name=""/>
          <p:cNvSpPr/>
          <p:nvPr/>
        </p:nvSpPr>
        <p:spPr>
          <a:xfrm>
            <a:off x="7747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4" name=""/>
          <p:cNvSpPr/>
          <p:nvPr/>
        </p:nvSpPr>
        <p:spPr>
          <a:xfrm>
            <a:off x="7754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5" name=""/>
          <p:cNvSpPr/>
          <p:nvPr/>
        </p:nvSpPr>
        <p:spPr>
          <a:xfrm>
            <a:off x="7761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6" name=""/>
          <p:cNvSpPr/>
          <p:nvPr/>
        </p:nvSpPr>
        <p:spPr>
          <a:xfrm>
            <a:off x="7768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7" name=""/>
          <p:cNvSpPr/>
          <p:nvPr/>
        </p:nvSpPr>
        <p:spPr>
          <a:xfrm>
            <a:off x="7774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8" name=""/>
          <p:cNvSpPr/>
          <p:nvPr/>
        </p:nvSpPr>
        <p:spPr>
          <a:xfrm>
            <a:off x="7781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9" name=""/>
          <p:cNvSpPr/>
          <p:nvPr/>
        </p:nvSpPr>
        <p:spPr>
          <a:xfrm>
            <a:off x="7788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0" name=""/>
          <p:cNvSpPr/>
          <p:nvPr/>
        </p:nvSpPr>
        <p:spPr>
          <a:xfrm>
            <a:off x="7795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1" name=""/>
          <p:cNvSpPr/>
          <p:nvPr/>
        </p:nvSpPr>
        <p:spPr>
          <a:xfrm>
            <a:off x="7802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2" name=""/>
          <p:cNvSpPr/>
          <p:nvPr/>
        </p:nvSpPr>
        <p:spPr>
          <a:xfrm>
            <a:off x="78091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3" name=""/>
          <p:cNvSpPr/>
          <p:nvPr/>
        </p:nvSpPr>
        <p:spPr>
          <a:xfrm>
            <a:off x="7815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4" name=""/>
          <p:cNvSpPr/>
          <p:nvPr/>
        </p:nvSpPr>
        <p:spPr>
          <a:xfrm>
            <a:off x="7822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5" name=""/>
          <p:cNvSpPr/>
          <p:nvPr/>
        </p:nvSpPr>
        <p:spPr>
          <a:xfrm>
            <a:off x="782964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6" name=""/>
          <p:cNvSpPr/>
          <p:nvPr/>
        </p:nvSpPr>
        <p:spPr>
          <a:xfrm>
            <a:off x="7836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7" name=""/>
          <p:cNvSpPr/>
          <p:nvPr/>
        </p:nvSpPr>
        <p:spPr>
          <a:xfrm>
            <a:off x="7843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8" name=""/>
          <p:cNvSpPr/>
          <p:nvPr/>
        </p:nvSpPr>
        <p:spPr>
          <a:xfrm>
            <a:off x="7850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9" name=""/>
          <p:cNvSpPr/>
          <p:nvPr/>
        </p:nvSpPr>
        <p:spPr>
          <a:xfrm>
            <a:off x="78573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0" name=""/>
          <p:cNvSpPr/>
          <p:nvPr/>
        </p:nvSpPr>
        <p:spPr>
          <a:xfrm>
            <a:off x="7864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1" name=""/>
          <p:cNvSpPr/>
          <p:nvPr/>
        </p:nvSpPr>
        <p:spPr>
          <a:xfrm>
            <a:off x="7871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2" name=""/>
          <p:cNvSpPr/>
          <p:nvPr/>
        </p:nvSpPr>
        <p:spPr>
          <a:xfrm>
            <a:off x="7877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3" name=""/>
          <p:cNvSpPr/>
          <p:nvPr/>
        </p:nvSpPr>
        <p:spPr>
          <a:xfrm>
            <a:off x="7884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4" name=""/>
          <p:cNvSpPr/>
          <p:nvPr/>
        </p:nvSpPr>
        <p:spPr>
          <a:xfrm>
            <a:off x="7891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5" name=""/>
          <p:cNvSpPr/>
          <p:nvPr/>
        </p:nvSpPr>
        <p:spPr>
          <a:xfrm>
            <a:off x="7898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6" name=""/>
          <p:cNvSpPr/>
          <p:nvPr/>
        </p:nvSpPr>
        <p:spPr>
          <a:xfrm>
            <a:off x="7905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7" name=""/>
          <p:cNvSpPr/>
          <p:nvPr/>
        </p:nvSpPr>
        <p:spPr>
          <a:xfrm>
            <a:off x="7912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8" name=""/>
          <p:cNvSpPr/>
          <p:nvPr/>
        </p:nvSpPr>
        <p:spPr>
          <a:xfrm>
            <a:off x="7918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9" name=""/>
          <p:cNvSpPr/>
          <p:nvPr/>
        </p:nvSpPr>
        <p:spPr>
          <a:xfrm>
            <a:off x="792576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0" name=""/>
          <p:cNvSpPr/>
          <p:nvPr/>
        </p:nvSpPr>
        <p:spPr>
          <a:xfrm>
            <a:off x="7932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1" name=""/>
          <p:cNvSpPr/>
          <p:nvPr/>
        </p:nvSpPr>
        <p:spPr>
          <a:xfrm>
            <a:off x="7939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2" name=""/>
          <p:cNvSpPr/>
          <p:nvPr/>
        </p:nvSpPr>
        <p:spPr>
          <a:xfrm>
            <a:off x="7946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3" name=""/>
          <p:cNvSpPr/>
          <p:nvPr/>
        </p:nvSpPr>
        <p:spPr>
          <a:xfrm>
            <a:off x="7953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4" name=""/>
          <p:cNvSpPr/>
          <p:nvPr/>
        </p:nvSpPr>
        <p:spPr>
          <a:xfrm>
            <a:off x="7960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5" name=""/>
          <p:cNvSpPr/>
          <p:nvPr/>
        </p:nvSpPr>
        <p:spPr>
          <a:xfrm>
            <a:off x="7967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6" name=""/>
          <p:cNvSpPr/>
          <p:nvPr/>
        </p:nvSpPr>
        <p:spPr>
          <a:xfrm>
            <a:off x="7974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7" name=""/>
          <p:cNvSpPr/>
          <p:nvPr/>
        </p:nvSpPr>
        <p:spPr>
          <a:xfrm>
            <a:off x="7980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8" name=""/>
          <p:cNvSpPr/>
          <p:nvPr/>
        </p:nvSpPr>
        <p:spPr>
          <a:xfrm>
            <a:off x="7987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9" name=""/>
          <p:cNvSpPr/>
          <p:nvPr/>
        </p:nvSpPr>
        <p:spPr>
          <a:xfrm>
            <a:off x="7994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0" name=""/>
          <p:cNvSpPr/>
          <p:nvPr/>
        </p:nvSpPr>
        <p:spPr>
          <a:xfrm>
            <a:off x="80013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1" name=""/>
          <p:cNvSpPr/>
          <p:nvPr/>
        </p:nvSpPr>
        <p:spPr>
          <a:xfrm>
            <a:off x="8008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2" name=""/>
          <p:cNvSpPr/>
          <p:nvPr/>
        </p:nvSpPr>
        <p:spPr>
          <a:xfrm>
            <a:off x="8015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3" name=""/>
          <p:cNvSpPr/>
          <p:nvPr/>
        </p:nvSpPr>
        <p:spPr>
          <a:xfrm>
            <a:off x="802188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4" name=""/>
          <p:cNvSpPr/>
          <p:nvPr/>
        </p:nvSpPr>
        <p:spPr>
          <a:xfrm>
            <a:off x="8029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5" name=""/>
          <p:cNvSpPr/>
          <p:nvPr/>
        </p:nvSpPr>
        <p:spPr>
          <a:xfrm>
            <a:off x="8035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6" name=""/>
          <p:cNvSpPr/>
          <p:nvPr/>
        </p:nvSpPr>
        <p:spPr>
          <a:xfrm>
            <a:off x="8042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7" name=""/>
          <p:cNvSpPr/>
          <p:nvPr/>
        </p:nvSpPr>
        <p:spPr>
          <a:xfrm>
            <a:off x="8049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8" name=""/>
          <p:cNvSpPr/>
          <p:nvPr/>
        </p:nvSpPr>
        <p:spPr>
          <a:xfrm>
            <a:off x="8056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9" name=""/>
          <p:cNvSpPr/>
          <p:nvPr/>
        </p:nvSpPr>
        <p:spPr>
          <a:xfrm>
            <a:off x="8063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0" name=""/>
          <p:cNvSpPr/>
          <p:nvPr/>
        </p:nvSpPr>
        <p:spPr>
          <a:xfrm>
            <a:off x="80701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1" name=""/>
          <p:cNvSpPr/>
          <p:nvPr/>
        </p:nvSpPr>
        <p:spPr>
          <a:xfrm>
            <a:off x="8076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2" name=""/>
          <p:cNvSpPr/>
          <p:nvPr/>
        </p:nvSpPr>
        <p:spPr>
          <a:xfrm>
            <a:off x="8083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3" name=""/>
          <p:cNvSpPr/>
          <p:nvPr/>
        </p:nvSpPr>
        <p:spPr>
          <a:xfrm>
            <a:off x="8090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4" name=""/>
          <p:cNvSpPr/>
          <p:nvPr/>
        </p:nvSpPr>
        <p:spPr>
          <a:xfrm>
            <a:off x="8097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5" name=""/>
          <p:cNvSpPr/>
          <p:nvPr/>
        </p:nvSpPr>
        <p:spPr>
          <a:xfrm>
            <a:off x="8104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6" name=""/>
          <p:cNvSpPr/>
          <p:nvPr/>
        </p:nvSpPr>
        <p:spPr>
          <a:xfrm>
            <a:off x="8111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7" name=""/>
          <p:cNvSpPr/>
          <p:nvPr/>
        </p:nvSpPr>
        <p:spPr>
          <a:xfrm>
            <a:off x="811800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8" name=""/>
          <p:cNvSpPr/>
          <p:nvPr/>
        </p:nvSpPr>
        <p:spPr>
          <a:xfrm>
            <a:off x="8125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9" name=""/>
          <p:cNvSpPr/>
          <p:nvPr/>
        </p:nvSpPr>
        <p:spPr>
          <a:xfrm>
            <a:off x="8132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0" name=""/>
          <p:cNvSpPr/>
          <p:nvPr/>
        </p:nvSpPr>
        <p:spPr>
          <a:xfrm>
            <a:off x="8138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1" name=""/>
          <p:cNvSpPr/>
          <p:nvPr/>
        </p:nvSpPr>
        <p:spPr>
          <a:xfrm>
            <a:off x="8145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2" name=""/>
          <p:cNvSpPr/>
          <p:nvPr/>
        </p:nvSpPr>
        <p:spPr>
          <a:xfrm>
            <a:off x="8152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3" name=""/>
          <p:cNvSpPr/>
          <p:nvPr/>
        </p:nvSpPr>
        <p:spPr>
          <a:xfrm>
            <a:off x="8159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4" name=""/>
          <p:cNvSpPr/>
          <p:nvPr/>
        </p:nvSpPr>
        <p:spPr>
          <a:xfrm>
            <a:off x="8166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5" name=""/>
          <p:cNvSpPr/>
          <p:nvPr/>
        </p:nvSpPr>
        <p:spPr>
          <a:xfrm>
            <a:off x="8173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6" name=""/>
          <p:cNvSpPr/>
          <p:nvPr/>
        </p:nvSpPr>
        <p:spPr>
          <a:xfrm>
            <a:off x="8179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7" name=""/>
          <p:cNvSpPr/>
          <p:nvPr/>
        </p:nvSpPr>
        <p:spPr>
          <a:xfrm>
            <a:off x="8186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8" name=""/>
          <p:cNvSpPr/>
          <p:nvPr/>
        </p:nvSpPr>
        <p:spPr>
          <a:xfrm>
            <a:off x="8193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9" name=""/>
          <p:cNvSpPr/>
          <p:nvPr/>
        </p:nvSpPr>
        <p:spPr>
          <a:xfrm>
            <a:off x="8200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0" name=""/>
          <p:cNvSpPr/>
          <p:nvPr/>
        </p:nvSpPr>
        <p:spPr>
          <a:xfrm>
            <a:off x="8207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1" name=""/>
          <p:cNvSpPr/>
          <p:nvPr/>
        </p:nvSpPr>
        <p:spPr>
          <a:xfrm>
            <a:off x="821412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2" name=""/>
          <p:cNvSpPr/>
          <p:nvPr/>
        </p:nvSpPr>
        <p:spPr>
          <a:xfrm>
            <a:off x="8221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3" name=""/>
          <p:cNvSpPr/>
          <p:nvPr/>
        </p:nvSpPr>
        <p:spPr>
          <a:xfrm>
            <a:off x="8228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4" name=""/>
          <p:cNvSpPr/>
          <p:nvPr/>
        </p:nvSpPr>
        <p:spPr>
          <a:xfrm>
            <a:off x="8235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5" name=""/>
          <p:cNvSpPr/>
          <p:nvPr/>
        </p:nvSpPr>
        <p:spPr>
          <a:xfrm>
            <a:off x="8241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6" name=""/>
          <p:cNvSpPr/>
          <p:nvPr/>
        </p:nvSpPr>
        <p:spPr>
          <a:xfrm>
            <a:off x="8248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7" name=""/>
          <p:cNvSpPr/>
          <p:nvPr/>
        </p:nvSpPr>
        <p:spPr>
          <a:xfrm>
            <a:off x="8255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8" name=""/>
          <p:cNvSpPr/>
          <p:nvPr/>
        </p:nvSpPr>
        <p:spPr>
          <a:xfrm>
            <a:off x="82623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9" name=""/>
          <p:cNvSpPr/>
          <p:nvPr/>
        </p:nvSpPr>
        <p:spPr>
          <a:xfrm>
            <a:off x="8269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0" name=""/>
          <p:cNvSpPr/>
          <p:nvPr/>
        </p:nvSpPr>
        <p:spPr>
          <a:xfrm>
            <a:off x="8276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1" name=""/>
          <p:cNvSpPr/>
          <p:nvPr/>
        </p:nvSpPr>
        <p:spPr>
          <a:xfrm>
            <a:off x="8282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2" name=""/>
          <p:cNvSpPr/>
          <p:nvPr/>
        </p:nvSpPr>
        <p:spPr>
          <a:xfrm>
            <a:off x="8289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3" name=""/>
          <p:cNvSpPr/>
          <p:nvPr/>
        </p:nvSpPr>
        <p:spPr>
          <a:xfrm>
            <a:off x="8296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4" name=""/>
          <p:cNvSpPr/>
          <p:nvPr/>
        </p:nvSpPr>
        <p:spPr>
          <a:xfrm>
            <a:off x="830340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5" name=""/>
          <p:cNvSpPr/>
          <p:nvPr/>
        </p:nvSpPr>
        <p:spPr>
          <a:xfrm>
            <a:off x="8310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6" name=""/>
          <p:cNvSpPr/>
          <p:nvPr/>
        </p:nvSpPr>
        <p:spPr>
          <a:xfrm>
            <a:off x="8317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7" name=""/>
          <p:cNvSpPr/>
          <p:nvPr/>
        </p:nvSpPr>
        <p:spPr>
          <a:xfrm>
            <a:off x="8324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8" name=""/>
          <p:cNvSpPr/>
          <p:nvPr/>
        </p:nvSpPr>
        <p:spPr>
          <a:xfrm>
            <a:off x="83311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9" name=""/>
          <p:cNvSpPr/>
          <p:nvPr/>
        </p:nvSpPr>
        <p:spPr>
          <a:xfrm>
            <a:off x="8337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0" name=""/>
          <p:cNvSpPr/>
          <p:nvPr/>
        </p:nvSpPr>
        <p:spPr>
          <a:xfrm>
            <a:off x="8344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1" name=""/>
          <p:cNvSpPr/>
          <p:nvPr/>
        </p:nvSpPr>
        <p:spPr>
          <a:xfrm>
            <a:off x="8351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2" name=""/>
          <p:cNvSpPr/>
          <p:nvPr/>
        </p:nvSpPr>
        <p:spPr>
          <a:xfrm>
            <a:off x="8358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3" name=""/>
          <p:cNvSpPr/>
          <p:nvPr/>
        </p:nvSpPr>
        <p:spPr>
          <a:xfrm>
            <a:off x="8365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4" name=""/>
          <p:cNvSpPr/>
          <p:nvPr/>
        </p:nvSpPr>
        <p:spPr>
          <a:xfrm>
            <a:off x="8372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5" name=""/>
          <p:cNvSpPr/>
          <p:nvPr/>
        </p:nvSpPr>
        <p:spPr>
          <a:xfrm>
            <a:off x="8379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6" name=""/>
          <p:cNvSpPr/>
          <p:nvPr/>
        </p:nvSpPr>
        <p:spPr>
          <a:xfrm>
            <a:off x="8385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7" name=""/>
          <p:cNvSpPr/>
          <p:nvPr/>
        </p:nvSpPr>
        <p:spPr>
          <a:xfrm>
            <a:off x="8392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8" name=""/>
          <p:cNvSpPr/>
          <p:nvPr/>
        </p:nvSpPr>
        <p:spPr>
          <a:xfrm>
            <a:off x="839952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9" name=""/>
          <p:cNvSpPr/>
          <p:nvPr/>
        </p:nvSpPr>
        <p:spPr>
          <a:xfrm>
            <a:off x="8406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0" name=""/>
          <p:cNvSpPr/>
          <p:nvPr/>
        </p:nvSpPr>
        <p:spPr>
          <a:xfrm>
            <a:off x="8413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1" name=""/>
          <p:cNvSpPr/>
          <p:nvPr/>
        </p:nvSpPr>
        <p:spPr>
          <a:xfrm>
            <a:off x="8420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2" name=""/>
          <p:cNvSpPr/>
          <p:nvPr/>
        </p:nvSpPr>
        <p:spPr>
          <a:xfrm>
            <a:off x="8427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3" name=""/>
          <p:cNvSpPr/>
          <p:nvPr/>
        </p:nvSpPr>
        <p:spPr>
          <a:xfrm>
            <a:off x="8434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4" name=""/>
          <p:cNvSpPr/>
          <p:nvPr/>
        </p:nvSpPr>
        <p:spPr>
          <a:xfrm>
            <a:off x="8440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5" name=""/>
          <p:cNvSpPr/>
          <p:nvPr/>
        </p:nvSpPr>
        <p:spPr>
          <a:xfrm>
            <a:off x="84477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6" name=""/>
          <p:cNvSpPr/>
          <p:nvPr/>
        </p:nvSpPr>
        <p:spPr>
          <a:xfrm>
            <a:off x="84546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7" name=""/>
          <p:cNvSpPr/>
          <p:nvPr/>
        </p:nvSpPr>
        <p:spPr>
          <a:xfrm>
            <a:off x="84614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8" name=""/>
          <p:cNvSpPr/>
          <p:nvPr/>
        </p:nvSpPr>
        <p:spPr>
          <a:xfrm>
            <a:off x="84682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9" name=""/>
          <p:cNvSpPr/>
          <p:nvPr/>
        </p:nvSpPr>
        <p:spPr>
          <a:xfrm>
            <a:off x="84751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0" name=""/>
          <p:cNvSpPr/>
          <p:nvPr/>
        </p:nvSpPr>
        <p:spPr>
          <a:xfrm>
            <a:off x="8481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1" name=""/>
          <p:cNvSpPr/>
          <p:nvPr/>
        </p:nvSpPr>
        <p:spPr>
          <a:xfrm>
            <a:off x="8488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2" name=""/>
          <p:cNvSpPr/>
          <p:nvPr/>
        </p:nvSpPr>
        <p:spPr>
          <a:xfrm>
            <a:off x="849564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3" name=""/>
          <p:cNvSpPr/>
          <p:nvPr/>
        </p:nvSpPr>
        <p:spPr>
          <a:xfrm>
            <a:off x="8502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4" name=""/>
          <p:cNvSpPr/>
          <p:nvPr/>
        </p:nvSpPr>
        <p:spPr>
          <a:xfrm>
            <a:off x="8509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5" name=""/>
          <p:cNvSpPr/>
          <p:nvPr/>
        </p:nvSpPr>
        <p:spPr>
          <a:xfrm>
            <a:off x="8516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6" name=""/>
          <p:cNvSpPr/>
          <p:nvPr/>
        </p:nvSpPr>
        <p:spPr>
          <a:xfrm>
            <a:off x="85233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7" name=""/>
          <p:cNvSpPr/>
          <p:nvPr/>
        </p:nvSpPr>
        <p:spPr>
          <a:xfrm>
            <a:off x="85302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8" name=""/>
          <p:cNvSpPr/>
          <p:nvPr/>
        </p:nvSpPr>
        <p:spPr>
          <a:xfrm>
            <a:off x="85370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9" name=""/>
          <p:cNvSpPr/>
          <p:nvPr/>
        </p:nvSpPr>
        <p:spPr>
          <a:xfrm>
            <a:off x="85438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0" name=""/>
          <p:cNvSpPr/>
          <p:nvPr/>
        </p:nvSpPr>
        <p:spPr>
          <a:xfrm>
            <a:off x="85507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1" name=""/>
          <p:cNvSpPr/>
          <p:nvPr/>
        </p:nvSpPr>
        <p:spPr>
          <a:xfrm>
            <a:off x="85575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2" name=""/>
          <p:cNvSpPr/>
          <p:nvPr/>
        </p:nvSpPr>
        <p:spPr>
          <a:xfrm>
            <a:off x="85644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3" name=""/>
          <p:cNvSpPr/>
          <p:nvPr/>
        </p:nvSpPr>
        <p:spPr>
          <a:xfrm>
            <a:off x="85712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4" name=""/>
          <p:cNvSpPr/>
          <p:nvPr/>
        </p:nvSpPr>
        <p:spPr>
          <a:xfrm>
            <a:off x="85780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5" name=""/>
          <p:cNvSpPr/>
          <p:nvPr/>
        </p:nvSpPr>
        <p:spPr>
          <a:xfrm>
            <a:off x="85849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6" name=""/>
          <p:cNvSpPr/>
          <p:nvPr/>
        </p:nvSpPr>
        <p:spPr>
          <a:xfrm>
            <a:off x="8591760" y="6671160"/>
            <a:ext cx="7560" cy="144720"/>
          </a:xfrm>
          <a:custGeom>
            <a:avLst/>
            <a:gdLst/>
            <a:ahLst/>
            <a:rect l="0" t="0" r="r" b="b"/>
            <a:pathLst>
              <a:path w="21" h="402">
                <a:moveTo>
                  <a:pt x="0" y="0"/>
                </a:moveTo>
                <a:lnTo>
                  <a:pt x="21" y="0"/>
                </a:lnTo>
                <a:lnTo>
                  <a:pt x="21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7" name=""/>
          <p:cNvSpPr/>
          <p:nvPr/>
        </p:nvSpPr>
        <p:spPr>
          <a:xfrm>
            <a:off x="85989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8" name=""/>
          <p:cNvSpPr/>
          <p:nvPr/>
        </p:nvSpPr>
        <p:spPr>
          <a:xfrm>
            <a:off x="86058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69" name=""/>
          <p:cNvSpPr/>
          <p:nvPr/>
        </p:nvSpPr>
        <p:spPr>
          <a:xfrm>
            <a:off x="86126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0" name=""/>
          <p:cNvSpPr/>
          <p:nvPr/>
        </p:nvSpPr>
        <p:spPr>
          <a:xfrm>
            <a:off x="86194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1" name=""/>
          <p:cNvSpPr/>
          <p:nvPr/>
        </p:nvSpPr>
        <p:spPr>
          <a:xfrm>
            <a:off x="86263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2" name=""/>
          <p:cNvSpPr/>
          <p:nvPr/>
        </p:nvSpPr>
        <p:spPr>
          <a:xfrm>
            <a:off x="863316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3" name=""/>
          <p:cNvSpPr/>
          <p:nvPr/>
        </p:nvSpPr>
        <p:spPr>
          <a:xfrm>
            <a:off x="864000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4" name=""/>
          <p:cNvSpPr/>
          <p:nvPr/>
        </p:nvSpPr>
        <p:spPr>
          <a:xfrm>
            <a:off x="864684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5" name=""/>
          <p:cNvSpPr/>
          <p:nvPr/>
        </p:nvSpPr>
        <p:spPr>
          <a:xfrm>
            <a:off x="865368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6" name=""/>
          <p:cNvSpPr/>
          <p:nvPr/>
        </p:nvSpPr>
        <p:spPr>
          <a:xfrm>
            <a:off x="8660520" y="6671160"/>
            <a:ext cx="7200" cy="144720"/>
          </a:xfrm>
          <a:custGeom>
            <a:avLst/>
            <a:gdLst/>
            <a:ahLst/>
            <a:rect l="0" t="0" r="r" b="b"/>
            <a:pathLst>
              <a:path w="20" h="402">
                <a:moveTo>
                  <a:pt x="0" y="0"/>
                </a:moveTo>
                <a:lnTo>
                  <a:pt x="20" y="0"/>
                </a:lnTo>
                <a:lnTo>
                  <a:pt x="20" y="402"/>
                </a:lnTo>
                <a:lnTo>
                  <a:pt x="0" y="402"/>
                </a:lnTo>
                <a:lnTo>
                  <a:pt x="0" y="0"/>
                </a:lnTo>
                <a:close/>
              </a:path>
            </a:pathLst>
          </a:custGeom>
          <a:solidFill>
            <a:srgbClr val="FF66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7" name=""/>
          <p:cNvSpPr/>
          <p:nvPr/>
        </p:nvSpPr>
        <p:spPr>
          <a:xfrm>
            <a:off x="476280" y="6815520"/>
            <a:ext cx="8191440" cy="0"/>
          </a:xfrm>
          <a:prstGeom prst="line">
            <a:avLst/>
          </a:prstGeom>
          <a:ln cap="sq" w="6840">
            <a:solidFill>
              <a:srgbClr val="444444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8" name=""/>
          <p:cNvSpPr/>
          <p:nvPr/>
        </p:nvSpPr>
        <p:spPr>
          <a:xfrm>
            <a:off x="7874280" y="5946120"/>
            <a:ext cx="7200" cy="883440"/>
          </a:xfrm>
          <a:custGeom>
            <a:avLst/>
            <a:gdLst/>
            <a:ahLst/>
            <a:rect l="0" t="0" r="r" b="b"/>
            <a:pathLst>
              <a:path w="20" h="2454">
                <a:moveTo>
                  <a:pt x="20" y="9"/>
                </a:moveTo>
                <a:lnTo>
                  <a:pt x="20" y="67"/>
                </a:lnTo>
                <a:lnTo>
                  <a:pt x="20" y="76"/>
                </a:lnTo>
                <a:lnTo>
                  <a:pt x="0" y="76"/>
                </a:lnTo>
                <a:lnTo>
                  <a:pt x="0" y="67"/>
                </a:lnTo>
                <a:lnTo>
                  <a:pt x="0" y="0"/>
                </a:lnTo>
                <a:lnTo>
                  <a:pt x="20" y="0"/>
                </a:lnTo>
                <a:lnTo>
                  <a:pt x="20" y="9"/>
                </a:lnTo>
                <a:moveTo>
                  <a:pt x="20" y="124"/>
                </a:moveTo>
                <a:lnTo>
                  <a:pt x="20" y="181"/>
                </a:lnTo>
                <a:lnTo>
                  <a:pt x="20" y="191"/>
                </a:lnTo>
                <a:lnTo>
                  <a:pt x="0" y="191"/>
                </a:lnTo>
                <a:lnTo>
                  <a:pt x="0" y="181"/>
                </a:lnTo>
                <a:lnTo>
                  <a:pt x="0" y="114"/>
                </a:lnTo>
                <a:lnTo>
                  <a:pt x="20" y="114"/>
                </a:lnTo>
                <a:lnTo>
                  <a:pt x="20" y="124"/>
                </a:lnTo>
                <a:moveTo>
                  <a:pt x="20" y="238"/>
                </a:moveTo>
                <a:lnTo>
                  <a:pt x="20" y="296"/>
                </a:lnTo>
                <a:lnTo>
                  <a:pt x="20" y="305"/>
                </a:lnTo>
                <a:lnTo>
                  <a:pt x="0" y="305"/>
                </a:lnTo>
                <a:lnTo>
                  <a:pt x="0" y="296"/>
                </a:lnTo>
                <a:lnTo>
                  <a:pt x="0" y="229"/>
                </a:lnTo>
                <a:lnTo>
                  <a:pt x="20" y="229"/>
                </a:lnTo>
                <a:lnTo>
                  <a:pt x="20" y="238"/>
                </a:lnTo>
                <a:moveTo>
                  <a:pt x="20" y="353"/>
                </a:moveTo>
                <a:lnTo>
                  <a:pt x="20" y="410"/>
                </a:lnTo>
                <a:lnTo>
                  <a:pt x="20" y="420"/>
                </a:lnTo>
                <a:lnTo>
                  <a:pt x="0" y="420"/>
                </a:lnTo>
                <a:lnTo>
                  <a:pt x="0" y="410"/>
                </a:lnTo>
                <a:lnTo>
                  <a:pt x="0" y="343"/>
                </a:lnTo>
                <a:lnTo>
                  <a:pt x="20" y="343"/>
                </a:lnTo>
                <a:lnTo>
                  <a:pt x="20" y="353"/>
                </a:lnTo>
                <a:moveTo>
                  <a:pt x="20" y="468"/>
                </a:moveTo>
                <a:lnTo>
                  <a:pt x="20" y="525"/>
                </a:lnTo>
                <a:lnTo>
                  <a:pt x="20" y="534"/>
                </a:lnTo>
                <a:lnTo>
                  <a:pt x="0" y="534"/>
                </a:lnTo>
                <a:lnTo>
                  <a:pt x="0" y="525"/>
                </a:lnTo>
                <a:lnTo>
                  <a:pt x="0" y="458"/>
                </a:lnTo>
                <a:lnTo>
                  <a:pt x="20" y="458"/>
                </a:lnTo>
                <a:lnTo>
                  <a:pt x="20" y="468"/>
                </a:lnTo>
                <a:moveTo>
                  <a:pt x="20" y="582"/>
                </a:moveTo>
                <a:lnTo>
                  <a:pt x="20" y="639"/>
                </a:lnTo>
                <a:lnTo>
                  <a:pt x="20" y="649"/>
                </a:lnTo>
                <a:lnTo>
                  <a:pt x="0" y="649"/>
                </a:lnTo>
                <a:lnTo>
                  <a:pt x="0" y="639"/>
                </a:lnTo>
                <a:lnTo>
                  <a:pt x="0" y="573"/>
                </a:lnTo>
                <a:lnTo>
                  <a:pt x="20" y="573"/>
                </a:lnTo>
                <a:lnTo>
                  <a:pt x="20" y="582"/>
                </a:lnTo>
                <a:moveTo>
                  <a:pt x="20" y="697"/>
                </a:moveTo>
                <a:lnTo>
                  <a:pt x="20" y="754"/>
                </a:lnTo>
                <a:lnTo>
                  <a:pt x="20" y="764"/>
                </a:lnTo>
                <a:lnTo>
                  <a:pt x="0" y="764"/>
                </a:lnTo>
                <a:lnTo>
                  <a:pt x="0" y="754"/>
                </a:lnTo>
                <a:lnTo>
                  <a:pt x="0" y="687"/>
                </a:lnTo>
                <a:lnTo>
                  <a:pt x="20" y="687"/>
                </a:lnTo>
                <a:lnTo>
                  <a:pt x="20" y="697"/>
                </a:lnTo>
                <a:moveTo>
                  <a:pt x="20" y="811"/>
                </a:moveTo>
                <a:lnTo>
                  <a:pt x="20" y="869"/>
                </a:lnTo>
                <a:lnTo>
                  <a:pt x="20" y="878"/>
                </a:lnTo>
                <a:lnTo>
                  <a:pt x="0" y="878"/>
                </a:lnTo>
                <a:lnTo>
                  <a:pt x="0" y="869"/>
                </a:lnTo>
                <a:lnTo>
                  <a:pt x="0" y="802"/>
                </a:lnTo>
                <a:lnTo>
                  <a:pt x="20" y="802"/>
                </a:lnTo>
                <a:lnTo>
                  <a:pt x="20" y="811"/>
                </a:lnTo>
                <a:moveTo>
                  <a:pt x="20" y="926"/>
                </a:moveTo>
                <a:lnTo>
                  <a:pt x="20" y="983"/>
                </a:lnTo>
                <a:lnTo>
                  <a:pt x="20" y="993"/>
                </a:lnTo>
                <a:lnTo>
                  <a:pt x="0" y="993"/>
                </a:lnTo>
                <a:lnTo>
                  <a:pt x="0" y="983"/>
                </a:lnTo>
                <a:lnTo>
                  <a:pt x="0" y="916"/>
                </a:lnTo>
                <a:lnTo>
                  <a:pt x="20" y="916"/>
                </a:lnTo>
                <a:lnTo>
                  <a:pt x="20" y="926"/>
                </a:lnTo>
                <a:moveTo>
                  <a:pt x="20" y="1040"/>
                </a:moveTo>
                <a:lnTo>
                  <a:pt x="20" y="1098"/>
                </a:lnTo>
                <a:lnTo>
                  <a:pt x="20" y="1107"/>
                </a:lnTo>
                <a:lnTo>
                  <a:pt x="0" y="1107"/>
                </a:lnTo>
                <a:lnTo>
                  <a:pt x="0" y="1098"/>
                </a:lnTo>
                <a:lnTo>
                  <a:pt x="0" y="1031"/>
                </a:lnTo>
                <a:lnTo>
                  <a:pt x="20" y="1031"/>
                </a:lnTo>
                <a:lnTo>
                  <a:pt x="20" y="1040"/>
                </a:lnTo>
                <a:moveTo>
                  <a:pt x="20" y="1155"/>
                </a:moveTo>
                <a:lnTo>
                  <a:pt x="20" y="1212"/>
                </a:lnTo>
                <a:lnTo>
                  <a:pt x="20" y="1222"/>
                </a:lnTo>
                <a:lnTo>
                  <a:pt x="0" y="1222"/>
                </a:lnTo>
                <a:lnTo>
                  <a:pt x="0" y="1212"/>
                </a:lnTo>
                <a:lnTo>
                  <a:pt x="0" y="1145"/>
                </a:lnTo>
                <a:lnTo>
                  <a:pt x="20" y="1145"/>
                </a:lnTo>
                <a:lnTo>
                  <a:pt x="20" y="1155"/>
                </a:lnTo>
                <a:moveTo>
                  <a:pt x="20" y="1269"/>
                </a:moveTo>
                <a:lnTo>
                  <a:pt x="20" y="1327"/>
                </a:lnTo>
                <a:lnTo>
                  <a:pt x="20" y="1336"/>
                </a:lnTo>
                <a:lnTo>
                  <a:pt x="0" y="1336"/>
                </a:lnTo>
                <a:lnTo>
                  <a:pt x="0" y="1327"/>
                </a:lnTo>
                <a:lnTo>
                  <a:pt x="0" y="1260"/>
                </a:lnTo>
                <a:lnTo>
                  <a:pt x="20" y="1260"/>
                </a:lnTo>
                <a:lnTo>
                  <a:pt x="20" y="1269"/>
                </a:lnTo>
                <a:moveTo>
                  <a:pt x="20" y="1384"/>
                </a:moveTo>
                <a:lnTo>
                  <a:pt x="20" y="1441"/>
                </a:lnTo>
                <a:lnTo>
                  <a:pt x="20" y="1451"/>
                </a:lnTo>
                <a:lnTo>
                  <a:pt x="0" y="1451"/>
                </a:lnTo>
                <a:lnTo>
                  <a:pt x="0" y="1441"/>
                </a:lnTo>
                <a:lnTo>
                  <a:pt x="0" y="1374"/>
                </a:lnTo>
                <a:lnTo>
                  <a:pt x="20" y="1374"/>
                </a:lnTo>
                <a:lnTo>
                  <a:pt x="20" y="1384"/>
                </a:lnTo>
                <a:moveTo>
                  <a:pt x="20" y="1499"/>
                </a:moveTo>
                <a:lnTo>
                  <a:pt x="20" y="1556"/>
                </a:lnTo>
                <a:lnTo>
                  <a:pt x="20" y="1565"/>
                </a:lnTo>
                <a:lnTo>
                  <a:pt x="0" y="1565"/>
                </a:lnTo>
                <a:lnTo>
                  <a:pt x="0" y="1556"/>
                </a:lnTo>
                <a:lnTo>
                  <a:pt x="0" y="1489"/>
                </a:lnTo>
                <a:lnTo>
                  <a:pt x="20" y="1489"/>
                </a:lnTo>
                <a:lnTo>
                  <a:pt x="20" y="1499"/>
                </a:lnTo>
                <a:moveTo>
                  <a:pt x="20" y="1613"/>
                </a:moveTo>
                <a:lnTo>
                  <a:pt x="20" y="1670"/>
                </a:lnTo>
                <a:lnTo>
                  <a:pt x="20" y="1680"/>
                </a:lnTo>
                <a:lnTo>
                  <a:pt x="0" y="1680"/>
                </a:lnTo>
                <a:lnTo>
                  <a:pt x="0" y="1670"/>
                </a:lnTo>
                <a:lnTo>
                  <a:pt x="0" y="1604"/>
                </a:lnTo>
                <a:lnTo>
                  <a:pt x="20" y="1604"/>
                </a:lnTo>
                <a:lnTo>
                  <a:pt x="20" y="1613"/>
                </a:lnTo>
                <a:moveTo>
                  <a:pt x="20" y="1728"/>
                </a:moveTo>
                <a:lnTo>
                  <a:pt x="20" y="1785"/>
                </a:lnTo>
                <a:lnTo>
                  <a:pt x="20" y="1794"/>
                </a:lnTo>
                <a:lnTo>
                  <a:pt x="0" y="1794"/>
                </a:lnTo>
                <a:lnTo>
                  <a:pt x="0" y="1785"/>
                </a:lnTo>
                <a:lnTo>
                  <a:pt x="0" y="1718"/>
                </a:lnTo>
                <a:lnTo>
                  <a:pt x="20" y="1718"/>
                </a:lnTo>
                <a:lnTo>
                  <a:pt x="20" y="1728"/>
                </a:lnTo>
                <a:moveTo>
                  <a:pt x="20" y="1842"/>
                </a:moveTo>
                <a:lnTo>
                  <a:pt x="20" y="1900"/>
                </a:lnTo>
                <a:lnTo>
                  <a:pt x="20" y="1910"/>
                </a:lnTo>
                <a:lnTo>
                  <a:pt x="0" y="1910"/>
                </a:lnTo>
                <a:lnTo>
                  <a:pt x="0" y="1900"/>
                </a:lnTo>
                <a:lnTo>
                  <a:pt x="0" y="1833"/>
                </a:lnTo>
                <a:lnTo>
                  <a:pt x="20" y="1833"/>
                </a:lnTo>
                <a:lnTo>
                  <a:pt x="20" y="1842"/>
                </a:lnTo>
                <a:moveTo>
                  <a:pt x="20" y="1958"/>
                </a:moveTo>
                <a:lnTo>
                  <a:pt x="20" y="2015"/>
                </a:lnTo>
                <a:lnTo>
                  <a:pt x="20" y="2025"/>
                </a:lnTo>
                <a:lnTo>
                  <a:pt x="0" y="2025"/>
                </a:lnTo>
                <a:lnTo>
                  <a:pt x="0" y="2015"/>
                </a:lnTo>
                <a:lnTo>
                  <a:pt x="0" y="1948"/>
                </a:lnTo>
                <a:lnTo>
                  <a:pt x="20" y="1948"/>
                </a:lnTo>
                <a:lnTo>
                  <a:pt x="20" y="1958"/>
                </a:lnTo>
                <a:moveTo>
                  <a:pt x="20" y="2072"/>
                </a:moveTo>
                <a:lnTo>
                  <a:pt x="20" y="2130"/>
                </a:lnTo>
                <a:lnTo>
                  <a:pt x="20" y="2139"/>
                </a:lnTo>
                <a:lnTo>
                  <a:pt x="0" y="2139"/>
                </a:lnTo>
                <a:lnTo>
                  <a:pt x="0" y="2130"/>
                </a:lnTo>
                <a:lnTo>
                  <a:pt x="0" y="2063"/>
                </a:lnTo>
                <a:lnTo>
                  <a:pt x="20" y="2063"/>
                </a:lnTo>
                <a:lnTo>
                  <a:pt x="20" y="2072"/>
                </a:lnTo>
                <a:moveTo>
                  <a:pt x="20" y="2187"/>
                </a:moveTo>
                <a:lnTo>
                  <a:pt x="20" y="2244"/>
                </a:lnTo>
                <a:lnTo>
                  <a:pt x="20" y="2254"/>
                </a:lnTo>
                <a:lnTo>
                  <a:pt x="0" y="2254"/>
                </a:lnTo>
                <a:lnTo>
                  <a:pt x="0" y="2244"/>
                </a:lnTo>
                <a:lnTo>
                  <a:pt x="0" y="2177"/>
                </a:lnTo>
                <a:lnTo>
                  <a:pt x="20" y="2177"/>
                </a:lnTo>
                <a:lnTo>
                  <a:pt x="20" y="2187"/>
                </a:lnTo>
                <a:moveTo>
                  <a:pt x="20" y="2301"/>
                </a:moveTo>
                <a:lnTo>
                  <a:pt x="20" y="2359"/>
                </a:lnTo>
                <a:lnTo>
                  <a:pt x="20" y="2368"/>
                </a:lnTo>
                <a:lnTo>
                  <a:pt x="0" y="2368"/>
                </a:lnTo>
                <a:lnTo>
                  <a:pt x="0" y="2359"/>
                </a:lnTo>
                <a:lnTo>
                  <a:pt x="0" y="2292"/>
                </a:lnTo>
                <a:lnTo>
                  <a:pt x="20" y="2292"/>
                </a:lnTo>
                <a:lnTo>
                  <a:pt x="20" y="2301"/>
                </a:lnTo>
                <a:moveTo>
                  <a:pt x="20" y="2416"/>
                </a:moveTo>
                <a:lnTo>
                  <a:pt x="20" y="2454"/>
                </a:lnTo>
                <a:lnTo>
                  <a:pt x="0" y="2454"/>
                </a:lnTo>
                <a:lnTo>
                  <a:pt x="0" y="2406"/>
                </a:lnTo>
                <a:lnTo>
                  <a:pt x="20" y="2406"/>
                </a:lnTo>
                <a:lnTo>
                  <a:pt x="20" y="2416"/>
                </a:lnTo>
                <a:close/>
              </a:path>
            </a:pathLst>
          </a:custGeom>
          <a:solidFill>
            <a:srgbClr val="FF8C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9" name=""/>
          <p:cNvSpPr/>
          <p:nvPr/>
        </p:nvSpPr>
        <p:spPr>
          <a:xfrm>
            <a:off x="1574640" y="5798160"/>
            <a:ext cx="0" cy="1031040"/>
          </a:xfrm>
          <a:prstGeom prst="line">
            <a:avLst/>
          </a:prstGeom>
          <a:ln cap="sq" w="6840">
            <a:solidFill>
              <a:srgbClr val="444444"/>
            </a:solidFill>
            <a:bevel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0" name=""/>
          <p:cNvSpPr/>
          <p:nvPr/>
        </p:nvSpPr>
        <p:spPr>
          <a:xfrm>
            <a:off x="8667360" y="5798160"/>
            <a:ext cx="360" cy="1031040"/>
          </a:xfrm>
          <a:custGeom>
            <a:avLst/>
            <a:gdLst/>
            <a:ahLst/>
            <a:rect l="0" t="0" r="r" b="b"/>
            <a:pathLst>
              <a:path w="1" h="2864">
                <a:moveTo>
                  <a:pt x="0" y="0"/>
                </a:moveTo>
                <a:lnTo>
                  <a:pt x="1" y="0"/>
                </a:lnTo>
                <a:lnTo>
                  <a:pt x="1" y="2864"/>
                </a:lnTo>
                <a:lnTo>
                  <a:pt x="0" y="2864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1" name=""/>
          <p:cNvSpPr txBox="1"/>
          <p:nvPr/>
        </p:nvSpPr>
        <p:spPr>
          <a:xfrm>
            <a:off x="1595520" y="6616800"/>
            <a:ext cx="34200" cy="38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" b="0" u="none" strike="noStrike">
                <a:solidFill>
                  <a:srgbClr val="555555"/>
                </a:solidFill>
                <a:effectLst/>
                <a:uFillTx/>
                <a:latin typeface="Times New Roman"/>
                <a:ea typeface="Times New Roman"/>
              </a:rPr>
              <a:t>75</a:t>
            </a:r>
            <a:endParaRPr lang="en-US" sz="2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6" name=""/>
          <p:cNvSpPr/>
          <p:nvPr/>
        </p:nvSpPr>
        <p:spPr>
          <a:xfrm>
            <a:off x="475920" y="733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7" name=""/>
          <p:cNvSpPr/>
          <p:nvPr/>
        </p:nvSpPr>
        <p:spPr>
          <a:xfrm>
            <a:off x="475920" y="904680"/>
            <a:ext cx="7810920" cy="5791680"/>
          </a:xfrm>
          <a:custGeom>
            <a:avLst/>
            <a:gdLst/>
            <a:ahLst/>
            <a:rect l="0" t="0" r="r" b="b"/>
            <a:pathLst>
              <a:path w="21697" h="16088">
                <a:moveTo>
                  <a:pt x="0" y="0"/>
                </a:moveTo>
                <a:lnTo>
                  <a:pt x="21697" y="0"/>
                </a:lnTo>
                <a:lnTo>
                  <a:pt x="21697" y="16088"/>
                </a:lnTo>
                <a:lnTo>
                  <a:pt x="0" y="16088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88" name=""/>
          <p:cNvSpPr txBox="1"/>
          <p:nvPr/>
        </p:nvSpPr>
        <p:spPr>
          <a:xfrm>
            <a:off x="476280" y="388800"/>
            <a:ext cx="37533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Priority Boost Distribution Chart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9" name=""/>
          <p:cNvSpPr txBox="1"/>
          <p:nvPr/>
        </p:nvSpPr>
        <p:spPr>
          <a:xfrm>
            <a:off x="628560" y="993600"/>
            <a:ext cx="259416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E0E0E0"/>
                </a:solidFill>
                <a:effectLst/>
                <a:uFillTx/>
                <a:latin typeface="Arial"/>
                <a:ea typeface="Arial"/>
              </a:rPr>
              <a:t>IL[150] — Priority Boost (base 2→peak 4)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0" name=""/>
          <p:cNvSpPr/>
          <p:nvPr/>
        </p:nvSpPr>
        <p:spPr>
          <a:xfrm>
            <a:off x="475920" y="1323720"/>
            <a:ext cx="7810920" cy="5372640"/>
          </a:xfrm>
          <a:custGeom>
            <a:avLst/>
            <a:gdLst/>
            <a:ahLst/>
            <a:rect l="0" t="0" r="r" b="b"/>
            <a:pathLst>
              <a:path w="21697" h="14924">
                <a:moveTo>
                  <a:pt x="0" y="0"/>
                </a:moveTo>
                <a:lnTo>
                  <a:pt x="21697" y="0"/>
                </a:lnTo>
                <a:lnTo>
                  <a:pt x="21697" y="14924"/>
                </a:lnTo>
                <a:lnTo>
                  <a:pt x="0" y="14924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1" name=""/>
          <p:cNvSpPr/>
          <p:nvPr/>
        </p:nvSpPr>
        <p:spPr>
          <a:xfrm>
            <a:off x="1161720" y="147636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2" name=""/>
          <p:cNvSpPr/>
          <p:nvPr/>
        </p:nvSpPr>
        <p:spPr>
          <a:xfrm>
            <a:off x="1161720" y="211896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3" name=""/>
          <p:cNvSpPr/>
          <p:nvPr/>
        </p:nvSpPr>
        <p:spPr>
          <a:xfrm>
            <a:off x="1161720" y="276192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4" name=""/>
          <p:cNvSpPr/>
          <p:nvPr/>
        </p:nvSpPr>
        <p:spPr>
          <a:xfrm>
            <a:off x="1161720" y="340488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5" name=""/>
          <p:cNvSpPr/>
          <p:nvPr/>
        </p:nvSpPr>
        <p:spPr>
          <a:xfrm>
            <a:off x="1161720" y="4047840"/>
            <a:ext cx="6724800" cy="0"/>
          </a:xfrm>
          <a:prstGeom prst="line">
            <a:avLst/>
          </a:prstGeom>
          <a:ln w="936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6" name=""/>
          <p:cNvSpPr/>
          <p:nvPr/>
        </p:nvSpPr>
        <p:spPr>
          <a:xfrm>
            <a:off x="1161720" y="1476360"/>
            <a:ext cx="0" cy="257148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7" name=""/>
          <p:cNvSpPr/>
          <p:nvPr/>
        </p:nvSpPr>
        <p:spPr>
          <a:xfrm>
            <a:off x="1161720" y="4047840"/>
            <a:ext cx="6724800" cy="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8" name=""/>
          <p:cNvSpPr txBox="1"/>
          <p:nvPr/>
        </p:nvSpPr>
        <p:spPr>
          <a:xfrm>
            <a:off x="628560" y="1180800"/>
            <a:ext cx="596988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Scatter: x = boost episode end time, y = boosted duration (red = L/M/H or mutex inherit) · Histogram: distribution of boost durations · 1 points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9" name=""/>
          <p:cNvSpPr txBox="1"/>
          <p:nvPr/>
        </p:nvSpPr>
        <p:spPr>
          <a:xfrm>
            <a:off x="627120" y="14259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3.956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0" name=""/>
          <p:cNvSpPr txBox="1"/>
          <p:nvPr/>
        </p:nvSpPr>
        <p:spPr>
          <a:xfrm>
            <a:off x="627120" y="206892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2.967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1" name=""/>
          <p:cNvSpPr txBox="1"/>
          <p:nvPr/>
        </p:nvSpPr>
        <p:spPr>
          <a:xfrm>
            <a:off x="627120" y="271188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1.978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2" name=""/>
          <p:cNvSpPr txBox="1"/>
          <p:nvPr/>
        </p:nvSpPr>
        <p:spPr>
          <a:xfrm>
            <a:off x="741600" y="3354840"/>
            <a:ext cx="34740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989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3" name=""/>
          <p:cNvSpPr txBox="1"/>
          <p:nvPr/>
        </p:nvSpPr>
        <p:spPr>
          <a:xfrm>
            <a:off x="856440" y="3997800"/>
            <a:ext cx="23184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 µs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4" name=""/>
          <p:cNvSpPr txBox="1"/>
          <p:nvPr/>
        </p:nvSpPr>
        <p:spPr>
          <a:xfrm>
            <a:off x="875160" y="4188240"/>
            <a:ext cx="578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707.222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5" name=""/>
          <p:cNvSpPr txBox="1"/>
          <p:nvPr/>
        </p:nvSpPr>
        <p:spPr>
          <a:xfrm>
            <a:off x="7599960" y="4188240"/>
            <a:ext cx="578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707.223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6" name=""/>
          <p:cNvSpPr txBox="1"/>
          <p:nvPr/>
        </p:nvSpPr>
        <p:spPr>
          <a:xfrm>
            <a:off x="7599960" y="4188240"/>
            <a:ext cx="5788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707.223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7" name=""/>
          <p:cNvSpPr txBox="1"/>
          <p:nvPr/>
        </p:nvSpPr>
        <p:spPr>
          <a:xfrm>
            <a:off x="4267080" y="4258080"/>
            <a:ext cx="2343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Time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8" name=""/>
          <p:cNvSpPr/>
          <p:nvPr/>
        </p:nvSpPr>
        <p:spPr>
          <a:xfrm>
            <a:off x="1161720" y="1471320"/>
            <a:ext cx="6706080" cy="10080"/>
          </a:xfrm>
          <a:custGeom>
            <a:avLst/>
            <a:gdLst/>
            <a:ahLst/>
            <a:rect l="0" t="0" r="r" b="b"/>
            <a:pathLst>
              <a:path w="18628" h="28">
                <a:moveTo>
                  <a:pt x="0" y="0"/>
                </a:moveTo>
                <a:lnTo>
                  <a:pt x="106" y="0"/>
                </a:lnTo>
                <a:lnTo>
                  <a:pt x="106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91" y="0"/>
                </a:lnTo>
                <a:lnTo>
                  <a:pt x="291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77" y="0"/>
                </a:lnTo>
                <a:lnTo>
                  <a:pt x="477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62" y="0"/>
                </a:lnTo>
                <a:lnTo>
                  <a:pt x="662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47" y="0"/>
                </a:lnTo>
                <a:lnTo>
                  <a:pt x="847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32" y="0"/>
                </a:lnTo>
                <a:lnTo>
                  <a:pt x="1032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217" y="0"/>
                </a:lnTo>
                <a:lnTo>
                  <a:pt x="1217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403" y="0"/>
                </a:lnTo>
                <a:lnTo>
                  <a:pt x="1403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88" y="0"/>
                </a:lnTo>
                <a:lnTo>
                  <a:pt x="1588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73" y="0"/>
                </a:lnTo>
                <a:lnTo>
                  <a:pt x="1773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58" y="0"/>
                </a:lnTo>
                <a:lnTo>
                  <a:pt x="1958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44" y="0"/>
                </a:lnTo>
                <a:lnTo>
                  <a:pt x="2144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29" y="0"/>
                </a:lnTo>
                <a:lnTo>
                  <a:pt x="2329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514" y="0"/>
                </a:lnTo>
                <a:lnTo>
                  <a:pt x="2514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99" y="0"/>
                </a:lnTo>
                <a:lnTo>
                  <a:pt x="2699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84" y="0"/>
                </a:lnTo>
                <a:lnTo>
                  <a:pt x="2884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70" y="0"/>
                </a:lnTo>
                <a:lnTo>
                  <a:pt x="3070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55" y="0"/>
                </a:lnTo>
                <a:lnTo>
                  <a:pt x="3255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40" y="0"/>
                </a:lnTo>
                <a:lnTo>
                  <a:pt x="3440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625" y="0"/>
                </a:lnTo>
                <a:lnTo>
                  <a:pt x="3625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810" y="0"/>
                </a:lnTo>
                <a:lnTo>
                  <a:pt x="3810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96" y="0"/>
                </a:lnTo>
                <a:lnTo>
                  <a:pt x="3996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81" y="0"/>
                </a:lnTo>
                <a:lnTo>
                  <a:pt x="4181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66" y="0"/>
                </a:lnTo>
                <a:lnTo>
                  <a:pt x="4366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51" y="0"/>
                </a:lnTo>
                <a:lnTo>
                  <a:pt x="4551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36" y="0"/>
                </a:lnTo>
                <a:lnTo>
                  <a:pt x="4736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922" y="0"/>
                </a:lnTo>
                <a:lnTo>
                  <a:pt x="4922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107" y="0"/>
                </a:lnTo>
                <a:lnTo>
                  <a:pt x="5107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92" y="0"/>
                </a:lnTo>
                <a:lnTo>
                  <a:pt x="5292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77" y="0"/>
                </a:lnTo>
                <a:lnTo>
                  <a:pt x="5477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62" y="0"/>
                </a:lnTo>
                <a:lnTo>
                  <a:pt x="5662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48" y="0"/>
                </a:lnTo>
                <a:lnTo>
                  <a:pt x="5848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33" y="0"/>
                </a:lnTo>
                <a:lnTo>
                  <a:pt x="6033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219" y="0"/>
                </a:lnTo>
                <a:lnTo>
                  <a:pt x="6219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404" y="0"/>
                </a:lnTo>
                <a:lnTo>
                  <a:pt x="6404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90" y="0"/>
                </a:lnTo>
                <a:lnTo>
                  <a:pt x="6590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75" y="0"/>
                </a:lnTo>
                <a:lnTo>
                  <a:pt x="6775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60" y="0"/>
                </a:lnTo>
                <a:lnTo>
                  <a:pt x="6960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45" y="0"/>
                </a:lnTo>
                <a:lnTo>
                  <a:pt x="7145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30" y="0"/>
                </a:lnTo>
                <a:lnTo>
                  <a:pt x="7330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516" y="0"/>
                </a:lnTo>
                <a:lnTo>
                  <a:pt x="7516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701" y="0"/>
                </a:lnTo>
                <a:lnTo>
                  <a:pt x="7701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86" y="0"/>
                </a:lnTo>
                <a:lnTo>
                  <a:pt x="7886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71" y="0"/>
                </a:lnTo>
                <a:lnTo>
                  <a:pt x="8071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56" y="0"/>
                </a:lnTo>
                <a:lnTo>
                  <a:pt x="8256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42" y="0"/>
                </a:lnTo>
                <a:lnTo>
                  <a:pt x="8442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27" y="0"/>
                </a:lnTo>
                <a:lnTo>
                  <a:pt x="8627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812" y="0"/>
                </a:lnTo>
                <a:lnTo>
                  <a:pt x="8812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97" y="0"/>
                </a:lnTo>
                <a:lnTo>
                  <a:pt x="8997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82" y="0"/>
                </a:lnTo>
                <a:lnTo>
                  <a:pt x="9182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68" y="0"/>
                </a:lnTo>
                <a:lnTo>
                  <a:pt x="9368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53" y="0"/>
                </a:lnTo>
                <a:lnTo>
                  <a:pt x="9553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38" y="0"/>
                </a:lnTo>
                <a:lnTo>
                  <a:pt x="9738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923" y="0"/>
                </a:lnTo>
                <a:lnTo>
                  <a:pt x="9923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108" y="0"/>
                </a:lnTo>
                <a:lnTo>
                  <a:pt x="10108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94" y="0"/>
                </a:lnTo>
                <a:lnTo>
                  <a:pt x="10294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79" y="0"/>
                </a:lnTo>
                <a:lnTo>
                  <a:pt x="10479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64" y="0"/>
                </a:lnTo>
                <a:lnTo>
                  <a:pt x="10664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49" y="0"/>
                </a:lnTo>
                <a:lnTo>
                  <a:pt x="10849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35" y="0"/>
                </a:lnTo>
                <a:lnTo>
                  <a:pt x="11035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220" y="0"/>
                </a:lnTo>
                <a:lnTo>
                  <a:pt x="11220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405" y="0"/>
                </a:lnTo>
                <a:lnTo>
                  <a:pt x="11405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90" y="0"/>
                </a:lnTo>
                <a:lnTo>
                  <a:pt x="11590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75" y="0"/>
                </a:lnTo>
                <a:lnTo>
                  <a:pt x="11775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61" y="0"/>
                </a:lnTo>
                <a:lnTo>
                  <a:pt x="11961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46" y="0"/>
                </a:lnTo>
                <a:lnTo>
                  <a:pt x="12146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31" y="0"/>
                </a:lnTo>
                <a:lnTo>
                  <a:pt x="12331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516" y="0"/>
                </a:lnTo>
                <a:lnTo>
                  <a:pt x="12516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701" y="0"/>
                </a:lnTo>
                <a:lnTo>
                  <a:pt x="12701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87" y="0"/>
                </a:lnTo>
                <a:lnTo>
                  <a:pt x="12887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72" y="0"/>
                </a:lnTo>
                <a:lnTo>
                  <a:pt x="13072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57" y="0"/>
                </a:lnTo>
                <a:lnTo>
                  <a:pt x="13257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42" y="0"/>
                </a:lnTo>
                <a:lnTo>
                  <a:pt x="13442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27" y="0"/>
                </a:lnTo>
                <a:lnTo>
                  <a:pt x="13627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813" y="0"/>
                </a:lnTo>
                <a:lnTo>
                  <a:pt x="13813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98" y="0"/>
                </a:lnTo>
                <a:lnTo>
                  <a:pt x="13998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83" y="0"/>
                </a:lnTo>
                <a:lnTo>
                  <a:pt x="14183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68" y="0"/>
                </a:lnTo>
                <a:lnTo>
                  <a:pt x="14368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53" y="0"/>
                </a:lnTo>
                <a:lnTo>
                  <a:pt x="14553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39" y="0"/>
                </a:lnTo>
                <a:lnTo>
                  <a:pt x="14739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924" y="0"/>
                </a:lnTo>
                <a:lnTo>
                  <a:pt x="14924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109" y="0"/>
                </a:lnTo>
                <a:lnTo>
                  <a:pt x="15109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94" y="0"/>
                </a:lnTo>
                <a:lnTo>
                  <a:pt x="15294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80" y="0"/>
                </a:lnTo>
                <a:lnTo>
                  <a:pt x="15480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65" y="0"/>
                </a:lnTo>
                <a:lnTo>
                  <a:pt x="15665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50" y="0"/>
                </a:lnTo>
                <a:lnTo>
                  <a:pt x="15850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35" y="0"/>
                </a:lnTo>
                <a:lnTo>
                  <a:pt x="16035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220" y="0"/>
                </a:lnTo>
                <a:lnTo>
                  <a:pt x="16220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406" y="0"/>
                </a:lnTo>
                <a:lnTo>
                  <a:pt x="16406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91" y="0"/>
                </a:lnTo>
                <a:lnTo>
                  <a:pt x="16591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76" y="0"/>
                </a:lnTo>
                <a:lnTo>
                  <a:pt x="16776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61" y="0"/>
                </a:lnTo>
                <a:lnTo>
                  <a:pt x="16961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46" y="0"/>
                </a:lnTo>
                <a:lnTo>
                  <a:pt x="17146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32" y="0"/>
                </a:lnTo>
                <a:lnTo>
                  <a:pt x="17332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517" y="0"/>
                </a:lnTo>
                <a:lnTo>
                  <a:pt x="17517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702" y="0"/>
                </a:lnTo>
                <a:lnTo>
                  <a:pt x="17702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87" y="0"/>
                </a:lnTo>
                <a:lnTo>
                  <a:pt x="17887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72" y="0"/>
                </a:lnTo>
                <a:lnTo>
                  <a:pt x="18072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58" y="0"/>
                </a:lnTo>
                <a:lnTo>
                  <a:pt x="18258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43" y="0"/>
                </a:lnTo>
                <a:lnTo>
                  <a:pt x="18443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28" y="0"/>
                </a:lnTo>
                <a:lnTo>
                  <a:pt x="18628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CE93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9" name=""/>
          <p:cNvSpPr txBox="1"/>
          <p:nvPr/>
        </p:nvSpPr>
        <p:spPr>
          <a:xfrm rot="16200000">
            <a:off x="374400" y="2787840"/>
            <a:ext cx="3981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Duration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0" name=""/>
          <p:cNvSpPr/>
          <p:nvPr/>
        </p:nvSpPr>
        <p:spPr>
          <a:xfrm>
            <a:off x="1161720" y="1471320"/>
            <a:ext cx="6706080" cy="10080"/>
          </a:xfrm>
          <a:custGeom>
            <a:avLst/>
            <a:gdLst/>
            <a:ahLst/>
            <a:rect l="0" t="0" r="r" b="b"/>
            <a:pathLst>
              <a:path w="18628" h="28">
                <a:moveTo>
                  <a:pt x="0" y="0"/>
                </a:moveTo>
                <a:lnTo>
                  <a:pt x="106" y="0"/>
                </a:lnTo>
                <a:lnTo>
                  <a:pt x="106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91" y="0"/>
                </a:lnTo>
                <a:lnTo>
                  <a:pt x="291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77" y="0"/>
                </a:lnTo>
                <a:lnTo>
                  <a:pt x="477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62" y="0"/>
                </a:lnTo>
                <a:lnTo>
                  <a:pt x="662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47" y="0"/>
                </a:lnTo>
                <a:lnTo>
                  <a:pt x="847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32" y="0"/>
                </a:lnTo>
                <a:lnTo>
                  <a:pt x="1032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217" y="0"/>
                </a:lnTo>
                <a:lnTo>
                  <a:pt x="1217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403" y="0"/>
                </a:lnTo>
                <a:lnTo>
                  <a:pt x="1403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88" y="0"/>
                </a:lnTo>
                <a:lnTo>
                  <a:pt x="1588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73" y="0"/>
                </a:lnTo>
                <a:lnTo>
                  <a:pt x="1773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58" y="0"/>
                </a:lnTo>
                <a:lnTo>
                  <a:pt x="1958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44" y="0"/>
                </a:lnTo>
                <a:lnTo>
                  <a:pt x="2144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29" y="0"/>
                </a:lnTo>
                <a:lnTo>
                  <a:pt x="2329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514" y="0"/>
                </a:lnTo>
                <a:lnTo>
                  <a:pt x="2514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99" y="0"/>
                </a:lnTo>
                <a:lnTo>
                  <a:pt x="2699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84" y="0"/>
                </a:lnTo>
                <a:lnTo>
                  <a:pt x="2884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70" y="0"/>
                </a:lnTo>
                <a:lnTo>
                  <a:pt x="3070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55" y="0"/>
                </a:lnTo>
                <a:lnTo>
                  <a:pt x="3255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40" y="0"/>
                </a:lnTo>
                <a:lnTo>
                  <a:pt x="3440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625" y="0"/>
                </a:lnTo>
                <a:lnTo>
                  <a:pt x="3625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810" y="0"/>
                </a:lnTo>
                <a:lnTo>
                  <a:pt x="3810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96" y="0"/>
                </a:lnTo>
                <a:lnTo>
                  <a:pt x="3996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81" y="0"/>
                </a:lnTo>
                <a:lnTo>
                  <a:pt x="4181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66" y="0"/>
                </a:lnTo>
                <a:lnTo>
                  <a:pt x="4366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51" y="0"/>
                </a:lnTo>
                <a:lnTo>
                  <a:pt x="4551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36" y="0"/>
                </a:lnTo>
                <a:lnTo>
                  <a:pt x="4736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922" y="0"/>
                </a:lnTo>
                <a:lnTo>
                  <a:pt x="4922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107" y="0"/>
                </a:lnTo>
                <a:lnTo>
                  <a:pt x="5107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92" y="0"/>
                </a:lnTo>
                <a:lnTo>
                  <a:pt x="5292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77" y="0"/>
                </a:lnTo>
                <a:lnTo>
                  <a:pt x="5477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62" y="0"/>
                </a:lnTo>
                <a:lnTo>
                  <a:pt x="5662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48" y="0"/>
                </a:lnTo>
                <a:lnTo>
                  <a:pt x="5848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33" y="0"/>
                </a:lnTo>
                <a:lnTo>
                  <a:pt x="6033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219" y="0"/>
                </a:lnTo>
                <a:lnTo>
                  <a:pt x="6219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404" y="0"/>
                </a:lnTo>
                <a:lnTo>
                  <a:pt x="6404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90" y="0"/>
                </a:lnTo>
                <a:lnTo>
                  <a:pt x="6590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75" y="0"/>
                </a:lnTo>
                <a:lnTo>
                  <a:pt x="6775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60" y="0"/>
                </a:lnTo>
                <a:lnTo>
                  <a:pt x="6960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45" y="0"/>
                </a:lnTo>
                <a:lnTo>
                  <a:pt x="7145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30" y="0"/>
                </a:lnTo>
                <a:lnTo>
                  <a:pt x="7330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516" y="0"/>
                </a:lnTo>
                <a:lnTo>
                  <a:pt x="7516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701" y="0"/>
                </a:lnTo>
                <a:lnTo>
                  <a:pt x="7701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86" y="0"/>
                </a:lnTo>
                <a:lnTo>
                  <a:pt x="7886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71" y="0"/>
                </a:lnTo>
                <a:lnTo>
                  <a:pt x="8071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56" y="0"/>
                </a:lnTo>
                <a:lnTo>
                  <a:pt x="8256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42" y="0"/>
                </a:lnTo>
                <a:lnTo>
                  <a:pt x="8442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27" y="0"/>
                </a:lnTo>
                <a:lnTo>
                  <a:pt x="8627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812" y="0"/>
                </a:lnTo>
                <a:lnTo>
                  <a:pt x="8812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97" y="0"/>
                </a:lnTo>
                <a:lnTo>
                  <a:pt x="8997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82" y="0"/>
                </a:lnTo>
                <a:lnTo>
                  <a:pt x="9182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68" y="0"/>
                </a:lnTo>
                <a:lnTo>
                  <a:pt x="9368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53" y="0"/>
                </a:lnTo>
                <a:lnTo>
                  <a:pt x="9553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38" y="0"/>
                </a:lnTo>
                <a:lnTo>
                  <a:pt x="9738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923" y="0"/>
                </a:lnTo>
                <a:lnTo>
                  <a:pt x="9923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108" y="0"/>
                </a:lnTo>
                <a:lnTo>
                  <a:pt x="10108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94" y="0"/>
                </a:lnTo>
                <a:lnTo>
                  <a:pt x="10294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79" y="0"/>
                </a:lnTo>
                <a:lnTo>
                  <a:pt x="10479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64" y="0"/>
                </a:lnTo>
                <a:lnTo>
                  <a:pt x="10664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49" y="0"/>
                </a:lnTo>
                <a:lnTo>
                  <a:pt x="10849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35" y="0"/>
                </a:lnTo>
                <a:lnTo>
                  <a:pt x="11035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220" y="0"/>
                </a:lnTo>
                <a:lnTo>
                  <a:pt x="11220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405" y="0"/>
                </a:lnTo>
                <a:lnTo>
                  <a:pt x="11405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90" y="0"/>
                </a:lnTo>
                <a:lnTo>
                  <a:pt x="11590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75" y="0"/>
                </a:lnTo>
                <a:lnTo>
                  <a:pt x="11775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61" y="0"/>
                </a:lnTo>
                <a:lnTo>
                  <a:pt x="11961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46" y="0"/>
                </a:lnTo>
                <a:lnTo>
                  <a:pt x="12146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31" y="0"/>
                </a:lnTo>
                <a:lnTo>
                  <a:pt x="12331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516" y="0"/>
                </a:lnTo>
                <a:lnTo>
                  <a:pt x="12516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701" y="0"/>
                </a:lnTo>
                <a:lnTo>
                  <a:pt x="12701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87" y="0"/>
                </a:lnTo>
                <a:lnTo>
                  <a:pt x="12887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72" y="0"/>
                </a:lnTo>
                <a:lnTo>
                  <a:pt x="13072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57" y="0"/>
                </a:lnTo>
                <a:lnTo>
                  <a:pt x="13257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42" y="0"/>
                </a:lnTo>
                <a:lnTo>
                  <a:pt x="13442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27" y="0"/>
                </a:lnTo>
                <a:lnTo>
                  <a:pt x="13627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813" y="0"/>
                </a:lnTo>
                <a:lnTo>
                  <a:pt x="13813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98" y="0"/>
                </a:lnTo>
                <a:lnTo>
                  <a:pt x="13998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83" y="0"/>
                </a:lnTo>
                <a:lnTo>
                  <a:pt x="14183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68" y="0"/>
                </a:lnTo>
                <a:lnTo>
                  <a:pt x="14368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53" y="0"/>
                </a:lnTo>
                <a:lnTo>
                  <a:pt x="14553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39" y="0"/>
                </a:lnTo>
                <a:lnTo>
                  <a:pt x="14739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924" y="0"/>
                </a:lnTo>
                <a:lnTo>
                  <a:pt x="14924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109" y="0"/>
                </a:lnTo>
                <a:lnTo>
                  <a:pt x="15109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94" y="0"/>
                </a:lnTo>
                <a:lnTo>
                  <a:pt x="15294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80" y="0"/>
                </a:lnTo>
                <a:lnTo>
                  <a:pt x="15480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65" y="0"/>
                </a:lnTo>
                <a:lnTo>
                  <a:pt x="15665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50" y="0"/>
                </a:lnTo>
                <a:lnTo>
                  <a:pt x="15850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35" y="0"/>
                </a:lnTo>
                <a:lnTo>
                  <a:pt x="16035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220" y="0"/>
                </a:lnTo>
                <a:lnTo>
                  <a:pt x="16220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406" y="0"/>
                </a:lnTo>
                <a:lnTo>
                  <a:pt x="16406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91" y="0"/>
                </a:lnTo>
                <a:lnTo>
                  <a:pt x="16591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76" y="0"/>
                </a:lnTo>
                <a:lnTo>
                  <a:pt x="16776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61" y="0"/>
                </a:lnTo>
                <a:lnTo>
                  <a:pt x="16961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46" y="0"/>
                </a:lnTo>
                <a:lnTo>
                  <a:pt x="17146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32" y="0"/>
                </a:lnTo>
                <a:lnTo>
                  <a:pt x="17332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517" y="0"/>
                </a:lnTo>
                <a:lnTo>
                  <a:pt x="17517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702" y="0"/>
                </a:lnTo>
                <a:lnTo>
                  <a:pt x="17702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87" y="0"/>
                </a:lnTo>
                <a:lnTo>
                  <a:pt x="17887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72" y="0"/>
                </a:lnTo>
                <a:lnTo>
                  <a:pt x="18072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58" y="0"/>
                </a:lnTo>
                <a:lnTo>
                  <a:pt x="18258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43" y="0"/>
                </a:lnTo>
                <a:lnTo>
                  <a:pt x="18443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28" y="0"/>
                </a:lnTo>
                <a:lnTo>
                  <a:pt x="18628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4CAF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1" name=""/>
          <p:cNvSpPr txBox="1"/>
          <p:nvPr/>
        </p:nvSpPr>
        <p:spPr>
          <a:xfrm>
            <a:off x="7943760" y="143496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CE93D8"/>
                </a:solidFill>
                <a:effectLst/>
                <a:uFillTx/>
                <a:latin typeface="DejaVuSansMono"/>
                <a:ea typeface="DejaVuSansMono"/>
              </a:rPr>
              <a:t>avg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2" name=""/>
          <p:cNvSpPr/>
          <p:nvPr/>
        </p:nvSpPr>
        <p:spPr>
          <a:xfrm>
            <a:off x="1161720" y="1471320"/>
            <a:ext cx="6706080" cy="10080"/>
          </a:xfrm>
          <a:custGeom>
            <a:avLst/>
            <a:gdLst/>
            <a:ahLst/>
            <a:rect l="0" t="0" r="r" b="b"/>
            <a:pathLst>
              <a:path w="18628" h="28">
                <a:moveTo>
                  <a:pt x="0" y="0"/>
                </a:moveTo>
                <a:lnTo>
                  <a:pt x="106" y="0"/>
                </a:lnTo>
                <a:lnTo>
                  <a:pt x="106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91" y="0"/>
                </a:lnTo>
                <a:lnTo>
                  <a:pt x="291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77" y="0"/>
                </a:lnTo>
                <a:lnTo>
                  <a:pt x="477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62" y="0"/>
                </a:lnTo>
                <a:lnTo>
                  <a:pt x="662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47" y="0"/>
                </a:lnTo>
                <a:lnTo>
                  <a:pt x="847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32" y="0"/>
                </a:lnTo>
                <a:lnTo>
                  <a:pt x="1032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217" y="0"/>
                </a:lnTo>
                <a:lnTo>
                  <a:pt x="1217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403" y="0"/>
                </a:lnTo>
                <a:lnTo>
                  <a:pt x="1403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88" y="0"/>
                </a:lnTo>
                <a:lnTo>
                  <a:pt x="1588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73" y="0"/>
                </a:lnTo>
                <a:lnTo>
                  <a:pt x="1773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58" y="0"/>
                </a:lnTo>
                <a:lnTo>
                  <a:pt x="1958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44" y="0"/>
                </a:lnTo>
                <a:lnTo>
                  <a:pt x="2144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29" y="0"/>
                </a:lnTo>
                <a:lnTo>
                  <a:pt x="2329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514" y="0"/>
                </a:lnTo>
                <a:lnTo>
                  <a:pt x="2514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99" y="0"/>
                </a:lnTo>
                <a:lnTo>
                  <a:pt x="2699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84" y="0"/>
                </a:lnTo>
                <a:lnTo>
                  <a:pt x="2884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70" y="0"/>
                </a:lnTo>
                <a:lnTo>
                  <a:pt x="3070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55" y="0"/>
                </a:lnTo>
                <a:lnTo>
                  <a:pt x="3255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40" y="0"/>
                </a:lnTo>
                <a:lnTo>
                  <a:pt x="3440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625" y="0"/>
                </a:lnTo>
                <a:lnTo>
                  <a:pt x="3625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810" y="0"/>
                </a:lnTo>
                <a:lnTo>
                  <a:pt x="3810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96" y="0"/>
                </a:lnTo>
                <a:lnTo>
                  <a:pt x="3996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81" y="0"/>
                </a:lnTo>
                <a:lnTo>
                  <a:pt x="4181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66" y="0"/>
                </a:lnTo>
                <a:lnTo>
                  <a:pt x="4366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51" y="0"/>
                </a:lnTo>
                <a:lnTo>
                  <a:pt x="4551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36" y="0"/>
                </a:lnTo>
                <a:lnTo>
                  <a:pt x="4736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922" y="0"/>
                </a:lnTo>
                <a:lnTo>
                  <a:pt x="4922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107" y="0"/>
                </a:lnTo>
                <a:lnTo>
                  <a:pt x="5107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92" y="0"/>
                </a:lnTo>
                <a:lnTo>
                  <a:pt x="5292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77" y="0"/>
                </a:lnTo>
                <a:lnTo>
                  <a:pt x="5477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62" y="0"/>
                </a:lnTo>
                <a:lnTo>
                  <a:pt x="5662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48" y="0"/>
                </a:lnTo>
                <a:lnTo>
                  <a:pt x="5848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33" y="0"/>
                </a:lnTo>
                <a:lnTo>
                  <a:pt x="6033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219" y="0"/>
                </a:lnTo>
                <a:lnTo>
                  <a:pt x="6219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404" y="0"/>
                </a:lnTo>
                <a:lnTo>
                  <a:pt x="6404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90" y="0"/>
                </a:lnTo>
                <a:lnTo>
                  <a:pt x="6590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75" y="0"/>
                </a:lnTo>
                <a:lnTo>
                  <a:pt x="6775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60" y="0"/>
                </a:lnTo>
                <a:lnTo>
                  <a:pt x="6960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45" y="0"/>
                </a:lnTo>
                <a:lnTo>
                  <a:pt x="7145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30" y="0"/>
                </a:lnTo>
                <a:lnTo>
                  <a:pt x="7330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516" y="0"/>
                </a:lnTo>
                <a:lnTo>
                  <a:pt x="7516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701" y="0"/>
                </a:lnTo>
                <a:lnTo>
                  <a:pt x="7701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86" y="0"/>
                </a:lnTo>
                <a:lnTo>
                  <a:pt x="7886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71" y="0"/>
                </a:lnTo>
                <a:lnTo>
                  <a:pt x="8071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56" y="0"/>
                </a:lnTo>
                <a:lnTo>
                  <a:pt x="8256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42" y="0"/>
                </a:lnTo>
                <a:lnTo>
                  <a:pt x="8442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27" y="0"/>
                </a:lnTo>
                <a:lnTo>
                  <a:pt x="8627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812" y="0"/>
                </a:lnTo>
                <a:lnTo>
                  <a:pt x="8812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97" y="0"/>
                </a:lnTo>
                <a:lnTo>
                  <a:pt x="8997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82" y="0"/>
                </a:lnTo>
                <a:lnTo>
                  <a:pt x="9182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68" y="0"/>
                </a:lnTo>
                <a:lnTo>
                  <a:pt x="9368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53" y="0"/>
                </a:lnTo>
                <a:lnTo>
                  <a:pt x="9553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38" y="0"/>
                </a:lnTo>
                <a:lnTo>
                  <a:pt x="9738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923" y="0"/>
                </a:lnTo>
                <a:lnTo>
                  <a:pt x="9923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108" y="0"/>
                </a:lnTo>
                <a:lnTo>
                  <a:pt x="10108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94" y="0"/>
                </a:lnTo>
                <a:lnTo>
                  <a:pt x="10294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79" y="0"/>
                </a:lnTo>
                <a:lnTo>
                  <a:pt x="10479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64" y="0"/>
                </a:lnTo>
                <a:lnTo>
                  <a:pt x="10664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49" y="0"/>
                </a:lnTo>
                <a:lnTo>
                  <a:pt x="10849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35" y="0"/>
                </a:lnTo>
                <a:lnTo>
                  <a:pt x="11035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220" y="0"/>
                </a:lnTo>
                <a:lnTo>
                  <a:pt x="11220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405" y="0"/>
                </a:lnTo>
                <a:lnTo>
                  <a:pt x="11405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90" y="0"/>
                </a:lnTo>
                <a:lnTo>
                  <a:pt x="11590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75" y="0"/>
                </a:lnTo>
                <a:lnTo>
                  <a:pt x="11775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61" y="0"/>
                </a:lnTo>
                <a:lnTo>
                  <a:pt x="11961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46" y="0"/>
                </a:lnTo>
                <a:lnTo>
                  <a:pt x="12146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31" y="0"/>
                </a:lnTo>
                <a:lnTo>
                  <a:pt x="12331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516" y="0"/>
                </a:lnTo>
                <a:lnTo>
                  <a:pt x="12516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701" y="0"/>
                </a:lnTo>
                <a:lnTo>
                  <a:pt x="12701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87" y="0"/>
                </a:lnTo>
                <a:lnTo>
                  <a:pt x="12887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72" y="0"/>
                </a:lnTo>
                <a:lnTo>
                  <a:pt x="13072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57" y="0"/>
                </a:lnTo>
                <a:lnTo>
                  <a:pt x="13257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42" y="0"/>
                </a:lnTo>
                <a:lnTo>
                  <a:pt x="13442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27" y="0"/>
                </a:lnTo>
                <a:lnTo>
                  <a:pt x="13627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813" y="0"/>
                </a:lnTo>
                <a:lnTo>
                  <a:pt x="13813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98" y="0"/>
                </a:lnTo>
                <a:lnTo>
                  <a:pt x="13998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83" y="0"/>
                </a:lnTo>
                <a:lnTo>
                  <a:pt x="14183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68" y="0"/>
                </a:lnTo>
                <a:lnTo>
                  <a:pt x="14368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53" y="0"/>
                </a:lnTo>
                <a:lnTo>
                  <a:pt x="14553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39" y="0"/>
                </a:lnTo>
                <a:lnTo>
                  <a:pt x="14739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924" y="0"/>
                </a:lnTo>
                <a:lnTo>
                  <a:pt x="14924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109" y="0"/>
                </a:lnTo>
                <a:lnTo>
                  <a:pt x="15109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94" y="0"/>
                </a:lnTo>
                <a:lnTo>
                  <a:pt x="15294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80" y="0"/>
                </a:lnTo>
                <a:lnTo>
                  <a:pt x="15480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65" y="0"/>
                </a:lnTo>
                <a:lnTo>
                  <a:pt x="15665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50" y="0"/>
                </a:lnTo>
                <a:lnTo>
                  <a:pt x="15850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35" y="0"/>
                </a:lnTo>
                <a:lnTo>
                  <a:pt x="16035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220" y="0"/>
                </a:lnTo>
                <a:lnTo>
                  <a:pt x="16220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406" y="0"/>
                </a:lnTo>
                <a:lnTo>
                  <a:pt x="16406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91" y="0"/>
                </a:lnTo>
                <a:lnTo>
                  <a:pt x="16591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76" y="0"/>
                </a:lnTo>
                <a:lnTo>
                  <a:pt x="16776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61" y="0"/>
                </a:lnTo>
                <a:lnTo>
                  <a:pt x="16961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46" y="0"/>
                </a:lnTo>
                <a:lnTo>
                  <a:pt x="17146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32" y="0"/>
                </a:lnTo>
                <a:lnTo>
                  <a:pt x="17332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517" y="0"/>
                </a:lnTo>
                <a:lnTo>
                  <a:pt x="17517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702" y="0"/>
                </a:lnTo>
                <a:lnTo>
                  <a:pt x="17702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87" y="0"/>
                </a:lnTo>
                <a:lnTo>
                  <a:pt x="17887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72" y="0"/>
                </a:lnTo>
                <a:lnTo>
                  <a:pt x="18072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58" y="0"/>
                </a:lnTo>
                <a:lnTo>
                  <a:pt x="18258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43" y="0"/>
                </a:lnTo>
                <a:lnTo>
                  <a:pt x="18443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28" y="0"/>
                </a:lnTo>
                <a:lnTo>
                  <a:pt x="18628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3" name=""/>
          <p:cNvSpPr txBox="1"/>
          <p:nvPr/>
        </p:nvSpPr>
        <p:spPr>
          <a:xfrm>
            <a:off x="7943760" y="143496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4CAF50"/>
                </a:solidFill>
                <a:effectLst/>
                <a:uFillTx/>
                <a:latin typeface="DejaVuSansMono"/>
                <a:ea typeface="DejaVuSansMono"/>
              </a:rPr>
              <a:t>p50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4" name=""/>
          <p:cNvSpPr/>
          <p:nvPr/>
        </p:nvSpPr>
        <p:spPr>
          <a:xfrm>
            <a:off x="1133280" y="1447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E74C3C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5" name=""/>
          <p:cNvSpPr/>
          <p:nvPr/>
        </p:nvSpPr>
        <p:spPr>
          <a:xfrm>
            <a:off x="475920" y="4448160"/>
            <a:ext cx="7810920" cy="2248200"/>
          </a:xfrm>
          <a:custGeom>
            <a:avLst/>
            <a:gdLst/>
            <a:ahLst/>
            <a:rect l="0" t="0" r="r" b="b"/>
            <a:pathLst>
              <a:path w="21697" h="6245">
                <a:moveTo>
                  <a:pt x="0" y="0"/>
                </a:moveTo>
                <a:lnTo>
                  <a:pt x="21697" y="0"/>
                </a:lnTo>
                <a:lnTo>
                  <a:pt x="21697" y="6245"/>
                </a:lnTo>
                <a:lnTo>
                  <a:pt x="0" y="6245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6" name=""/>
          <p:cNvSpPr/>
          <p:nvPr/>
        </p:nvSpPr>
        <p:spPr>
          <a:xfrm>
            <a:off x="1161720" y="4709880"/>
            <a:ext cx="6696720" cy="10080"/>
          </a:xfrm>
          <a:custGeom>
            <a:avLst/>
            <a:gdLst/>
            <a:ahLst/>
            <a:rect l="0" t="0" r="r" b="b"/>
            <a:pathLst>
              <a:path w="1860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7" name=""/>
          <p:cNvSpPr txBox="1"/>
          <p:nvPr/>
        </p:nvSpPr>
        <p:spPr>
          <a:xfrm>
            <a:off x="7943760" y="143496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FF9800"/>
                </a:solidFill>
                <a:effectLst/>
                <a:uFillTx/>
                <a:latin typeface="DejaVuSansMono"/>
                <a:ea typeface="DejaVuSansMono"/>
              </a:rPr>
              <a:t>p95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8" name=""/>
          <p:cNvSpPr/>
          <p:nvPr/>
        </p:nvSpPr>
        <p:spPr>
          <a:xfrm>
            <a:off x="1161720" y="4709880"/>
            <a:ext cx="6696720" cy="10080"/>
          </a:xfrm>
          <a:custGeom>
            <a:avLst/>
            <a:gdLst/>
            <a:ahLst/>
            <a:rect l="0" t="0" r="r" b="b"/>
            <a:pathLst>
              <a:path w="1860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9" name=""/>
          <p:cNvSpPr/>
          <p:nvPr/>
        </p:nvSpPr>
        <p:spPr>
          <a:xfrm>
            <a:off x="1161720" y="4709880"/>
            <a:ext cx="6696720" cy="10080"/>
          </a:xfrm>
          <a:custGeom>
            <a:avLst/>
            <a:gdLst/>
            <a:ahLst/>
            <a:rect l="0" t="0" r="r" b="b"/>
            <a:pathLst>
              <a:path w="18602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8"/>
                </a:lnTo>
                <a:lnTo>
                  <a:pt x="186" y="28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8"/>
                </a:lnTo>
                <a:lnTo>
                  <a:pt x="371" y="28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8"/>
                </a:lnTo>
                <a:lnTo>
                  <a:pt x="556" y="28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8"/>
                </a:lnTo>
                <a:lnTo>
                  <a:pt x="741" y="28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8"/>
                </a:lnTo>
                <a:lnTo>
                  <a:pt x="1112" y="28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8"/>
                </a:lnTo>
                <a:lnTo>
                  <a:pt x="1482" y="28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8"/>
                </a:lnTo>
                <a:lnTo>
                  <a:pt x="1667" y="28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8"/>
                </a:lnTo>
                <a:lnTo>
                  <a:pt x="1852" y="28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8"/>
                </a:lnTo>
                <a:lnTo>
                  <a:pt x="2038" y="28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8"/>
                </a:lnTo>
                <a:lnTo>
                  <a:pt x="2223" y="28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8"/>
                </a:lnTo>
                <a:lnTo>
                  <a:pt x="2408" y="28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8"/>
                </a:lnTo>
                <a:lnTo>
                  <a:pt x="2593" y="28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8"/>
                </a:lnTo>
                <a:lnTo>
                  <a:pt x="2779" y="28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8"/>
                </a:lnTo>
                <a:lnTo>
                  <a:pt x="2964" y="28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8"/>
                </a:lnTo>
                <a:lnTo>
                  <a:pt x="3149" y="28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8"/>
                </a:lnTo>
                <a:lnTo>
                  <a:pt x="3334" y="28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8"/>
                </a:lnTo>
                <a:lnTo>
                  <a:pt x="3519" y="28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8"/>
                </a:lnTo>
                <a:lnTo>
                  <a:pt x="3705" y="28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8"/>
                </a:lnTo>
                <a:lnTo>
                  <a:pt x="3890" y="28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8"/>
                </a:lnTo>
                <a:lnTo>
                  <a:pt x="4075" y="28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8"/>
                </a:lnTo>
                <a:lnTo>
                  <a:pt x="4260" y="28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8"/>
                </a:lnTo>
                <a:lnTo>
                  <a:pt x="4445" y="28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8"/>
                </a:lnTo>
                <a:lnTo>
                  <a:pt x="4631" y="28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8"/>
                </a:lnTo>
                <a:lnTo>
                  <a:pt x="4816" y="28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8"/>
                </a:lnTo>
                <a:lnTo>
                  <a:pt x="5001" y="28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8"/>
                </a:lnTo>
                <a:lnTo>
                  <a:pt x="5186" y="28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8"/>
                </a:lnTo>
                <a:lnTo>
                  <a:pt x="5371" y="28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8"/>
                </a:lnTo>
                <a:lnTo>
                  <a:pt x="5557" y="28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8"/>
                </a:lnTo>
                <a:lnTo>
                  <a:pt x="5742" y="28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8"/>
                </a:lnTo>
                <a:lnTo>
                  <a:pt x="5927" y="28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8"/>
                </a:lnTo>
                <a:lnTo>
                  <a:pt x="6113" y="28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8"/>
                </a:lnTo>
                <a:lnTo>
                  <a:pt x="6298" y="28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8"/>
                </a:lnTo>
                <a:lnTo>
                  <a:pt x="6484" y="28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8"/>
                </a:lnTo>
                <a:lnTo>
                  <a:pt x="6669" y="28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8"/>
                </a:lnTo>
                <a:lnTo>
                  <a:pt x="6854" y="28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8"/>
                </a:lnTo>
                <a:lnTo>
                  <a:pt x="7039" y="28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8"/>
                </a:lnTo>
                <a:lnTo>
                  <a:pt x="7225" y="28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8"/>
                </a:lnTo>
                <a:lnTo>
                  <a:pt x="7410" y="28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8"/>
                </a:lnTo>
                <a:lnTo>
                  <a:pt x="7595" y="28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8"/>
                </a:lnTo>
                <a:lnTo>
                  <a:pt x="7780" y="28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8"/>
                </a:lnTo>
                <a:lnTo>
                  <a:pt x="7965" y="28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8"/>
                </a:lnTo>
                <a:lnTo>
                  <a:pt x="8151" y="28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8"/>
                </a:lnTo>
                <a:lnTo>
                  <a:pt x="8336" y="28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8"/>
                </a:lnTo>
                <a:lnTo>
                  <a:pt x="8521" y="28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8"/>
                </a:lnTo>
                <a:lnTo>
                  <a:pt x="8706" y="28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8"/>
                </a:lnTo>
                <a:lnTo>
                  <a:pt x="8891" y="28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8"/>
                </a:lnTo>
                <a:lnTo>
                  <a:pt x="9077" y="28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8"/>
                </a:lnTo>
                <a:lnTo>
                  <a:pt x="9262" y="28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8"/>
                </a:lnTo>
                <a:lnTo>
                  <a:pt x="9447" y="28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8"/>
                </a:lnTo>
                <a:lnTo>
                  <a:pt x="9632" y="28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8"/>
                </a:lnTo>
                <a:lnTo>
                  <a:pt x="9817" y="28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8"/>
                </a:lnTo>
                <a:lnTo>
                  <a:pt x="10003" y="28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8"/>
                </a:lnTo>
                <a:lnTo>
                  <a:pt x="10188" y="28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8"/>
                </a:lnTo>
                <a:lnTo>
                  <a:pt x="10373" y="28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8"/>
                </a:lnTo>
                <a:lnTo>
                  <a:pt x="10558" y="28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8"/>
                </a:lnTo>
                <a:lnTo>
                  <a:pt x="10743" y="28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8"/>
                </a:lnTo>
                <a:lnTo>
                  <a:pt x="10929" y="28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8"/>
                </a:lnTo>
                <a:lnTo>
                  <a:pt x="11114" y="28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8"/>
                </a:lnTo>
                <a:lnTo>
                  <a:pt x="11299" y="28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8"/>
                </a:lnTo>
                <a:lnTo>
                  <a:pt x="11484" y="28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8"/>
                </a:lnTo>
                <a:lnTo>
                  <a:pt x="11670" y="28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8"/>
                </a:lnTo>
                <a:lnTo>
                  <a:pt x="11855" y="28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8"/>
                </a:lnTo>
                <a:lnTo>
                  <a:pt x="12040" y="28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8"/>
                </a:lnTo>
                <a:lnTo>
                  <a:pt x="12225" y="28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8"/>
                </a:lnTo>
                <a:lnTo>
                  <a:pt x="12410" y="28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8"/>
                </a:lnTo>
                <a:lnTo>
                  <a:pt x="12596" y="28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8"/>
                </a:lnTo>
                <a:lnTo>
                  <a:pt x="12781" y="28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8"/>
                </a:lnTo>
                <a:lnTo>
                  <a:pt x="12966" y="28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8"/>
                </a:lnTo>
                <a:lnTo>
                  <a:pt x="13151" y="28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8"/>
                </a:lnTo>
                <a:lnTo>
                  <a:pt x="13336" y="28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8"/>
                </a:lnTo>
                <a:lnTo>
                  <a:pt x="13522" y="28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8"/>
                </a:lnTo>
                <a:lnTo>
                  <a:pt x="13707" y="28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8"/>
                </a:lnTo>
                <a:lnTo>
                  <a:pt x="13892" y="28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8"/>
                </a:lnTo>
                <a:lnTo>
                  <a:pt x="14077" y="28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8"/>
                </a:lnTo>
                <a:lnTo>
                  <a:pt x="14262" y="28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8"/>
                </a:lnTo>
                <a:lnTo>
                  <a:pt x="14448" y="28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8"/>
                </a:lnTo>
                <a:lnTo>
                  <a:pt x="14633" y="28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8"/>
                </a:lnTo>
                <a:lnTo>
                  <a:pt x="14818" y="28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8"/>
                </a:lnTo>
                <a:lnTo>
                  <a:pt x="15003" y="28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8"/>
                </a:lnTo>
                <a:lnTo>
                  <a:pt x="15188" y="28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8"/>
                </a:lnTo>
                <a:lnTo>
                  <a:pt x="15374" y="28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8"/>
                </a:lnTo>
                <a:lnTo>
                  <a:pt x="15559" y="28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8"/>
                </a:lnTo>
                <a:lnTo>
                  <a:pt x="15744" y="28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8"/>
                </a:lnTo>
                <a:lnTo>
                  <a:pt x="15929" y="28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8"/>
                </a:lnTo>
                <a:lnTo>
                  <a:pt x="16115" y="28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8"/>
                </a:lnTo>
                <a:lnTo>
                  <a:pt x="16300" y="28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8"/>
                </a:lnTo>
                <a:lnTo>
                  <a:pt x="16485" y="28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8"/>
                </a:lnTo>
                <a:lnTo>
                  <a:pt x="16670" y="28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8"/>
                </a:lnTo>
                <a:lnTo>
                  <a:pt x="16855" y="28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8"/>
                </a:lnTo>
                <a:lnTo>
                  <a:pt x="17041" y="28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8"/>
                </a:lnTo>
                <a:lnTo>
                  <a:pt x="17226" y="28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8"/>
                </a:lnTo>
                <a:lnTo>
                  <a:pt x="17411" y="28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8"/>
                </a:lnTo>
                <a:lnTo>
                  <a:pt x="17596" y="28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8"/>
                </a:lnTo>
                <a:lnTo>
                  <a:pt x="17781" y="28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8"/>
                </a:lnTo>
                <a:lnTo>
                  <a:pt x="17967" y="28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8"/>
                </a:lnTo>
                <a:lnTo>
                  <a:pt x="18152" y="28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8"/>
                </a:lnTo>
                <a:lnTo>
                  <a:pt x="18337" y="28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8"/>
                </a:lnTo>
                <a:lnTo>
                  <a:pt x="18522" y="28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0" name=""/>
          <p:cNvSpPr/>
          <p:nvPr/>
        </p:nvSpPr>
        <p:spPr>
          <a:xfrm>
            <a:off x="1161720" y="6367320"/>
            <a:ext cx="6696720" cy="9720"/>
          </a:xfrm>
          <a:custGeom>
            <a:avLst/>
            <a:gdLst/>
            <a:ahLst/>
            <a:rect l="0" t="0" r="r" b="b"/>
            <a:pathLst>
              <a:path w="1860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7"/>
                </a:lnTo>
                <a:lnTo>
                  <a:pt x="186" y="27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7"/>
                </a:lnTo>
                <a:lnTo>
                  <a:pt x="371" y="27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7"/>
                </a:lnTo>
                <a:lnTo>
                  <a:pt x="556" y="27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7"/>
                </a:lnTo>
                <a:lnTo>
                  <a:pt x="741" y="27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7"/>
                </a:lnTo>
                <a:lnTo>
                  <a:pt x="926" y="27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7"/>
                </a:lnTo>
                <a:lnTo>
                  <a:pt x="1112" y="27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7"/>
                </a:lnTo>
                <a:lnTo>
                  <a:pt x="1297" y="27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7"/>
                </a:lnTo>
                <a:lnTo>
                  <a:pt x="1482" y="27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7"/>
                </a:lnTo>
                <a:lnTo>
                  <a:pt x="1667" y="27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7"/>
                </a:lnTo>
                <a:lnTo>
                  <a:pt x="1852" y="27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7"/>
                </a:lnTo>
                <a:lnTo>
                  <a:pt x="2038" y="27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7"/>
                </a:lnTo>
                <a:lnTo>
                  <a:pt x="2223" y="27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7"/>
                </a:lnTo>
                <a:lnTo>
                  <a:pt x="2408" y="27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7"/>
                </a:lnTo>
                <a:lnTo>
                  <a:pt x="2593" y="27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7"/>
                </a:lnTo>
                <a:lnTo>
                  <a:pt x="2779" y="27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7"/>
                </a:lnTo>
                <a:lnTo>
                  <a:pt x="2964" y="27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7"/>
                </a:lnTo>
                <a:lnTo>
                  <a:pt x="3149" y="27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7"/>
                </a:lnTo>
                <a:lnTo>
                  <a:pt x="3334" y="27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7"/>
                </a:lnTo>
                <a:lnTo>
                  <a:pt x="3519" y="27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7"/>
                </a:lnTo>
                <a:lnTo>
                  <a:pt x="3705" y="27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7"/>
                </a:lnTo>
                <a:lnTo>
                  <a:pt x="3890" y="27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7"/>
                </a:lnTo>
                <a:lnTo>
                  <a:pt x="4075" y="27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7"/>
                </a:lnTo>
                <a:lnTo>
                  <a:pt x="4260" y="27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7"/>
                </a:lnTo>
                <a:lnTo>
                  <a:pt x="4445" y="27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7"/>
                </a:lnTo>
                <a:lnTo>
                  <a:pt x="4631" y="27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7"/>
                </a:lnTo>
                <a:lnTo>
                  <a:pt x="4816" y="27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7"/>
                </a:lnTo>
                <a:lnTo>
                  <a:pt x="5001" y="27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7"/>
                </a:lnTo>
                <a:lnTo>
                  <a:pt x="5186" y="27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7"/>
                </a:lnTo>
                <a:lnTo>
                  <a:pt x="5371" y="27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7"/>
                </a:lnTo>
                <a:lnTo>
                  <a:pt x="5557" y="27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7"/>
                </a:lnTo>
                <a:lnTo>
                  <a:pt x="5742" y="27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7"/>
                </a:lnTo>
                <a:lnTo>
                  <a:pt x="5927" y="27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7"/>
                </a:lnTo>
                <a:lnTo>
                  <a:pt x="6113" y="27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7"/>
                </a:lnTo>
                <a:lnTo>
                  <a:pt x="6298" y="27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7"/>
                </a:lnTo>
                <a:lnTo>
                  <a:pt x="6484" y="27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7"/>
                </a:lnTo>
                <a:lnTo>
                  <a:pt x="6669" y="27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7"/>
                </a:lnTo>
                <a:lnTo>
                  <a:pt x="6854" y="27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7"/>
                </a:lnTo>
                <a:lnTo>
                  <a:pt x="7039" y="27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7"/>
                </a:lnTo>
                <a:lnTo>
                  <a:pt x="7225" y="27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7"/>
                </a:lnTo>
                <a:lnTo>
                  <a:pt x="7410" y="27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7"/>
                </a:lnTo>
                <a:lnTo>
                  <a:pt x="7595" y="27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7"/>
                </a:lnTo>
                <a:lnTo>
                  <a:pt x="7780" y="27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7"/>
                </a:lnTo>
                <a:lnTo>
                  <a:pt x="7965" y="27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7"/>
                </a:lnTo>
                <a:lnTo>
                  <a:pt x="8151" y="27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7"/>
                </a:lnTo>
                <a:lnTo>
                  <a:pt x="8336" y="27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7"/>
                </a:lnTo>
                <a:lnTo>
                  <a:pt x="8521" y="27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7"/>
                </a:lnTo>
                <a:lnTo>
                  <a:pt x="8706" y="27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7"/>
                </a:lnTo>
                <a:lnTo>
                  <a:pt x="8891" y="27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7"/>
                </a:lnTo>
                <a:lnTo>
                  <a:pt x="9077" y="27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7"/>
                </a:lnTo>
                <a:lnTo>
                  <a:pt x="9262" y="27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7"/>
                </a:lnTo>
                <a:lnTo>
                  <a:pt x="9447" y="27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7"/>
                </a:lnTo>
                <a:lnTo>
                  <a:pt x="9632" y="27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7"/>
                </a:lnTo>
                <a:lnTo>
                  <a:pt x="9817" y="27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7"/>
                </a:lnTo>
                <a:lnTo>
                  <a:pt x="10003" y="27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7"/>
                </a:lnTo>
                <a:lnTo>
                  <a:pt x="10188" y="27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7"/>
                </a:lnTo>
                <a:lnTo>
                  <a:pt x="10373" y="27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7"/>
                </a:lnTo>
                <a:lnTo>
                  <a:pt x="10558" y="27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7"/>
                </a:lnTo>
                <a:lnTo>
                  <a:pt x="10743" y="27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7"/>
                </a:lnTo>
                <a:lnTo>
                  <a:pt x="10929" y="27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7"/>
                </a:lnTo>
                <a:lnTo>
                  <a:pt x="11114" y="27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7"/>
                </a:lnTo>
                <a:lnTo>
                  <a:pt x="11299" y="27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7"/>
                </a:lnTo>
                <a:lnTo>
                  <a:pt x="11484" y="27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7"/>
                </a:lnTo>
                <a:lnTo>
                  <a:pt x="11670" y="27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7"/>
                </a:lnTo>
                <a:lnTo>
                  <a:pt x="11855" y="27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7"/>
                </a:lnTo>
                <a:lnTo>
                  <a:pt x="12040" y="27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7"/>
                </a:lnTo>
                <a:lnTo>
                  <a:pt x="12225" y="27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7"/>
                </a:lnTo>
                <a:lnTo>
                  <a:pt x="12410" y="27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7"/>
                </a:lnTo>
                <a:lnTo>
                  <a:pt x="12596" y="27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7"/>
                </a:lnTo>
                <a:lnTo>
                  <a:pt x="12781" y="27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7"/>
                </a:lnTo>
                <a:lnTo>
                  <a:pt x="12966" y="27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7"/>
                </a:lnTo>
                <a:lnTo>
                  <a:pt x="13151" y="27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7"/>
                </a:lnTo>
                <a:lnTo>
                  <a:pt x="13336" y="27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7"/>
                </a:lnTo>
                <a:lnTo>
                  <a:pt x="13522" y="27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7"/>
                </a:lnTo>
                <a:lnTo>
                  <a:pt x="13707" y="27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7"/>
                </a:lnTo>
                <a:lnTo>
                  <a:pt x="13892" y="27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7"/>
                </a:lnTo>
                <a:lnTo>
                  <a:pt x="14077" y="27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7"/>
                </a:lnTo>
                <a:lnTo>
                  <a:pt x="14262" y="27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7"/>
                </a:lnTo>
                <a:lnTo>
                  <a:pt x="14448" y="27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7"/>
                </a:lnTo>
                <a:lnTo>
                  <a:pt x="14633" y="27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7"/>
                </a:lnTo>
                <a:lnTo>
                  <a:pt x="14818" y="27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7"/>
                </a:lnTo>
                <a:lnTo>
                  <a:pt x="15003" y="27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7"/>
                </a:lnTo>
                <a:lnTo>
                  <a:pt x="15188" y="27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7"/>
                </a:lnTo>
                <a:lnTo>
                  <a:pt x="15374" y="27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7"/>
                </a:lnTo>
                <a:lnTo>
                  <a:pt x="15559" y="27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7"/>
                </a:lnTo>
                <a:lnTo>
                  <a:pt x="15744" y="27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7"/>
                </a:lnTo>
                <a:lnTo>
                  <a:pt x="15929" y="27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7"/>
                </a:lnTo>
                <a:lnTo>
                  <a:pt x="16115" y="27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7"/>
                </a:lnTo>
                <a:lnTo>
                  <a:pt x="16300" y="27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7"/>
                </a:lnTo>
                <a:lnTo>
                  <a:pt x="16485" y="27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7"/>
                </a:lnTo>
                <a:lnTo>
                  <a:pt x="16670" y="27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7"/>
                </a:lnTo>
                <a:lnTo>
                  <a:pt x="16855" y="27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7"/>
                </a:lnTo>
                <a:lnTo>
                  <a:pt x="17041" y="27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7"/>
                </a:lnTo>
                <a:lnTo>
                  <a:pt x="17226" y="27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7"/>
                </a:lnTo>
                <a:lnTo>
                  <a:pt x="17411" y="27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7"/>
                </a:lnTo>
                <a:lnTo>
                  <a:pt x="17596" y="27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7"/>
                </a:lnTo>
                <a:lnTo>
                  <a:pt x="17781" y="27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7"/>
                </a:lnTo>
                <a:lnTo>
                  <a:pt x="17967" y="27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7"/>
                </a:lnTo>
                <a:lnTo>
                  <a:pt x="18152" y="27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7"/>
                </a:lnTo>
                <a:lnTo>
                  <a:pt x="18337" y="27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7"/>
                </a:lnTo>
                <a:lnTo>
                  <a:pt x="18522" y="27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1" name=""/>
          <p:cNvSpPr txBox="1"/>
          <p:nvPr/>
        </p:nvSpPr>
        <p:spPr>
          <a:xfrm>
            <a:off x="1028520" y="4664520"/>
            <a:ext cx="17424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111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2" name=""/>
          <p:cNvSpPr/>
          <p:nvPr/>
        </p:nvSpPr>
        <p:spPr>
          <a:xfrm>
            <a:off x="1161720" y="6367320"/>
            <a:ext cx="6696720" cy="9720"/>
          </a:xfrm>
          <a:custGeom>
            <a:avLst/>
            <a:gdLst/>
            <a:ahLst/>
            <a:rect l="0" t="0" r="r" b="b"/>
            <a:pathLst>
              <a:path w="18602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86" y="0"/>
                </a:moveTo>
                <a:lnTo>
                  <a:pt x="265" y="0"/>
                </a:lnTo>
                <a:lnTo>
                  <a:pt x="265" y="27"/>
                </a:lnTo>
                <a:lnTo>
                  <a:pt x="186" y="27"/>
                </a:lnTo>
                <a:lnTo>
                  <a:pt x="186" y="0"/>
                </a:lnTo>
                <a:moveTo>
                  <a:pt x="371" y="0"/>
                </a:moveTo>
                <a:lnTo>
                  <a:pt x="450" y="0"/>
                </a:lnTo>
                <a:lnTo>
                  <a:pt x="450" y="27"/>
                </a:lnTo>
                <a:lnTo>
                  <a:pt x="371" y="27"/>
                </a:lnTo>
                <a:lnTo>
                  <a:pt x="371" y="0"/>
                </a:lnTo>
                <a:moveTo>
                  <a:pt x="556" y="0"/>
                </a:moveTo>
                <a:lnTo>
                  <a:pt x="635" y="0"/>
                </a:lnTo>
                <a:lnTo>
                  <a:pt x="635" y="27"/>
                </a:lnTo>
                <a:lnTo>
                  <a:pt x="556" y="27"/>
                </a:lnTo>
                <a:lnTo>
                  <a:pt x="556" y="0"/>
                </a:lnTo>
                <a:moveTo>
                  <a:pt x="741" y="0"/>
                </a:moveTo>
                <a:lnTo>
                  <a:pt x="821" y="0"/>
                </a:lnTo>
                <a:lnTo>
                  <a:pt x="821" y="27"/>
                </a:lnTo>
                <a:lnTo>
                  <a:pt x="741" y="27"/>
                </a:lnTo>
                <a:lnTo>
                  <a:pt x="741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7"/>
                </a:lnTo>
                <a:lnTo>
                  <a:pt x="926" y="27"/>
                </a:lnTo>
                <a:lnTo>
                  <a:pt x="926" y="0"/>
                </a:lnTo>
                <a:moveTo>
                  <a:pt x="1112" y="0"/>
                </a:moveTo>
                <a:lnTo>
                  <a:pt x="1191" y="0"/>
                </a:lnTo>
                <a:lnTo>
                  <a:pt x="1191" y="27"/>
                </a:lnTo>
                <a:lnTo>
                  <a:pt x="1112" y="27"/>
                </a:lnTo>
                <a:lnTo>
                  <a:pt x="1112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7"/>
                </a:lnTo>
                <a:lnTo>
                  <a:pt x="1297" y="27"/>
                </a:lnTo>
                <a:lnTo>
                  <a:pt x="1297" y="0"/>
                </a:lnTo>
                <a:moveTo>
                  <a:pt x="1482" y="0"/>
                </a:moveTo>
                <a:lnTo>
                  <a:pt x="1561" y="0"/>
                </a:lnTo>
                <a:lnTo>
                  <a:pt x="1561" y="27"/>
                </a:lnTo>
                <a:lnTo>
                  <a:pt x="1482" y="27"/>
                </a:lnTo>
                <a:lnTo>
                  <a:pt x="1482" y="0"/>
                </a:lnTo>
                <a:moveTo>
                  <a:pt x="1667" y="0"/>
                </a:moveTo>
                <a:lnTo>
                  <a:pt x="1747" y="0"/>
                </a:lnTo>
                <a:lnTo>
                  <a:pt x="1747" y="27"/>
                </a:lnTo>
                <a:lnTo>
                  <a:pt x="1667" y="27"/>
                </a:lnTo>
                <a:lnTo>
                  <a:pt x="1667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7"/>
                </a:lnTo>
                <a:lnTo>
                  <a:pt x="1852" y="27"/>
                </a:lnTo>
                <a:lnTo>
                  <a:pt x="1852" y="0"/>
                </a:lnTo>
                <a:moveTo>
                  <a:pt x="2038" y="0"/>
                </a:moveTo>
                <a:lnTo>
                  <a:pt x="2117" y="0"/>
                </a:lnTo>
                <a:lnTo>
                  <a:pt x="2117" y="27"/>
                </a:lnTo>
                <a:lnTo>
                  <a:pt x="2038" y="27"/>
                </a:lnTo>
                <a:lnTo>
                  <a:pt x="2038" y="0"/>
                </a:lnTo>
                <a:moveTo>
                  <a:pt x="2223" y="0"/>
                </a:moveTo>
                <a:lnTo>
                  <a:pt x="2302" y="0"/>
                </a:lnTo>
                <a:lnTo>
                  <a:pt x="2302" y="27"/>
                </a:lnTo>
                <a:lnTo>
                  <a:pt x="2223" y="27"/>
                </a:lnTo>
                <a:lnTo>
                  <a:pt x="2223" y="0"/>
                </a:lnTo>
                <a:moveTo>
                  <a:pt x="2408" y="0"/>
                </a:moveTo>
                <a:lnTo>
                  <a:pt x="2487" y="0"/>
                </a:lnTo>
                <a:lnTo>
                  <a:pt x="2487" y="27"/>
                </a:lnTo>
                <a:lnTo>
                  <a:pt x="2408" y="27"/>
                </a:lnTo>
                <a:lnTo>
                  <a:pt x="2408" y="0"/>
                </a:lnTo>
                <a:moveTo>
                  <a:pt x="2593" y="0"/>
                </a:moveTo>
                <a:lnTo>
                  <a:pt x="2673" y="0"/>
                </a:lnTo>
                <a:lnTo>
                  <a:pt x="2673" y="27"/>
                </a:lnTo>
                <a:lnTo>
                  <a:pt x="2593" y="27"/>
                </a:lnTo>
                <a:lnTo>
                  <a:pt x="2593" y="0"/>
                </a:lnTo>
                <a:moveTo>
                  <a:pt x="2779" y="0"/>
                </a:moveTo>
                <a:lnTo>
                  <a:pt x="2858" y="0"/>
                </a:lnTo>
                <a:lnTo>
                  <a:pt x="2858" y="27"/>
                </a:lnTo>
                <a:lnTo>
                  <a:pt x="2779" y="27"/>
                </a:lnTo>
                <a:lnTo>
                  <a:pt x="2779" y="0"/>
                </a:lnTo>
                <a:moveTo>
                  <a:pt x="2964" y="0"/>
                </a:moveTo>
                <a:lnTo>
                  <a:pt x="3043" y="0"/>
                </a:lnTo>
                <a:lnTo>
                  <a:pt x="3043" y="27"/>
                </a:lnTo>
                <a:lnTo>
                  <a:pt x="2964" y="27"/>
                </a:lnTo>
                <a:lnTo>
                  <a:pt x="2964" y="0"/>
                </a:lnTo>
                <a:moveTo>
                  <a:pt x="3149" y="0"/>
                </a:moveTo>
                <a:lnTo>
                  <a:pt x="3228" y="0"/>
                </a:lnTo>
                <a:lnTo>
                  <a:pt x="3228" y="27"/>
                </a:lnTo>
                <a:lnTo>
                  <a:pt x="3149" y="27"/>
                </a:lnTo>
                <a:lnTo>
                  <a:pt x="3149" y="0"/>
                </a:lnTo>
                <a:moveTo>
                  <a:pt x="3334" y="0"/>
                </a:moveTo>
                <a:lnTo>
                  <a:pt x="3414" y="0"/>
                </a:lnTo>
                <a:lnTo>
                  <a:pt x="3414" y="27"/>
                </a:lnTo>
                <a:lnTo>
                  <a:pt x="3334" y="27"/>
                </a:lnTo>
                <a:lnTo>
                  <a:pt x="3334" y="0"/>
                </a:lnTo>
                <a:moveTo>
                  <a:pt x="3519" y="0"/>
                </a:moveTo>
                <a:lnTo>
                  <a:pt x="3599" y="0"/>
                </a:lnTo>
                <a:lnTo>
                  <a:pt x="3599" y="27"/>
                </a:lnTo>
                <a:lnTo>
                  <a:pt x="3519" y="27"/>
                </a:lnTo>
                <a:lnTo>
                  <a:pt x="3519" y="0"/>
                </a:lnTo>
                <a:moveTo>
                  <a:pt x="3705" y="0"/>
                </a:moveTo>
                <a:lnTo>
                  <a:pt x="3784" y="0"/>
                </a:lnTo>
                <a:lnTo>
                  <a:pt x="3784" y="27"/>
                </a:lnTo>
                <a:lnTo>
                  <a:pt x="3705" y="27"/>
                </a:lnTo>
                <a:lnTo>
                  <a:pt x="3705" y="0"/>
                </a:lnTo>
                <a:moveTo>
                  <a:pt x="3890" y="0"/>
                </a:moveTo>
                <a:lnTo>
                  <a:pt x="3969" y="0"/>
                </a:lnTo>
                <a:lnTo>
                  <a:pt x="3969" y="27"/>
                </a:lnTo>
                <a:lnTo>
                  <a:pt x="3890" y="27"/>
                </a:lnTo>
                <a:lnTo>
                  <a:pt x="3890" y="0"/>
                </a:lnTo>
                <a:moveTo>
                  <a:pt x="4075" y="0"/>
                </a:moveTo>
                <a:lnTo>
                  <a:pt x="4154" y="0"/>
                </a:lnTo>
                <a:lnTo>
                  <a:pt x="4154" y="27"/>
                </a:lnTo>
                <a:lnTo>
                  <a:pt x="4075" y="27"/>
                </a:lnTo>
                <a:lnTo>
                  <a:pt x="4075" y="0"/>
                </a:lnTo>
                <a:moveTo>
                  <a:pt x="4260" y="0"/>
                </a:moveTo>
                <a:lnTo>
                  <a:pt x="4340" y="0"/>
                </a:lnTo>
                <a:lnTo>
                  <a:pt x="4340" y="27"/>
                </a:lnTo>
                <a:lnTo>
                  <a:pt x="4260" y="27"/>
                </a:lnTo>
                <a:lnTo>
                  <a:pt x="4260" y="0"/>
                </a:lnTo>
                <a:moveTo>
                  <a:pt x="4445" y="0"/>
                </a:moveTo>
                <a:lnTo>
                  <a:pt x="4525" y="0"/>
                </a:lnTo>
                <a:lnTo>
                  <a:pt x="4525" y="27"/>
                </a:lnTo>
                <a:lnTo>
                  <a:pt x="4445" y="27"/>
                </a:lnTo>
                <a:lnTo>
                  <a:pt x="4445" y="0"/>
                </a:lnTo>
                <a:moveTo>
                  <a:pt x="4631" y="0"/>
                </a:moveTo>
                <a:lnTo>
                  <a:pt x="4710" y="0"/>
                </a:lnTo>
                <a:lnTo>
                  <a:pt x="4710" y="27"/>
                </a:lnTo>
                <a:lnTo>
                  <a:pt x="4631" y="27"/>
                </a:lnTo>
                <a:lnTo>
                  <a:pt x="4631" y="0"/>
                </a:lnTo>
                <a:moveTo>
                  <a:pt x="4816" y="0"/>
                </a:moveTo>
                <a:lnTo>
                  <a:pt x="4895" y="0"/>
                </a:lnTo>
                <a:lnTo>
                  <a:pt x="4895" y="27"/>
                </a:lnTo>
                <a:lnTo>
                  <a:pt x="4816" y="27"/>
                </a:lnTo>
                <a:lnTo>
                  <a:pt x="4816" y="0"/>
                </a:lnTo>
                <a:moveTo>
                  <a:pt x="5001" y="0"/>
                </a:moveTo>
                <a:lnTo>
                  <a:pt x="5080" y="0"/>
                </a:lnTo>
                <a:lnTo>
                  <a:pt x="5080" y="27"/>
                </a:lnTo>
                <a:lnTo>
                  <a:pt x="5001" y="27"/>
                </a:lnTo>
                <a:lnTo>
                  <a:pt x="5001" y="0"/>
                </a:lnTo>
                <a:moveTo>
                  <a:pt x="5186" y="0"/>
                </a:moveTo>
                <a:lnTo>
                  <a:pt x="5266" y="0"/>
                </a:lnTo>
                <a:lnTo>
                  <a:pt x="5266" y="27"/>
                </a:lnTo>
                <a:lnTo>
                  <a:pt x="5186" y="27"/>
                </a:lnTo>
                <a:lnTo>
                  <a:pt x="5186" y="0"/>
                </a:lnTo>
                <a:moveTo>
                  <a:pt x="5371" y="0"/>
                </a:moveTo>
                <a:lnTo>
                  <a:pt x="5451" y="0"/>
                </a:lnTo>
                <a:lnTo>
                  <a:pt x="5451" y="27"/>
                </a:lnTo>
                <a:lnTo>
                  <a:pt x="5371" y="27"/>
                </a:lnTo>
                <a:lnTo>
                  <a:pt x="5371" y="0"/>
                </a:lnTo>
                <a:moveTo>
                  <a:pt x="5557" y="0"/>
                </a:moveTo>
                <a:lnTo>
                  <a:pt x="5636" y="0"/>
                </a:lnTo>
                <a:lnTo>
                  <a:pt x="5636" y="27"/>
                </a:lnTo>
                <a:lnTo>
                  <a:pt x="5557" y="27"/>
                </a:lnTo>
                <a:lnTo>
                  <a:pt x="5557" y="0"/>
                </a:lnTo>
                <a:moveTo>
                  <a:pt x="5742" y="0"/>
                </a:moveTo>
                <a:lnTo>
                  <a:pt x="5821" y="0"/>
                </a:lnTo>
                <a:lnTo>
                  <a:pt x="5821" y="27"/>
                </a:lnTo>
                <a:lnTo>
                  <a:pt x="5742" y="27"/>
                </a:lnTo>
                <a:lnTo>
                  <a:pt x="5742" y="0"/>
                </a:lnTo>
                <a:moveTo>
                  <a:pt x="5927" y="0"/>
                </a:moveTo>
                <a:lnTo>
                  <a:pt x="6006" y="0"/>
                </a:lnTo>
                <a:lnTo>
                  <a:pt x="6006" y="27"/>
                </a:lnTo>
                <a:lnTo>
                  <a:pt x="5927" y="27"/>
                </a:lnTo>
                <a:lnTo>
                  <a:pt x="5927" y="0"/>
                </a:lnTo>
                <a:moveTo>
                  <a:pt x="6113" y="0"/>
                </a:moveTo>
                <a:lnTo>
                  <a:pt x="6193" y="0"/>
                </a:lnTo>
                <a:lnTo>
                  <a:pt x="6193" y="27"/>
                </a:lnTo>
                <a:lnTo>
                  <a:pt x="6113" y="27"/>
                </a:lnTo>
                <a:lnTo>
                  <a:pt x="6113" y="0"/>
                </a:lnTo>
                <a:moveTo>
                  <a:pt x="6298" y="0"/>
                </a:moveTo>
                <a:lnTo>
                  <a:pt x="6378" y="0"/>
                </a:lnTo>
                <a:lnTo>
                  <a:pt x="6378" y="27"/>
                </a:lnTo>
                <a:lnTo>
                  <a:pt x="6298" y="27"/>
                </a:lnTo>
                <a:lnTo>
                  <a:pt x="6298" y="0"/>
                </a:lnTo>
                <a:moveTo>
                  <a:pt x="6484" y="0"/>
                </a:moveTo>
                <a:lnTo>
                  <a:pt x="6563" y="0"/>
                </a:lnTo>
                <a:lnTo>
                  <a:pt x="6563" y="27"/>
                </a:lnTo>
                <a:lnTo>
                  <a:pt x="6484" y="27"/>
                </a:lnTo>
                <a:lnTo>
                  <a:pt x="6484" y="0"/>
                </a:lnTo>
                <a:moveTo>
                  <a:pt x="6669" y="0"/>
                </a:moveTo>
                <a:lnTo>
                  <a:pt x="6748" y="0"/>
                </a:lnTo>
                <a:lnTo>
                  <a:pt x="6748" y="27"/>
                </a:lnTo>
                <a:lnTo>
                  <a:pt x="6669" y="27"/>
                </a:lnTo>
                <a:lnTo>
                  <a:pt x="6669" y="0"/>
                </a:lnTo>
                <a:moveTo>
                  <a:pt x="6854" y="0"/>
                </a:moveTo>
                <a:lnTo>
                  <a:pt x="6933" y="0"/>
                </a:lnTo>
                <a:lnTo>
                  <a:pt x="6933" y="27"/>
                </a:lnTo>
                <a:lnTo>
                  <a:pt x="6854" y="27"/>
                </a:lnTo>
                <a:lnTo>
                  <a:pt x="6854" y="0"/>
                </a:lnTo>
                <a:moveTo>
                  <a:pt x="7039" y="0"/>
                </a:moveTo>
                <a:lnTo>
                  <a:pt x="7119" y="0"/>
                </a:lnTo>
                <a:lnTo>
                  <a:pt x="7119" y="27"/>
                </a:lnTo>
                <a:lnTo>
                  <a:pt x="7039" y="27"/>
                </a:lnTo>
                <a:lnTo>
                  <a:pt x="7039" y="0"/>
                </a:lnTo>
                <a:moveTo>
                  <a:pt x="7225" y="0"/>
                </a:moveTo>
                <a:lnTo>
                  <a:pt x="7304" y="0"/>
                </a:lnTo>
                <a:lnTo>
                  <a:pt x="7304" y="27"/>
                </a:lnTo>
                <a:lnTo>
                  <a:pt x="7225" y="27"/>
                </a:lnTo>
                <a:lnTo>
                  <a:pt x="7225" y="0"/>
                </a:lnTo>
                <a:moveTo>
                  <a:pt x="7410" y="0"/>
                </a:moveTo>
                <a:lnTo>
                  <a:pt x="7489" y="0"/>
                </a:lnTo>
                <a:lnTo>
                  <a:pt x="7489" y="27"/>
                </a:lnTo>
                <a:lnTo>
                  <a:pt x="7410" y="27"/>
                </a:lnTo>
                <a:lnTo>
                  <a:pt x="7410" y="0"/>
                </a:lnTo>
                <a:moveTo>
                  <a:pt x="7595" y="0"/>
                </a:moveTo>
                <a:lnTo>
                  <a:pt x="7674" y="0"/>
                </a:lnTo>
                <a:lnTo>
                  <a:pt x="7674" y="27"/>
                </a:lnTo>
                <a:lnTo>
                  <a:pt x="7595" y="27"/>
                </a:lnTo>
                <a:lnTo>
                  <a:pt x="7595" y="0"/>
                </a:lnTo>
                <a:moveTo>
                  <a:pt x="7780" y="0"/>
                </a:moveTo>
                <a:lnTo>
                  <a:pt x="7860" y="0"/>
                </a:lnTo>
                <a:lnTo>
                  <a:pt x="7860" y="27"/>
                </a:lnTo>
                <a:lnTo>
                  <a:pt x="7780" y="27"/>
                </a:lnTo>
                <a:lnTo>
                  <a:pt x="7780" y="0"/>
                </a:lnTo>
                <a:moveTo>
                  <a:pt x="7965" y="0"/>
                </a:moveTo>
                <a:lnTo>
                  <a:pt x="8045" y="0"/>
                </a:lnTo>
                <a:lnTo>
                  <a:pt x="8045" y="27"/>
                </a:lnTo>
                <a:lnTo>
                  <a:pt x="7965" y="27"/>
                </a:lnTo>
                <a:lnTo>
                  <a:pt x="7965" y="0"/>
                </a:lnTo>
                <a:moveTo>
                  <a:pt x="8151" y="0"/>
                </a:moveTo>
                <a:lnTo>
                  <a:pt x="8230" y="0"/>
                </a:lnTo>
                <a:lnTo>
                  <a:pt x="8230" y="27"/>
                </a:lnTo>
                <a:lnTo>
                  <a:pt x="8151" y="27"/>
                </a:lnTo>
                <a:lnTo>
                  <a:pt x="8151" y="0"/>
                </a:lnTo>
                <a:moveTo>
                  <a:pt x="8336" y="0"/>
                </a:moveTo>
                <a:lnTo>
                  <a:pt x="8415" y="0"/>
                </a:lnTo>
                <a:lnTo>
                  <a:pt x="8415" y="27"/>
                </a:lnTo>
                <a:lnTo>
                  <a:pt x="8336" y="27"/>
                </a:lnTo>
                <a:lnTo>
                  <a:pt x="8336" y="0"/>
                </a:lnTo>
                <a:moveTo>
                  <a:pt x="8521" y="0"/>
                </a:moveTo>
                <a:lnTo>
                  <a:pt x="8600" y="0"/>
                </a:lnTo>
                <a:lnTo>
                  <a:pt x="8600" y="27"/>
                </a:lnTo>
                <a:lnTo>
                  <a:pt x="8521" y="27"/>
                </a:lnTo>
                <a:lnTo>
                  <a:pt x="8521" y="0"/>
                </a:lnTo>
                <a:moveTo>
                  <a:pt x="8706" y="0"/>
                </a:moveTo>
                <a:lnTo>
                  <a:pt x="8786" y="0"/>
                </a:lnTo>
                <a:lnTo>
                  <a:pt x="8786" y="27"/>
                </a:lnTo>
                <a:lnTo>
                  <a:pt x="8706" y="27"/>
                </a:lnTo>
                <a:lnTo>
                  <a:pt x="8706" y="0"/>
                </a:lnTo>
                <a:moveTo>
                  <a:pt x="8891" y="0"/>
                </a:moveTo>
                <a:lnTo>
                  <a:pt x="8971" y="0"/>
                </a:lnTo>
                <a:lnTo>
                  <a:pt x="8971" y="27"/>
                </a:lnTo>
                <a:lnTo>
                  <a:pt x="8891" y="27"/>
                </a:lnTo>
                <a:lnTo>
                  <a:pt x="8891" y="0"/>
                </a:lnTo>
                <a:moveTo>
                  <a:pt x="9077" y="0"/>
                </a:moveTo>
                <a:lnTo>
                  <a:pt x="9156" y="0"/>
                </a:lnTo>
                <a:lnTo>
                  <a:pt x="9156" y="27"/>
                </a:lnTo>
                <a:lnTo>
                  <a:pt x="9077" y="27"/>
                </a:lnTo>
                <a:lnTo>
                  <a:pt x="9077" y="0"/>
                </a:lnTo>
                <a:moveTo>
                  <a:pt x="9262" y="0"/>
                </a:moveTo>
                <a:lnTo>
                  <a:pt x="9341" y="0"/>
                </a:lnTo>
                <a:lnTo>
                  <a:pt x="9341" y="27"/>
                </a:lnTo>
                <a:lnTo>
                  <a:pt x="9262" y="27"/>
                </a:lnTo>
                <a:lnTo>
                  <a:pt x="9262" y="0"/>
                </a:lnTo>
                <a:moveTo>
                  <a:pt x="9447" y="0"/>
                </a:moveTo>
                <a:lnTo>
                  <a:pt x="9526" y="0"/>
                </a:lnTo>
                <a:lnTo>
                  <a:pt x="9526" y="27"/>
                </a:lnTo>
                <a:lnTo>
                  <a:pt x="9447" y="27"/>
                </a:lnTo>
                <a:lnTo>
                  <a:pt x="9447" y="0"/>
                </a:lnTo>
                <a:moveTo>
                  <a:pt x="9632" y="0"/>
                </a:moveTo>
                <a:lnTo>
                  <a:pt x="9712" y="0"/>
                </a:lnTo>
                <a:lnTo>
                  <a:pt x="9712" y="27"/>
                </a:lnTo>
                <a:lnTo>
                  <a:pt x="9632" y="27"/>
                </a:lnTo>
                <a:lnTo>
                  <a:pt x="9632" y="0"/>
                </a:lnTo>
                <a:moveTo>
                  <a:pt x="9817" y="0"/>
                </a:moveTo>
                <a:lnTo>
                  <a:pt x="9897" y="0"/>
                </a:lnTo>
                <a:lnTo>
                  <a:pt x="9897" y="27"/>
                </a:lnTo>
                <a:lnTo>
                  <a:pt x="9817" y="27"/>
                </a:lnTo>
                <a:lnTo>
                  <a:pt x="9817" y="0"/>
                </a:lnTo>
                <a:moveTo>
                  <a:pt x="10003" y="0"/>
                </a:moveTo>
                <a:lnTo>
                  <a:pt x="10082" y="0"/>
                </a:lnTo>
                <a:lnTo>
                  <a:pt x="10082" y="27"/>
                </a:lnTo>
                <a:lnTo>
                  <a:pt x="10003" y="27"/>
                </a:lnTo>
                <a:lnTo>
                  <a:pt x="10003" y="0"/>
                </a:lnTo>
                <a:moveTo>
                  <a:pt x="10188" y="0"/>
                </a:moveTo>
                <a:lnTo>
                  <a:pt x="10267" y="0"/>
                </a:lnTo>
                <a:lnTo>
                  <a:pt x="10267" y="27"/>
                </a:lnTo>
                <a:lnTo>
                  <a:pt x="10188" y="27"/>
                </a:lnTo>
                <a:lnTo>
                  <a:pt x="10188" y="0"/>
                </a:lnTo>
                <a:moveTo>
                  <a:pt x="10373" y="0"/>
                </a:moveTo>
                <a:lnTo>
                  <a:pt x="10452" y="0"/>
                </a:lnTo>
                <a:lnTo>
                  <a:pt x="10452" y="27"/>
                </a:lnTo>
                <a:lnTo>
                  <a:pt x="10373" y="27"/>
                </a:lnTo>
                <a:lnTo>
                  <a:pt x="10373" y="0"/>
                </a:lnTo>
                <a:moveTo>
                  <a:pt x="10558" y="0"/>
                </a:moveTo>
                <a:lnTo>
                  <a:pt x="10638" y="0"/>
                </a:lnTo>
                <a:lnTo>
                  <a:pt x="10638" y="27"/>
                </a:lnTo>
                <a:lnTo>
                  <a:pt x="10558" y="27"/>
                </a:lnTo>
                <a:lnTo>
                  <a:pt x="10558" y="0"/>
                </a:lnTo>
                <a:moveTo>
                  <a:pt x="10743" y="0"/>
                </a:moveTo>
                <a:lnTo>
                  <a:pt x="10823" y="0"/>
                </a:lnTo>
                <a:lnTo>
                  <a:pt x="10823" y="27"/>
                </a:lnTo>
                <a:lnTo>
                  <a:pt x="10743" y="27"/>
                </a:lnTo>
                <a:lnTo>
                  <a:pt x="10743" y="0"/>
                </a:lnTo>
                <a:moveTo>
                  <a:pt x="10929" y="0"/>
                </a:moveTo>
                <a:lnTo>
                  <a:pt x="11008" y="0"/>
                </a:lnTo>
                <a:lnTo>
                  <a:pt x="11008" y="27"/>
                </a:lnTo>
                <a:lnTo>
                  <a:pt x="10929" y="27"/>
                </a:lnTo>
                <a:lnTo>
                  <a:pt x="10929" y="0"/>
                </a:lnTo>
                <a:moveTo>
                  <a:pt x="11114" y="0"/>
                </a:moveTo>
                <a:lnTo>
                  <a:pt x="11193" y="0"/>
                </a:lnTo>
                <a:lnTo>
                  <a:pt x="11193" y="27"/>
                </a:lnTo>
                <a:lnTo>
                  <a:pt x="11114" y="27"/>
                </a:lnTo>
                <a:lnTo>
                  <a:pt x="11114" y="0"/>
                </a:lnTo>
                <a:moveTo>
                  <a:pt x="11299" y="0"/>
                </a:moveTo>
                <a:lnTo>
                  <a:pt x="11378" y="0"/>
                </a:lnTo>
                <a:lnTo>
                  <a:pt x="11378" y="27"/>
                </a:lnTo>
                <a:lnTo>
                  <a:pt x="11299" y="27"/>
                </a:lnTo>
                <a:lnTo>
                  <a:pt x="11299" y="0"/>
                </a:lnTo>
                <a:moveTo>
                  <a:pt x="11484" y="0"/>
                </a:moveTo>
                <a:lnTo>
                  <a:pt x="11564" y="0"/>
                </a:lnTo>
                <a:lnTo>
                  <a:pt x="11564" y="27"/>
                </a:lnTo>
                <a:lnTo>
                  <a:pt x="11484" y="27"/>
                </a:lnTo>
                <a:lnTo>
                  <a:pt x="11484" y="0"/>
                </a:lnTo>
                <a:moveTo>
                  <a:pt x="11670" y="0"/>
                </a:moveTo>
                <a:lnTo>
                  <a:pt x="11749" y="0"/>
                </a:lnTo>
                <a:lnTo>
                  <a:pt x="11749" y="27"/>
                </a:lnTo>
                <a:lnTo>
                  <a:pt x="11670" y="27"/>
                </a:lnTo>
                <a:lnTo>
                  <a:pt x="11670" y="0"/>
                </a:lnTo>
                <a:moveTo>
                  <a:pt x="11855" y="0"/>
                </a:moveTo>
                <a:lnTo>
                  <a:pt x="11934" y="0"/>
                </a:lnTo>
                <a:lnTo>
                  <a:pt x="11934" y="27"/>
                </a:lnTo>
                <a:lnTo>
                  <a:pt x="11855" y="27"/>
                </a:lnTo>
                <a:lnTo>
                  <a:pt x="11855" y="0"/>
                </a:lnTo>
                <a:moveTo>
                  <a:pt x="12040" y="0"/>
                </a:moveTo>
                <a:lnTo>
                  <a:pt x="12119" y="0"/>
                </a:lnTo>
                <a:lnTo>
                  <a:pt x="12119" y="27"/>
                </a:lnTo>
                <a:lnTo>
                  <a:pt x="12040" y="27"/>
                </a:lnTo>
                <a:lnTo>
                  <a:pt x="12040" y="0"/>
                </a:lnTo>
                <a:moveTo>
                  <a:pt x="12225" y="0"/>
                </a:moveTo>
                <a:lnTo>
                  <a:pt x="12305" y="0"/>
                </a:lnTo>
                <a:lnTo>
                  <a:pt x="12305" y="27"/>
                </a:lnTo>
                <a:lnTo>
                  <a:pt x="12225" y="27"/>
                </a:lnTo>
                <a:lnTo>
                  <a:pt x="12225" y="0"/>
                </a:lnTo>
                <a:moveTo>
                  <a:pt x="12410" y="0"/>
                </a:moveTo>
                <a:lnTo>
                  <a:pt x="12490" y="0"/>
                </a:lnTo>
                <a:lnTo>
                  <a:pt x="12490" y="27"/>
                </a:lnTo>
                <a:lnTo>
                  <a:pt x="12410" y="27"/>
                </a:lnTo>
                <a:lnTo>
                  <a:pt x="12410" y="0"/>
                </a:lnTo>
                <a:moveTo>
                  <a:pt x="12596" y="0"/>
                </a:moveTo>
                <a:lnTo>
                  <a:pt x="12675" y="0"/>
                </a:lnTo>
                <a:lnTo>
                  <a:pt x="12675" y="27"/>
                </a:lnTo>
                <a:lnTo>
                  <a:pt x="12596" y="27"/>
                </a:lnTo>
                <a:lnTo>
                  <a:pt x="12596" y="0"/>
                </a:lnTo>
                <a:moveTo>
                  <a:pt x="12781" y="0"/>
                </a:moveTo>
                <a:lnTo>
                  <a:pt x="12860" y="0"/>
                </a:lnTo>
                <a:lnTo>
                  <a:pt x="12860" y="27"/>
                </a:lnTo>
                <a:lnTo>
                  <a:pt x="12781" y="27"/>
                </a:lnTo>
                <a:lnTo>
                  <a:pt x="12781" y="0"/>
                </a:lnTo>
                <a:moveTo>
                  <a:pt x="12966" y="0"/>
                </a:moveTo>
                <a:lnTo>
                  <a:pt x="13045" y="0"/>
                </a:lnTo>
                <a:lnTo>
                  <a:pt x="13045" y="27"/>
                </a:lnTo>
                <a:lnTo>
                  <a:pt x="12966" y="27"/>
                </a:lnTo>
                <a:lnTo>
                  <a:pt x="12966" y="0"/>
                </a:lnTo>
                <a:moveTo>
                  <a:pt x="13151" y="0"/>
                </a:moveTo>
                <a:lnTo>
                  <a:pt x="13231" y="0"/>
                </a:lnTo>
                <a:lnTo>
                  <a:pt x="13231" y="27"/>
                </a:lnTo>
                <a:lnTo>
                  <a:pt x="13151" y="27"/>
                </a:lnTo>
                <a:lnTo>
                  <a:pt x="13151" y="0"/>
                </a:lnTo>
                <a:moveTo>
                  <a:pt x="13336" y="0"/>
                </a:moveTo>
                <a:lnTo>
                  <a:pt x="13416" y="0"/>
                </a:lnTo>
                <a:lnTo>
                  <a:pt x="13416" y="27"/>
                </a:lnTo>
                <a:lnTo>
                  <a:pt x="13336" y="27"/>
                </a:lnTo>
                <a:lnTo>
                  <a:pt x="13336" y="0"/>
                </a:lnTo>
                <a:moveTo>
                  <a:pt x="13522" y="0"/>
                </a:moveTo>
                <a:lnTo>
                  <a:pt x="13601" y="0"/>
                </a:lnTo>
                <a:lnTo>
                  <a:pt x="13601" y="27"/>
                </a:lnTo>
                <a:lnTo>
                  <a:pt x="13522" y="27"/>
                </a:lnTo>
                <a:lnTo>
                  <a:pt x="13522" y="0"/>
                </a:lnTo>
                <a:moveTo>
                  <a:pt x="13707" y="0"/>
                </a:moveTo>
                <a:lnTo>
                  <a:pt x="13786" y="0"/>
                </a:lnTo>
                <a:lnTo>
                  <a:pt x="13786" y="27"/>
                </a:lnTo>
                <a:lnTo>
                  <a:pt x="13707" y="27"/>
                </a:lnTo>
                <a:lnTo>
                  <a:pt x="13707" y="0"/>
                </a:lnTo>
                <a:moveTo>
                  <a:pt x="13892" y="0"/>
                </a:moveTo>
                <a:lnTo>
                  <a:pt x="13971" y="0"/>
                </a:lnTo>
                <a:lnTo>
                  <a:pt x="13971" y="27"/>
                </a:lnTo>
                <a:lnTo>
                  <a:pt x="13892" y="27"/>
                </a:lnTo>
                <a:lnTo>
                  <a:pt x="13892" y="0"/>
                </a:lnTo>
                <a:moveTo>
                  <a:pt x="14077" y="0"/>
                </a:moveTo>
                <a:lnTo>
                  <a:pt x="14157" y="0"/>
                </a:lnTo>
                <a:lnTo>
                  <a:pt x="14157" y="27"/>
                </a:lnTo>
                <a:lnTo>
                  <a:pt x="14077" y="27"/>
                </a:lnTo>
                <a:lnTo>
                  <a:pt x="14077" y="0"/>
                </a:lnTo>
                <a:moveTo>
                  <a:pt x="14262" y="0"/>
                </a:moveTo>
                <a:lnTo>
                  <a:pt x="14342" y="0"/>
                </a:lnTo>
                <a:lnTo>
                  <a:pt x="14342" y="27"/>
                </a:lnTo>
                <a:lnTo>
                  <a:pt x="14262" y="27"/>
                </a:lnTo>
                <a:lnTo>
                  <a:pt x="14262" y="0"/>
                </a:lnTo>
                <a:moveTo>
                  <a:pt x="14448" y="0"/>
                </a:moveTo>
                <a:lnTo>
                  <a:pt x="14527" y="0"/>
                </a:lnTo>
                <a:lnTo>
                  <a:pt x="14527" y="27"/>
                </a:lnTo>
                <a:lnTo>
                  <a:pt x="14448" y="27"/>
                </a:lnTo>
                <a:lnTo>
                  <a:pt x="14448" y="0"/>
                </a:lnTo>
                <a:moveTo>
                  <a:pt x="14633" y="0"/>
                </a:moveTo>
                <a:lnTo>
                  <a:pt x="14712" y="0"/>
                </a:lnTo>
                <a:lnTo>
                  <a:pt x="14712" y="27"/>
                </a:lnTo>
                <a:lnTo>
                  <a:pt x="14633" y="27"/>
                </a:lnTo>
                <a:lnTo>
                  <a:pt x="14633" y="0"/>
                </a:lnTo>
                <a:moveTo>
                  <a:pt x="14818" y="0"/>
                </a:moveTo>
                <a:lnTo>
                  <a:pt x="14897" y="0"/>
                </a:lnTo>
                <a:lnTo>
                  <a:pt x="14897" y="27"/>
                </a:lnTo>
                <a:lnTo>
                  <a:pt x="14818" y="27"/>
                </a:lnTo>
                <a:lnTo>
                  <a:pt x="14818" y="0"/>
                </a:lnTo>
                <a:moveTo>
                  <a:pt x="15003" y="0"/>
                </a:moveTo>
                <a:lnTo>
                  <a:pt x="15083" y="0"/>
                </a:lnTo>
                <a:lnTo>
                  <a:pt x="15083" y="27"/>
                </a:lnTo>
                <a:lnTo>
                  <a:pt x="15003" y="27"/>
                </a:lnTo>
                <a:lnTo>
                  <a:pt x="15003" y="0"/>
                </a:lnTo>
                <a:moveTo>
                  <a:pt x="15188" y="0"/>
                </a:moveTo>
                <a:lnTo>
                  <a:pt x="15268" y="0"/>
                </a:lnTo>
                <a:lnTo>
                  <a:pt x="15268" y="27"/>
                </a:lnTo>
                <a:lnTo>
                  <a:pt x="15188" y="27"/>
                </a:lnTo>
                <a:lnTo>
                  <a:pt x="15188" y="0"/>
                </a:lnTo>
                <a:moveTo>
                  <a:pt x="15374" y="0"/>
                </a:moveTo>
                <a:lnTo>
                  <a:pt x="15453" y="0"/>
                </a:lnTo>
                <a:lnTo>
                  <a:pt x="15453" y="27"/>
                </a:lnTo>
                <a:lnTo>
                  <a:pt x="15374" y="27"/>
                </a:lnTo>
                <a:lnTo>
                  <a:pt x="15374" y="0"/>
                </a:lnTo>
                <a:moveTo>
                  <a:pt x="15559" y="0"/>
                </a:moveTo>
                <a:lnTo>
                  <a:pt x="15638" y="0"/>
                </a:lnTo>
                <a:lnTo>
                  <a:pt x="15638" y="27"/>
                </a:lnTo>
                <a:lnTo>
                  <a:pt x="15559" y="27"/>
                </a:lnTo>
                <a:lnTo>
                  <a:pt x="15559" y="0"/>
                </a:lnTo>
                <a:moveTo>
                  <a:pt x="15744" y="0"/>
                </a:moveTo>
                <a:lnTo>
                  <a:pt x="15823" y="0"/>
                </a:lnTo>
                <a:lnTo>
                  <a:pt x="15823" y="27"/>
                </a:lnTo>
                <a:lnTo>
                  <a:pt x="15744" y="27"/>
                </a:lnTo>
                <a:lnTo>
                  <a:pt x="15744" y="0"/>
                </a:lnTo>
                <a:moveTo>
                  <a:pt x="15929" y="0"/>
                </a:moveTo>
                <a:lnTo>
                  <a:pt x="16009" y="0"/>
                </a:lnTo>
                <a:lnTo>
                  <a:pt x="16009" y="27"/>
                </a:lnTo>
                <a:lnTo>
                  <a:pt x="15929" y="27"/>
                </a:lnTo>
                <a:lnTo>
                  <a:pt x="15929" y="0"/>
                </a:lnTo>
                <a:moveTo>
                  <a:pt x="16115" y="0"/>
                </a:moveTo>
                <a:lnTo>
                  <a:pt x="16194" y="0"/>
                </a:lnTo>
                <a:lnTo>
                  <a:pt x="16194" y="27"/>
                </a:lnTo>
                <a:lnTo>
                  <a:pt x="16115" y="27"/>
                </a:lnTo>
                <a:lnTo>
                  <a:pt x="16115" y="0"/>
                </a:lnTo>
                <a:moveTo>
                  <a:pt x="16300" y="0"/>
                </a:moveTo>
                <a:lnTo>
                  <a:pt x="16379" y="0"/>
                </a:lnTo>
                <a:lnTo>
                  <a:pt x="16379" y="27"/>
                </a:lnTo>
                <a:lnTo>
                  <a:pt x="16300" y="27"/>
                </a:lnTo>
                <a:lnTo>
                  <a:pt x="16300" y="0"/>
                </a:lnTo>
                <a:moveTo>
                  <a:pt x="16485" y="0"/>
                </a:moveTo>
                <a:lnTo>
                  <a:pt x="16564" y="0"/>
                </a:lnTo>
                <a:lnTo>
                  <a:pt x="16564" y="27"/>
                </a:lnTo>
                <a:lnTo>
                  <a:pt x="16485" y="27"/>
                </a:lnTo>
                <a:lnTo>
                  <a:pt x="16485" y="0"/>
                </a:lnTo>
                <a:moveTo>
                  <a:pt x="16670" y="0"/>
                </a:moveTo>
                <a:lnTo>
                  <a:pt x="16750" y="0"/>
                </a:lnTo>
                <a:lnTo>
                  <a:pt x="16750" y="27"/>
                </a:lnTo>
                <a:lnTo>
                  <a:pt x="16670" y="27"/>
                </a:lnTo>
                <a:lnTo>
                  <a:pt x="16670" y="0"/>
                </a:lnTo>
                <a:moveTo>
                  <a:pt x="16855" y="0"/>
                </a:moveTo>
                <a:lnTo>
                  <a:pt x="16935" y="0"/>
                </a:lnTo>
                <a:lnTo>
                  <a:pt x="16935" y="27"/>
                </a:lnTo>
                <a:lnTo>
                  <a:pt x="16855" y="27"/>
                </a:lnTo>
                <a:lnTo>
                  <a:pt x="16855" y="0"/>
                </a:lnTo>
                <a:moveTo>
                  <a:pt x="17041" y="0"/>
                </a:moveTo>
                <a:lnTo>
                  <a:pt x="17120" y="0"/>
                </a:lnTo>
                <a:lnTo>
                  <a:pt x="17120" y="27"/>
                </a:lnTo>
                <a:lnTo>
                  <a:pt x="17041" y="27"/>
                </a:lnTo>
                <a:lnTo>
                  <a:pt x="17041" y="0"/>
                </a:lnTo>
                <a:moveTo>
                  <a:pt x="17226" y="0"/>
                </a:moveTo>
                <a:lnTo>
                  <a:pt x="17305" y="0"/>
                </a:lnTo>
                <a:lnTo>
                  <a:pt x="17305" y="27"/>
                </a:lnTo>
                <a:lnTo>
                  <a:pt x="17226" y="27"/>
                </a:lnTo>
                <a:lnTo>
                  <a:pt x="17226" y="0"/>
                </a:lnTo>
                <a:moveTo>
                  <a:pt x="17411" y="0"/>
                </a:moveTo>
                <a:lnTo>
                  <a:pt x="17490" y="0"/>
                </a:lnTo>
                <a:lnTo>
                  <a:pt x="17490" y="27"/>
                </a:lnTo>
                <a:lnTo>
                  <a:pt x="17411" y="27"/>
                </a:lnTo>
                <a:lnTo>
                  <a:pt x="17411" y="0"/>
                </a:lnTo>
                <a:moveTo>
                  <a:pt x="17596" y="0"/>
                </a:moveTo>
                <a:lnTo>
                  <a:pt x="17676" y="0"/>
                </a:lnTo>
                <a:lnTo>
                  <a:pt x="17676" y="27"/>
                </a:lnTo>
                <a:lnTo>
                  <a:pt x="17596" y="27"/>
                </a:lnTo>
                <a:lnTo>
                  <a:pt x="17596" y="0"/>
                </a:lnTo>
                <a:moveTo>
                  <a:pt x="17781" y="0"/>
                </a:moveTo>
                <a:lnTo>
                  <a:pt x="17861" y="0"/>
                </a:lnTo>
                <a:lnTo>
                  <a:pt x="17861" y="27"/>
                </a:lnTo>
                <a:lnTo>
                  <a:pt x="17781" y="27"/>
                </a:lnTo>
                <a:lnTo>
                  <a:pt x="17781" y="0"/>
                </a:lnTo>
                <a:moveTo>
                  <a:pt x="17967" y="0"/>
                </a:moveTo>
                <a:lnTo>
                  <a:pt x="18046" y="0"/>
                </a:lnTo>
                <a:lnTo>
                  <a:pt x="18046" y="27"/>
                </a:lnTo>
                <a:lnTo>
                  <a:pt x="17967" y="27"/>
                </a:lnTo>
                <a:lnTo>
                  <a:pt x="17967" y="0"/>
                </a:lnTo>
                <a:moveTo>
                  <a:pt x="18152" y="0"/>
                </a:moveTo>
                <a:lnTo>
                  <a:pt x="18231" y="0"/>
                </a:lnTo>
                <a:lnTo>
                  <a:pt x="18231" y="27"/>
                </a:lnTo>
                <a:lnTo>
                  <a:pt x="18152" y="27"/>
                </a:lnTo>
                <a:lnTo>
                  <a:pt x="18152" y="0"/>
                </a:lnTo>
                <a:moveTo>
                  <a:pt x="18337" y="0"/>
                </a:moveTo>
                <a:lnTo>
                  <a:pt x="18416" y="0"/>
                </a:lnTo>
                <a:lnTo>
                  <a:pt x="18416" y="27"/>
                </a:lnTo>
                <a:lnTo>
                  <a:pt x="18337" y="27"/>
                </a:lnTo>
                <a:lnTo>
                  <a:pt x="18337" y="0"/>
                </a:lnTo>
                <a:moveTo>
                  <a:pt x="18522" y="0"/>
                </a:moveTo>
                <a:lnTo>
                  <a:pt x="18602" y="0"/>
                </a:lnTo>
                <a:lnTo>
                  <a:pt x="18602" y="27"/>
                </a:lnTo>
                <a:lnTo>
                  <a:pt x="18522" y="27"/>
                </a:lnTo>
                <a:lnTo>
                  <a:pt x="18522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3" name=""/>
          <p:cNvSpPr/>
          <p:nvPr/>
        </p:nvSpPr>
        <p:spPr>
          <a:xfrm>
            <a:off x="1161720" y="4714560"/>
            <a:ext cx="0" cy="165744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4" name=""/>
          <p:cNvSpPr/>
          <p:nvPr/>
        </p:nvSpPr>
        <p:spPr>
          <a:xfrm>
            <a:off x="1161720" y="6372000"/>
            <a:ext cx="6705720" cy="0"/>
          </a:xfrm>
          <a:prstGeom prst="line">
            <a:avLst/>
          </a:prstGeom>
          <a:ln w="9360">
            <a:solidFill>
              <a:srgbClr val="666666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5" name=""/>
          <p:cNvSpPr/>
          <p:nvPr/>
        </p:nvSpPr>
        <p:spPr>
          <a:xfrm>
            <a:off x="7862760" y="4714560"/>
            <a:ext cx="9720" cy="1638720"/>
          </a:xfrm>
          <a:custGeom>
            <a:avLst/>
            <a:gdLst/>
            <a:ahLst/>
            <a:rect l="0" t="0" r="r" b="b"/>
            <a:pathLst>
              <a:path w="27" h="4552">
                <a:moveTo>
                  <a:pt x="27" y="0"/>
                </a:moveTo>
                <a:lnTo>
                  <a:pt x="27" y="106"/>
                </a:lnTo>
                <a:lnTo>
                  <a:pt x="0" y="106"/>
                </a:lnTo>
                <a:lnTo>
                  <a:pt x="0" y="0"/>
                </a:lnTo>
                <a:lnTo>
                  <a:pt x="27" y="0"/>
                </a:lnTo>
                <a:moveTo>
                  <a:pt x="27" y="186"/>
                </a:moveTo>
                <a:lnTo>
                  <a:pt x="27" y="291"/>
                </a:lnTo>
                <a:lnTo>
                  <a:pt x="0" y="291"/>
                </a:lnTo>
                <a:lnTo>
                  <a:pt x="0" y="186"/>
                </a:lnTo>
                <a:lnTo>
                  <a:pt x="27" y="186"/>
                </a:lnTo>
                <a:moveTo>
                  <a:pt x="27" y="371"/>
                </a:moveTo>
                <a:lnTo>
                  <a:pt x="27" y="477"/>
                </a:lnTo>
                <a:lnTo>
                  <a:pt x="0" y="477"/>
                </a:lnTo>
                <a:lnTo>
                  <a:pt x="0" y="371"/>
                </a:lnTo>
                <a:lnTo>
                  <a:pt x="27" y="371"/>
                </a:lnTo>
                <a:moveTo>
                  <a:pt x="27" y="556"/>
                </a:moveTo>
                <a:lnTo>
                  <a:pt x="27" y="662"/>
                </a:lnTo>
                <a:lnTo>
                  <a:pt x="0" y="662"/>
                </a:lnTo>
                <a:lnTo>
                  <a:pt x="0" y="556"/>
                </a:lnTo>
                <a:lnTo>
                  <a:pt x="27" y="556"/>
                </a:lnTo>
                <a:moveTo>
                  <a:pt x="27" y="741"/>
                </a:moveTo>
                <a:lnTo>
                  <a:pt x="27" y="847"/>
                </a:lnTo>
                <a:lnTo>
                  <a:pt x="0" y="847"/>
                </a:lnTo>
                <a:lnTo>
                  <a:pt x="0" y="741"/>
                </a:lnTo>
                <a:lnTo>
                  <a:pt x="27" y="741"/>
                </a:lnTo>
                <a:moveTo>
                  <a:pt x="27" y="926"/>
                </a:moveTo>
                <a:lnTo>
                  <a:pt x="27" y="1032"/>
                </a:lnTo>
                <a:lnTo>
                  <a:pt x="0" y="1032"/>
                </a:lnTo>
                <a:lnTo>
                  <a:pt x="0" y="926"/>
                </a:lnTo>
                <a:lnTo>
                  <a:pt x="27" y="926"/>
                </a:lnTo>
                <a:moveTo>
                  <a:pt x="27" y="1112"/>
                </a:moveTo>
                <a:lnTo>
                  <a:pt x="27" y="1217"/>
                </a:lnTo>
                <a:lnTo>
                  <a:pt x="0" y="1217"/>
                </a:lnTo>
                <a:lnTo>
                  <a:pt x="0" y="1112"/>
                </a:lnTo>
                <a:lnTo>
                  <a:pt x="27" y="1112"/>
                </a:lnTo>
                <a:moveTo>
                  <a:pt x="27" y="1297"/>
                </a:moveTo>
                <a:lnTo>
                  <a:pt x="27" y="1403"/>
                </a:lnTo>
                <a:lnTo>
                  <a:pt x="0" y="1403"/>
                </a:lnTo>
                <a:lnTo>
                  <a:pt x="0" y="1297"/>
                </a:lnTo>
                <a:lnTo>
                  <a:pt x="27" y="1297"/>
                </a:lnTo>
                <a:moveTo>
                  <a:pt x="27" y="1482"/>
                </a:moveTo>
                <a:lnTo>
                  <a:pt x="27" y="1588"/>
                </a:lnTo>
                <a:lnTo>
                  <a:pt x="0" y="1588"/>
                </a:lnTo>
                <a:lnTo>
                  <a:pt x="0" y="1482"/>
                </a:lnTo>
                <a:lnTo>
                  <a:pt x="27" y="1482"/>
                </a:lnTo>
                <a:moveTo>
                  <a:pt x="27" y="1667"/>
                </a:moveTo>
                <a:lnTo>
                  <a:pt x="27" y="1773"/>
                </a:lnTo>
                <a:lnTo>
                  <a:pt x="0" y="1773"/>
                </a:lnTo>
                <a:lnTo>
                  <a:pt x="0" y="1667"/>
                </a:lnTo>
                <a:lnTo>
                  <a:pt x="27" y="1667"/>
                </a:lnTo>
                <a:moveTo>
                  <a:pt x="27" y="1852"/>
                </a:moveTo>
                <a:lnTo>
                  <a:pt x="27" y="1958"/>
                </a:lnTo>
                <a:lnTo>
                  <a:pt x="0" y="1958"/>
                </a:lnTo>
                <a:lnTo>
                  <a:pt x="0" y="1852"/>
                </a:lnTo>
                <a:lnTo>
                  <a:pt x="27" y="1852"/>
                </a:lnTo>
                <a:moveTo>
                  <a:pt x="27" y="2038"/>
                </a:moveTo>
                <a:lnTo>
                  <a:pt x="27" y="2143"/>
                </a:lnTo>
                <a:lnTo>
                  <a:pt x="0" y="2143"/>
                </a:lnTo>
                <a:lnTo>
                  <a:pt x="0" y="2038"/>
                </a:lnTo>
                <a:lnTo>
                  <a:pt x="27" y="2038"/>
                </a:lnTo>
                <a:moveTo>
                  <a:pt x="27" y="2223"/>
                </a:moveTo>
                <a:lnTo>
                  <a:pt x="27" y="2329"/>
                </a:lnTo>
                <a:lnTo>
                  <a:pt x="0" y="2329"/>
                </a:lnTo>
                <a:lnTo>
                  <a:pt x="0" y="2223"/>
                </a:lnTo>
                <a:lnTo>
                  <a:pt x="27" y="2223"/>
                </a:lnTo>
                <a:moveTo>
                  <a:pt x="27" y="2408"/>
                </a:moveTo>
                <a:lnTo>
                  <a:pt x="27" y="2514"/>
                </a:lnTo>
                <a:lnTo>
                  <a:pt x="0" y="2514"/>
                </a:lnTo>
                <a:lnTo>
                  <a:pt x="0" y="2408"/>
                </a:lnTo>
                <a:lnTo>
                  <a:pt x="27" y="2408"/>
                </a:lnTo>
                <a:moveTo>
                  <a:pt x="27" y="2593"/>
                </a:moveTo>
                <a:lnTo>
                  <a:pt x="27" y="2699"/>
                </a:lnTo>
                <a:lnTo>
                  <a:pt x="0" y="2699"/>
                </a:lnTo>
                <a:lnTo>
                  <a:pt x="0" y="2593"/>
                </a:lnTo>
                <a:lnTo>
                  <a:pt x="27" y="2593"/>
                </a:lnTo>
                <a:moveTo>
                  <a:pt x="27" y="2778"/>
                </a:moveTo>
                <a:lnTo>
                  <a:pt x="27" y="2885"/>
                </a:lnTo>
                <a:lnTo>
                  <a:pt x="0" y="2885"/>
                </a:lnTo>
                <a:lnTo>
                  <a:pt x="0" y="2778"/>
                </a:lnTo>
                <a:lnTo>
                  <a:pt x="27" y="2778"/>
                </a:lnTo>
                <a:moveTo>
                  <a:pt x="27" y="2965"/>
                </a:moveTo>
                <a:lnTo>
                  <a:pt x="27" y="3071"/>
                </a:lnTo>
                <a:lnTo>
                  <a:pt x="0" y="3071"/>
                </a:lnTo>
                <a:lnTo>
                  <a:pt x="0" y="2965"/>
                </a:lnTo>
                <a:lnTo>
                  <a:pt x="27" y="2965"/>
                </a:lnTo>
                <a:moveTo>
                  <a:pt x="27" y="3150"/>
                </a:moveTo>
                <a:lnTo>
                  <a:pt x="27" y="3256"/>
                </a:lnTo>
                <a:lnTo>
                  <a:pt x="0" y="3256"/>
                </a:lnTo>
                <a:lnTo>
                  <a:pt x="0" y="3150"/>
                </a:lnTo>
                <a:lnTo>
                  <a:pt x="27" y="3150"/>
                </a:lnTo>
                <a:moveTo>
                  <a:pt x="27" y="3335"/>
                </a:moveTo>
                <a:lnTo>
                  <a:pt x="27" y="3441"/>
                </a:lnTo>
                <a:lnTo>
                  <a:pt x="0" y="3441"/>
                </a:lnTo>
                <a:lnTo>
                  <a:pt x="0" y="3335"/>
                </a:lnTo>
                <a:lnTo>
                  <a:pt x="27" y="3335"/>
                </a:lnTo>
                <a:moveTo>
                  <a:pt x="27" y="3520"/>
                </a:moveTo>
                <a:lnTo>
                  <a:pt x="27" y="3626"/>
                </a:lnTo>
                <a:lnTo>
                  <a:pt x="0" y="3626"/>
                </a:lnTo>
                <a:lnTo>
                  <a:pt x="0" y="3520"/>
                </a:lnTo>
                <a:lnTo>
                  <a:pt x="27" y="3520"/>
                </a:lnTo>
                <a:moveTo>
                  <a:pt x="27" y="3706"/>
                </a:moveTo>
                <a:lnTo>
                  <a:pt x="27" y="3811"/>
                </a:lnTo>
                <a:lnTo>
                  <a:pt x="0" y="3811"/>
                </a:lnTo>
                <a:lnTo>
                  <a:pt x="0" y="3706"/>
                </a:lnTo>
                <a:lnTo>
                  <a:pt x="27" y="3706"/>
                </a:lnTo>
                <a:moveTo>
                  <a:pt x="27" y="3891"/>
                </a:moveTo>
                <a:lnTo>
                  <a:pt x="27" y="3997"/>
                </a:lnTo>
                <a:lnTo>
                  <a:pt x="0" y="3997"/>
                </a:lnTo>
                <a:lnTo>
                  <a:pt x="0" y="3891"/>
                </a:lnTo>
                <a:lnTo>
                  <a:pt x="27" y="3891"/>
                </a:lnTo>
                <a:moveTo>
                  <a:pt x="27" y="4076"/>
                </a:moveTo>
                <a:lnTo>
                  <a:pt x="27" y="4182"/>
                </a:lnTo>
                <a:lnTo>
                  <a:pt x="0" y="4182"/>
                </a:lnTo>
                <a:lnTo>
                  <a:pt x="0" y="4076"/>
                </a:lnTo>
                <a:lnTo>
                  <a:pt x="27" y="4076"/>
                </a:lnTo>
                <a:moveTo>
                  <a:pt x="27" y="4261"/>
                </a:moveTo>
                <a:lnTo>
                  <a:pt x="27" y="4367"/>
                </a:lnTo>
                <a:lnTo>
                  <a:pt x="0" y="4367"/>
                </a:lnTo>
                <a:lnTo>
                  <a:pt x="0" y="4261"/>
                </a:lnTo>
                <a:lnTo>
                  <a:pt x="27" y="4261"/>
                </a:lnTo>
                <a:moveTo>
                  <a:pt x="27" y="4446"/>
                </a:moveTo>
                <a:lnTo>
                  <a:pt x="27" y="4552"/>
                </a:lnTo>
                <a:lnTo>
                  <a:pt x="0" y="4552"/>
                </a:lnTo>
                <a:lnTo>
                  <a:pt x="0" y="4446"/>
                </a:lnTo>
                <a:lnTo>
                  <a:pt x="27" y="4446"/>
                </a:ln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26" name=""/>
          <p:cNvSpPr txBox="1"/>
          <p:nvPr/>
        </p:nvSpPr>
        <p:spPr>
          <a:xfrm>
            <a:off x="1028520" y="6321960"/>
            <a:ext cx="11628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00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7" name=""/>
          <p:cNvSpPr txBox="1"/>
          <p:nvPr/>
        </p:nvSpPr>
        <p:spPr>
          <a:xfrm>
            <a:off x="932400" y="65505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3.956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8" name=""/>
          <p:cNvSpPr txBox="1"/>
          <p:nvPr/>
        </p:nvSpPr>
        <p:spPr>
          <a:xfrm>
            <a:off x="4285440" y="65505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3.956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9" name=""/>
          <p:cNvSpPr txBox="1"/>
          <p:nvPr/>
        </p:nvSpPr>
        <p:spPr>
          <a:xfrm>
            <a:off x="7638120" y="6550560"/>
            <a:ext cx="463320" cy="111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AAAAAA"/>
                </a:solidFill>
                <a:effectLst/>
                <a:uFillTx/>
                <a:latin typeface="DejaVuSansMono"/>
                <a:ea typeface="DejaVuSansMono"/>
              </a:rPr>
              <a:t>3.956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0" name=""/>
          <p:cNvSpPr txBox="1"/>
          <p:nvPr/>
        </p:nvSpPr>
        <p:spPr>
          <a:xfrm>
            <a:off x="1162080" y="4495320"/>
            <a:ext cx="1836720" cy="10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linear scale · full range 3.956 ms–3.956 ms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1" name=""/>
          <p:cNvSpPr txBox="1"/>
          <p:nvPr/>
        </p:nvSpPr>
        <p:spPr>
          <a:xfrm>
            <a:off x="4183560" y="6620400"/>
            <a:ext cx="3981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Duration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2" name=""/>
          <p:cNvSpPr/>
          <p:nvPr/>
        </p:nvSpPr>
        <p:spPr>
          <a:xfrm>
            <a:off x="1157040" y="4714560"/>
            <a:ext cx="10080" cy="1638720"/>
          </a:xfrm>
          <a:custGeom>
            <a:avLst/>
            <a:gdLst/>
            <a:ahLst/>
            <a:rect l="0" t="0" r="r" b="b"/>
            <a:pathLst>
              <a:path w="28" h="4552">
                <a:moveTo>
                  <a:pt x="28" y="0"/>
                </a:moveTo>
                <a:lnTo>
                  <a:pt x="28" y="106"/>
                </a:lnTo>
                <a:lnTo>
                  <a:pt x="0" y="106"/>
                </a:lnTo>
                <a:lnTo>
                  <a:pt x="0" y="0"/>
                </a:lnTo>
                <a:lnTo>
                  <a:pt x="28" y="0"/>
                </a:lnTo>
                <a:moveTo>
                  <a:pt x="28" y="186"/>
                </a:moveTo>
                <a:lnTo>
                  <a:pt x="28" y="291"/>
                </a:lnTo>
                <a:lnTo>
                  <a:pt x="0" y="291"/>
                </a:lnTo>
                <a:lnTo>
                  <a:pt x="0" y="186"/>
                </a:lnTo>
                <a:lnTo>
                  <a:pt x="28" y="186"/>
                </a:lnTo>
                <a:moveTo>
                  <a:pt x="28" y="371"/>
                </a:moveTo>
                <a:lnTo>
                  <a:pt x="28" y="477"/>
                </a:lnTo>
                <a:lnTo>
                  <a:pt x="0" y="477"/>
                </a:lnTo>
                <a:lnTo>
                  <a:pt x="0" y="371"/>
                </a:lnTo>
                <a:lnTo>
                  <a:pt x="28" y="371"/>
                </a:lnTo>
                <a:moveTo>
                  <a:pt x="28" y="556"/>
                </a:moveTo>
                <a:lnTo>
                  <a:pt x="28" y="662"/>
                </a:lnTo>
                <a:lnTo>
                  <a:pt x="0" y="662"/>
                </a:lnTo>
                <a:lnTo>
                  <a:pt x="0" y="556"/>
                </a:lnTo>
                <a:lnTo>
                  <a:pt x="28" y="556"/>
                </a:lnTo>
                <a:moveTo>
                  <a:pt x="28" y="741"/>
                </a:moveTo>
                <a:lnTo>
                  <a:pt x="28" y="847"/>
                </a:lnTo>
                <a:lnTo>
                  <a:pt x="0" y="847"/>
                </a:lnTo>
                <a:lnTo>
                  <a:pt x="0" y="741"/>
                </a:lnTo>
                <a:lnTo>
                  <a:pt x="28" y="741"/>
                </a:lnTo>
                <a:moveTo>
                  <a:pt x="28" y="926"/>
                </a:moveTo>
                <a:lnTo>
                  <a:pt x="28" y="1032"/>
                </a:lnTo>
                <a:lnTo>
                  <a:pt x="0" y="1032"/>
                </a:lnTo>
                <a:lnTo>
                  <a:pt x="0" y="926"/>
                </a:lnTo>
                <a:lnTo>
                  <a:pt x="28" y="926"/>
                </a:lnTo>
                <a:moveTo>
                  <a:pt x="28" y="1112"/>
                </a:moveTo>
                <a:lnTo>
                  <a:pt x="28" y="1217"/>
                </a:lnTo>
                <a:lnTo>
                  <a:pt x="0" y="1217"/>
                </a:lnTo>
                <a:lnTo>
                  <a:pt x="0" y="1112"/>
                </a:lnTo>
                <a:lnTo>
                  <a:pt x="28" y="1112"/>
                </a:lnTo>
                <a:moveTo>
                  <a:pt x="28" y="1297"/>
                </a:moveTo>
                <a:lnTo>
                  <a:pt x="28" y="1403"/>
                </a:lnTo>
                <a:lnTo>
                  <a:pt x="0" y="1403"/>
                </a:lnTo>
                <a:lnTo>
                  <a:pt x="0" y="1297"/>
                </a:lnTo>
                <a:lnTo>
                  <a:pt x="28" y="1297"/>
                </a:lnTo>
                <a:moveTo>
                  <a:pt x="28" y="1482"/>
                </a:moveTo>
                <a:lnTo>
                  <a:pt x="28" y="1588"/>
                </a:lnTo>
                <a:lnTo>
                  <a:pt x="0" y="1588"/>
                </a:lnTo>
                <a:lnTo>
                  <a:pt x="0" y="1482"/>
                </a:lnTo>
                <a:lnTo>
                  <a:pt x="28" y="1482"/>
                </a:lnTo>
                <a:moveTo>
                  <a:pt x="28" y="1667"/>
                </a:moveTo>
                <a:lnTo>
                  <a:pt x="28" y="1773"/>
                </a:lnTo>
                <a:lnTo>
                  <a:pt x="0" y="1773"/>
                </a:lnTo>
                <a:lnTo>
                  <a:pt x="0" y="1667"/>
                </a:lnTo>
                <a:lnTo>
                  <a:pt x="28" y="1667"/>
                </a:lnTo>
                <a:moveTo>
                  <a:pt x="28" y="1852"/>
                </a:moveTo>
                <a:lnTo>
                  <a:pt x="28" y="1958"/>
                </a:lnTo>
                <a:lnTo>
                  <a:pt x="0" y="1958"/>
                </a:lnTo>
                <a:lnTo>
                  <a:pt x="0" y="1852"/>
                </a:lnTo>
                <a:lnTo>
                  <a:pt x="28" y="1852"/>
                </a:lnTo>
                <a:moveTo>
                  <a:pt x="28" y="2038"/>
                </a:moveTo>
                <a:lnTo>
                  <a:pt x="28" y="2143"/>
                </a:lnTo>
                <a:lnTo>
                  <a:pt x="0" y="2143"/>
                </a:lnTo>
                <a:lnTo>
                  <a:pt x="0" y="2038"/>
                </a:lnTo>
                <a:lnTo>
                  <a:pt x="28" y="2038"/>
                </a:lnTo>
                <a:moveTo>
                  <a:pt x="28" y="2223"/>
                </a:moveTo>
                <a:lnTo>
                  <a:pt x="28" y="2329"/>
                </a:lnTo>
                <a:lnTo>
                  <a:pt x="0" y="2329"/>
                </a:lnTo>
                <a:lnTo>
                  <a:pt x="0" y="2223"/>
                </a:lnTo>
                <a:lnTo>
                  <a:pt x="28" y="2223"/>
                </a:lnTo>
                <a:moveTo>
                  <a:pt x="28" y="2408"/>
                </a:moveTo>
                <a:lnTo>
                  <a:pt x="28" y="2514"/>
                </a:lnTo>
                <a:lnTo>
                  <a:pt x="0" y="2514"/>
                </a:lnTo>
                <a:lnTo>
                  <a:pt x="0" y="2408"/>
                </a:lnTo>
                <a:lnTo>
                  <a:pt x="28" y="2408"/>
                </a:lnTo>
                <a:moveTo>
                  <a:pt x="28" y="2593"/>
                </a:moveTo>
                <a:lnTo>
                  <a:pt x="28" y="2699"/>
                </a:lnTo>
                <a:lnTo>
                  <a:pt x="0" y="2699"/>
                </a:lnTo>
                <a:lnTo>
                  <a:pt x="0" y="2593"/>
                </a:lnTo>
                <a:lnTo>
                  <a:pt x="28" y="2593"/>
                </a:lnTo>
                <a:moveTo>
                  <a:pt x="28" y="2778"/>
                </a:moveTo>
                <a:lnTo>
                  <a:pt x="28" y="2885"/>
                </a:lnTo>
                <a:lnTo>
                  <a:pt x="0" y="2885"/>
                </a:lnTo>
                <a:lnTo>
                  <a:pt x="0" y="2778"/>
                </a:lnTo>
                <a:lnTo>
                  <a:pt x="28" y="2778"/>
                </a:lnTo>
                <a:moveTo>
                  <a:pt x="28" y="2965"/>
                </a:moveTo>
                <a:lnTo>
                  <a:pt x="28" y="3071"/>
                </a:lnTo>
                <a:lnTo>
                  <a:pt x="0" y="3071"/>
                </a:lnTo>
                <a:lnTo>
                  <a:pt x="0" y="2965"/>
                </a:lnTo>
                <a:lnTo>
                  <a:pt x="28" y="2965"/>
                </a:lnTo>
                <a:moveTo>
                  <a:pt x="28" y="3150"/>
                </a:moveTo>
                <a:lnTo>
                  <a:pt x="28" y="3256"/>
                </a:lnTo>
                <a:lnTo>
                  <a:pt x="0" y="3256"/>
                </a:lnTo>
                <a:lnTo>
                  <a:pt x="0" y="3150"/>
                </a:lnTo>
                <a:lnTo>
                  <a:pt x="28" y="3150"/>
                </a:lnTo>
                <a:moveTo>
                  <a:pt x="28" y="3335"/>
                </a:moveTo>
                <a:lnTo>
                  <a:pt x="28" y="3441"/>
                </a:lnTo>
                <a:lnTo>
                  <a:pt x="0" y="3441"/>
                </a:lnTo>
                <a:lnTo>
                  <a:pt x="0" y="3335"/>
                </a:lnTo>
                <a:lnTo>
                  <a:pt x="28" y="3335"/>
                </a:lnTo>
                <a:moveTo>
                  <a:pt x="28" y="3520"/>
                </a:moveTo>
                <a:lnTo>
                  <a:pt x="28" y="3626"/>
                </a:lnTo>
                <a:lnTo>
                  <a:pt x="0" y="3626"/>
                </a:lnTo>
                <a:lnTo>
                  <a:pt x="0" y="3520"/>
                </a:lnTo>
                <a:lnTo>
                  <a:pt x="28" y="3520"/>
                </a:lnTo>
                <a:moveTo>
                  <a:pt x="28" y="3706"/>
                </a:moveTo>
                <a:lnTo>
                  <a:pt x="28" y="3811"/>
                </a:lnTo>
                <a:lnTo>
                  <a:pt x="0" y="3811"/>
                </a:lnTo>
                <a:lnTo>
                  <a:pt x="0" y="3706"/>
                </a:lnTo>
                <a:lnTo>
                  <a:pt x="28" y="3706"/>
                </a:lnTo>
                <a:moveTo>
                  <a:pt x="28" y="3891"/>
                </a:moveTo>
                <a:lnTo>
                  <a:pt x="28" y="3997"/>
                </a:lnTo>
                <a:lnTo>
                  <a:pt x="0" y="3997"/>
                </a:lnTo>
                <a:lnTo>
                  <a:pt x="0" y="3891"/>
                </a:lnTo>
                <a:lnTo>
                  <a:pt x="28" y="3891"/>
                </a:lnTo>
                <a:moveTo>
                  <a:pt x="28" y="4076"/>
                </a:moveTo>
                <a:lnTo>
                  <a:pt x="28" y="4182"/>
                </a:lnTo>
                <a:lnTo>
                  <a:pt x="0" y="4182"/>
                </a:lnTo>
                <a:lnTo>
                  <a:pt x="0" y="4076"/>
                </a:lnTo>
                <a:lnTo>
                  <a:pt x="28" y="4076"/>
                </a:lnTo>
                <a:moveTo>
                  <a:pt x="28" y="4261"/>
                </a:moveTo>
                <a:lnTo>
                  <a:pt x="28" y="4367"/>
                </a:lnTo>
                <a:lnTo>
                  <a:pt x="0" y="4367"/>
                </a:lnTo>
                <a:lnTo>
                  <a:pt x="0" y="4261"/>
                </a:lnTo>
                <a:lnTo>
                  <a:pt x="28" y="4261"/>
                </a:lnTo>
                <a:moveTo>
                  <a:pt x="28" y="4446"/>
                </a:moveTo>
                <a:lnTo>
                  <a:pt x="28" y="4552"/>
                </a:lnTo>
                <a:lnTo>
                  <a:pt x="0" y="4552"/>
                </a:lnTo>
                <a:lnTo>
                  <a:pt x="0" y="4446"/>
                </a:lnTo>
                <a:lnTo>
                  <a:pt x="28" y="4446"/>
                </a:lnTo>
                <a:close/>
              </a:path>
            </a:pathLst>
          </a:custGeom>
          <a:solidFill>
            <a:srgbClr val="CE93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3" name=""/>
          <p:cNvSpPr txBox="1"/>
          <p:nvPr/>
        </p:nvSpPr>
        <p:spPr>
          <a:xfrm rot="16200000">
            <a:off x="433080" y="5531400"/>
            <a:ext cx="2811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888888"/>
                </a:solidFill>
                <a:effectLst/>
                <a:uFillTx/>
                <a:latin typeface="Arial"/>
                <a:ea typeface="Arial"/>
              </a:rPr>
              <a:t>Count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4" name=""/>
          <p:cNvSpPr/>
          <p:nvPr/>
        </p:nvSpPr>
        <p:spPr>
          <a:xfrm>
            <a:off x="1157040" y="4714560"/>
            <a:ext cx="10080" cy="1638720"/>
          </a:xfrm>
          <a:custGeom>
            <a:avLst/>
            <a:gdLst/>
            <a:ahLst/>
            <a:rect l="0" t="0" r="r" b="b"/>
            <a:pathLst>
              <a:path w="28" h="4552">
                <a:moveTo>
                  <a:pt x="28" y="0"/>
                </a:moveTo>
                <a:lnTo>
                  <a:pt x="28" y="106"/>
                </a:lnTo>
                <a:lnTo>
                  <a:pt x="0" y="106"/>
                </a:lnTo>
                <a:lnTo>
                  <a:pt x="0" y="0"/>
                </a:lnTo>
                <a:lnTo>
                  <a:pt x="28" y="0"/>
                </a:lnTo>
                <a:moveTo>
                  <a:pt x="28" y="186"/>
                </a:moveTo>
                <a:lnTo>
                  <a:pt x="28" y="291"/>
                </a:lnTo>
                <a:lnTo>
                  <a:pt x="0" y="291"/>
                </a:lnTo>
                <a:lnTo>
                  <a:pt x="0" y="186"/>
                </a:lnTo>
                <a:lnTo>
                  <a:pt x="28" y="186"/>
                </a:lnTo>
                <a:moveTo>
                  <a:pt x="28" y="371"/>
                </a:moveTo>
                <a:lnTo>
                  <a:pt x="28" y="477"/>
                </a:lnTo>
                <a:lnTo>
                  <a:pt x="0" y="477"/>
                </a:lnTo>
                <a:lnTo>
                  <a:pt x="0" y="371"/>
                </a:lnTo>
                <a:lnTo>
                  <a:pt x="28" y="371"/>
                </a:lnTo>
                <a:moveTo>
                  <a:pt x="28" y="556"/>
                </a:moveTo>
                <a:lnTo>
                  <a:pt x="28" y="662"/>
                </a:lnTo>
                <a:lnTo>
                  <a:pt x="0" y="662"/>
                </a:lnTo>
                <a:lnTo>
                  <a:pt x="0" y="556"/>
                </a:lnTo>
                <a:lnTo>
                  <a:pt x="28" y="556"/>
                </a:lnTo>
                <a:moveTo>
                  <a:pt x="28" y="741"/>
                </a:moveTo>
                <a:lnTo>
                  <a:pt x="28" y="847"/>
                </a:lnTo>
                <a:lnTo>
                  <a:pt x="0" y="847"/>
                </a:lnTo>
                <a:lnTo>
                  <a:pt x="0" y="741"/>
                </a:lnTo>
                <a:lnTo>
                  <a:pt x="28" y="741"/>
                </a:lnTo>
                <a:moveTo>
                  <a:pt x="28" y="926"/>
                </a:moveTo>
                <a:lnTo>
                  <a:pt x="28" y="1032"/>
                </a:lnTo>
                <a:lnTo>
                  <a:pt x="0" y="1032"/>
                </a:lnTo>
                <a:lnTo>
                  <a:pt x="0" y="926"/>
                </a:lnTo>
                <a:lnTo>
                  <a:pt x="28" y="926"/>
                </a:lnTo>
                <a:moveTo>
                  <a:pt x="28" y="1112"/>
                </a:moveTo>
                <a:lnTo>
                  <a:pt x="28" y="1217"/>
                </a:lnTo>
                <a:lnTo>
                  <a:pt x="0" y="1217"/>
                </a:lnTo>
                <a:lnTo>
                  <a:pt x="0" y="1112"/>
                </a:lnTo>
                <a:lnTo>
                  <a:pt x="28" y="1112"/>
                </a:lnTo>
                <a:moveTo>
                  <a:pt x="28" y="1297"/>
                </a:moveTo>
                <a:lnTo>
                  <a:pt x="28" y="1403"/>
                </a:lnTo>
                <a:lnTo>
                  <a:pt x="0" y="1403"/>
                </a:lnTo>
                <a:lnTo>
                  <a:pt x="0" y="1297"/>
                </a:lnTo>
                <a:lnTo>
                  <a:pt x="28" y="1297"/>
                </a:lnTo>
                <a:moveTo>
                  <a:pt x="28" y="1482"/>
                </a:moveTo>
                <a:lnTo>
                  <a:pt x="28" y="1588"/>
                </a:lnTo>
                <a:lnTo>
                  <a:pt x="0" y="1588"/>
                </a:lnTo>
                <a:lnTo>
                  <a:pt x="0" y="1482"/>
                </a:lnTo>
                <a:lnTo>
                  <a:pt x="28" y="1482"/>
                </a:lnTo>
                <a:moveTo>
                  <a:pt x="28" y="1667"/>
                </a:moveTo>
                <a:lnTo>
                  <a:pt x="28" y="1773"/>
                </a:lnTo>
                <a:lnTo>
                  <a:pt x="0" y="1773"/>
                </a:lnTo>
                <a:lnTo>
                  <a:pt x="0" y="1667"/>
                </a:lnTo>
                <a:lnTo>
                  <a:pt x="28" y="1667"/>
                </a:lnTo>
                <a:moveTo>
                  <a:pt x="28" y="1852"/>
                </a:moveTo>
                <a:lnTo>
                  <a:pt x="28" y="1958"/>
                </a:lnTo>
                <a:lnTo>
                  <a:pt x="0" y="1958"/>
                </a:lnTo>
                <a:lnTo>
                  <a:pt x="0" y="1852"/>
                </a:lnTo>
                <a:lnTo>
                  <a:pt x="28" y="1852"/>
                </a:lnTo>
                <a:moveTo>
                  <a:pt x="28" y="2038"/>
                </a:moveTo>
                <a:lnTo>
                  <a:pt x="28" y="2143"/>
                </a:lnTo>
                <a:lnTo>
                  <a:pt x="0" y="2143"/>
                </a:lnTo>
                <a:lnTo>
                  <a:pt x="0" y="2038"/>
                </a:lnTo>
                <a:lnTo>
                  <a:pt x="28" y="2038"/>
                </a:lnTo>
                <a:moveTo>
                  <a:pt x="28" y="2223"/>
                </a:moveTo>
                <a:lnTo>
                  <a:pt x="28" y="2329"/>
                </a:lnTo>
                <a:lnTo>
                  <a:pt x="0" y="2329"/>
                </a:lnTo>
                <a:lnTo>
                  <a:pt x="0" y="2223"/>
                </a:lnTo>
                <a:lnTo>
                  <a:pt x="28" y="2223"/>
                </a:lnTo>
                <a:moveTo>
                  <a:pt x="28" y="2408"/>
                </a:moveTo>
                <a:lnTo>
                  <a:pt x="28" y="2514"/>
                </a:lnTo>
                <a:lnTo>
                  <a:pt x="0" y="2514"/>
                </a:lnTo>
                <a:lnTo>
                  <a:pt x="0" y="2408"/>
                </a:lnTo>
                <a:lnTo>
                  <a:pt x="28" y="2408"/>
                </a:lnTo>
                <a:moveTo>
                  <a:pt x="28" y="2593"/>
                </a:moveTo>
                <a:lnTo>
                  <a:pt x="28" y="2699"/>
                </a:lnTo>
                <a:lnTo>
                  <a:pt x="0" y="2699"/>
                </a:lnTo>
                <a:lnTo>
                  <a:pt x="0" y="2593"/>
                </a:lnTo>
                <a:lnTo>
                  <a:pt x="28" y="2593"/>
                </a:lnTo>
                <a:moveTo>
                  <a:pt x="28" y="2778"/>
                </a:moveTo>
                <a:lnTo>
                  <a:pt x="28" y="2885"/>
                </a:lnTo>
                <a:lnTo>
                  <a:pt x="0" y="2885"/>
                </a:lnTo>
                <a:lnTo>
                  <a:pt x="0" y="2778"/>
                </a:lnTo>
                <a:lnTo>
                  <a:pt x="28" y="2778"/>
                </a:lnTo>
                <a:moveTo>
                  <a:pt x="28" y="2965"/>
                </a:moveTo>
                <a:lnTo>
                  <a:pt x="28" y="3071"/>
                </a:lnTo>
                <a:lnTo>
                  <a:pt x="0" y="3071"/>
                </a:lnTo>
                <a:lnTo>
                  <a:pt x="0" y="2965"/>
                </a:lnTo>
                <a:lnTo>
                  <a:pt x="28" y="2965"/>
                </a:lnTo>
                <a:moveTo>
                  <a:pt x="28" y="3150"/>
                </a:moveTo>
                <a:lnTo>
                  <a:pt x="28" y="3256"/>
                </a:lnTo>
                <a:lnTo>
                  <a:pt x="0" y="3256"/>
                </a:lnTo>
                <a:lnTo>
                  <a:pt x="0" y="3150"/>
                </a:lnTo>
                <a:lnTo>
                  <a:pt x="28" y="3150"/>
                </a:lnTo>
                <a:moveTo>
                  <a:pt x="28" y="3335"/>
                </a:moveTo>
                <a:lnTo>
                  <a:pt x="28" y="3441"/>
                </a:lnTo>
                <a:lnTo>
                  <a:pt x="0" y="3441"/>
                </a:lnTo>
                <a:lnTo>
                  <a:pt x="0" y="3335"/>
                </a:lnTo>
                <a:lnTo>
                  <a:pt x="28" y="3335"/>
                </a:lnTo>
                <a:moveTo>
                  <a:pt x="28" y="3520"/>
                </a:moveTo>
                <a:lnTo>
                  <a:pt x="28" y="3626"/>
                </a:lnTo>
                <a:lnTo>
                  <a:pt x="0" y="3626"/>
                </a:lnTo>
                <a:lnTo>
                  <a:pt x="0" y="3520"/>
                </a:lnTo>
                <a:lnTo>
                  <a:pt x="28" y="3520"/>
                </a:lnTo>
                <a:moveTo>
                  <a:pt x="28" y="3706"/>
                </a:moveTo>
                <a:lnTo>
                  <a:pt x="28" y="3811"/>
                </a:lnTo>
                <a:lnTo>
                  <a:pt x="0" y="3811"/>
                </a:lnTo>
                <a:lnTo>
                  <a:pt x="0" y="3706"/>
                </a:lnTo>
                <a:lnTo>
                  <a:pt x="28" y="3706"/>
                </a:lnTo>
                <a:moveTo>
                  <a:pt x="28" y="3891"/>
                </a:moveTo>
                <a:lnTo>
                  <a:pt x="28" y="3997"/>
                </a:lnTo>
                <a:lnTo>
                  <a:pt x="0" y="3997"/>
                </a:lnTo>
                <a:lnTo>
                  <a:pt x="0" y="3891"/>
                </a:lnTo>
                <a:lnTo>
                  <a:pt x="28" y="3891"/>
                </a:lnTo>
                <a:moveTo>
                  <a:pt x="28" y="4076"/>
                </a:moveTo>
                <a:lnTo>
                  <a:pt x="28" y="4182"/>
                </a:lnTo>
                <a:lnTo>
                  <a:pt x="0" y="4182"/>
                </a:lnTo>
                <a:lnTo>
                  <a:pt x="0" y="4076"/>
                </a:lnTo>
                <a:lnTo>
                  <a:pt x="28" y="4076"/>
                </a:lnTo>
                <a:moveTo>
                  <a:pt x="28" y="4261"/>
                </a:moveTo>
                <a:lnTo>
                  <a:pt x="28" y="4367"/>
                </a:lnTo>
                <a:lnTo>
                  <a:pt x="0" y="4367"/>
                </a:lnTo>
                <a:lnTo>
                  <a:pt x="0" y="4261"/>
                </a:lnTo>
                <a:lnTo>
                  <a:pt x="28" y="4261"/>
                </a:lnTo>
                <a:moveTo>
                  <a:pt x="28" y="4446"/>
                </a:moveTo>
                <a:lnTo>
                  <a:pt x="28" y="4552"/>
                </a:lnTo>
                <a:lnTo>
                  <a:pt x="0" y="4552"/>
                </a:lnTo>
                <a:lnTo>
                  <a:pt x="0" y="4446"/>
                </a:lnTo>
                <a:lnTo>
                  <a:pt x="28" y="4446"/>
                </a:lnTo>
                <a:close/>
              </a:path>
            </a:pathLst>
          </a:custGeom>
          <a:solidFill>
            <a:srgbClr val="4CAF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5" name=""/>
          <p:cNvSpPr txBox="1"/>
          <p:nvPr/>
        </p:nvSpPr>
        <p:spPr>
          <a:xfrm>
            <a:off x="1084680" y="45972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CE93D8"/>
                </a:solidFill>
                <a:effectLst/>
                <a:uFillTx/>
                <a:latin typeface="DejaVuSansMono"/>
                <a:ea typeface="DejaVuSansMono"/>
              </a:rPr>
              <a:t>avg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6" name=""/>
          <p:cNvSpPr/>
          <p:nvPr/>
        </p:nvSpPr>
        <p:spPr>
          <a:xfrm>
            <a:off x="1157040" y="4714560"/>
            <a:ext cx="10080" cy="1638720"/>
          </a:xfrm>
          <a:custGeom>
            <a:avLst/>
            <a:gdLst/>
            <a:ahLst/>
            <a:rect l="0" t="0" r="r" b="b"/>
            <a:pathLst>
              <a:path w="28" h="4552">
                <a:moveTo>
                  <a:pt x="28" y="0"/>
                </a:moveTo>
                <a:lnTo>
                  <a:pt x="28" y="106"/>
                </a:lnTo>
                <a:lnTo>
                  <a:pt x="0" y="106"/>
                </a:lnTo>
                <a:lnTo>
                  <a:pt x="0" y="0"/>
                </a:lnTo>
                <a:lnTo>
                  <a:pt x="28" y="0"/>
                </a:lnTo>
                <a:moveTo>
                  <a:pt x="28" y="186"/>
                </a:moveTo>
                <a:lnTo>
                  <a:pt x="28" y="291"/>
                </a:lnTo>
                <a:lnTo>
                  <a:pt x="0" y="291"/>
                </a:lnTo>
                <a:lnTo>
                  <a:pt x="0" y="186"/>
                </a:lnTo>
                <a:lnTo>
                  <a:pt x="28" y="186"/>
                </a:lnTo>
                <a:moveTo>
                  <a:pt x="28" y="371"/>
                </a:moveTo>
                <a:lnTo>
                  <a:pt x="28" y="477"/>
                </a:lnTo>
                <a:lnTo>
                  <a:pt x="0" y="477"/>
                </a:lnTo>
                <a:lnTo>
                  <a:pt x="0" y="371"/>
                </a:lnTo>
                <a:lnTo>
                  <a:pt x="28" y="371"/>
                </a:lnTo>
                <a:moveTo>
                  <a:pt x="28" y="556"/>
                </a:moveTo>
                <a:lnTo>
                  <a:pt x="28" y="662"/>
                </a:lnTo>
                <a:lnTo>
                  <a:pt x="0" y="662"/>
                </a:lnTo>
                <a:lnTo>
                  <a:pt x="0" y="556"/>
                </a:lnTo>
                <a:lnTo>
                  <a:pt x="28" y="556"/>
                </a:lnTo>
                <a:moveTo>
                  <a:pt x="28" y="741"/>
                </a:moveTo>
                <a:lnTo>
                  <a:pt x="28" y="847"/>
                </a:lnTo>
                <a:lnTo>
                  <a:pt x="0" y="847"/>
                </a:lnTo>
                <a:lnTo>
                  <a:pt x="0" y="741"/>
                </a:lnTo>
                <a:lnTo>
                  <a:pt x="28" y="741"/>
                </a:lnTo>
                <a:moveTo>
                  <a:pt x="28" y="926"/>
                </a:moveTo>
                <a:lnTo>
                  <a:pt x="28" y="1032"/>
                </a:lnTo>
                <a:lnTo>
                  <a:pt x="0" y="1032"/>
                </a:lnTo>
                <a:lnTo>
                  <a:pt x="0" y="926"/>
                </a:lnTo>
                <a:lnTo>
                  <a:pt x="28" y="926"/>
                </a:lnTo>
                <a:moveTo>
                  <a:pt x="28" y="1112"/>
                </a:moveTo>
                <a:lnTo>
                  <a:pt x="28" y="1217"/>
                </a:lnTo>
                <a:lnTo>
                  <a:pt x="0" y="1217"/>
                </a:lnTo>
                <a:lnTo>
                  <a:pt x="0" y="1112"/>
                </a:lnTo>
                <a:lnTo>
                  <a:pt x="28" y="1112"/>
                </a:lnTo>
                <a:moveTo>
                  <a:pt x="28" y="1297"/>
                </a:moveTo>
                <a:lnTo>
                  <a:pt x="28" y="1403"/>
                </a:lnTo>
                <a:lnTo>
                  <a:pt x="0" y="1403"/>
                </a:lnTo>
                <a:lnTo>
                  <a:pt x="0" y="1297"/>
                </a:lnTo>
                <a:lnTo>
                  <a:pt x="28" y="1297"/>
                </a:lnTo>
                <a:moveTo>
                  <a:pt x="28" y="1482"/>
                </a:moveTo>
                <a:lnTo>
                  <a:pt x="28" y="1588"/>
                </a:lnTo>
                <a:lnTo>
                  <a:pt x="0" y="1588"/>
                </a:lnTo>
                <a:lnTo>
                  <a:pt x="0" y="1482"/>
                </a:lnTo>
                <a:lnTo>
                  <a:pt x="28" y="1482"/>
                </a:lnTo>
                <a:moveTo>
                  <a:pt x="28" y="1667"/>
                </a:moveTo>
                <a:lnTo>
                  <a:pt x="28" y="1773"/>
                </a:lnTo>
                <a:lnTo>
                  <a:pt x="0" y="1773"/>
                </a:lnTo>
                <a:lnTo>
                  <a:pt x="0" y="1667"/>
                </a:lnTo>
                <a:lnTo>
                  <a:pt x="28" y="1667"/>
                </a:lnTo>
                <a:moveTo>
                  <a:pt x="28" y="1852"/>
                </a:moveTo>
                <a:lnTo>
                  <a:pt x="28" y="1958"/>
                </a:lnTo>
                <a:lnTo>
                  <a:pt x="0" y="1958"/>
                </a:lnTo>
                <a:lnTo>
                  <a:pt x="0" y="1852"/>
                </a:lnTo>
                <a:lnTo>
                  <a:pt x="28" y="1852"/>
                </a:lnTo>
                <a:moveTo>
                  <a:pt x="28" y="2038"/>
                </a:moveTo>
                <a:lnTo>
                  <a:pt x="28" y="2143"/>
                </a:lnTo>
                <a:lnTo>
                  <a:pt x="0" y="2143"/>
                </a:lnTo>
                <a:lnTo>
                  <a:pt x="0" y="2038"/>
                </a:lnTo>
                <a:lnTo>
                  <a:pt x="28" y="2038"/>
                </a:lnTo>
                <a:moveTo>
                  <a:pt x="28" y="2223"/>
                </a:moveTo>
                <a:lnTo>
                  <a:pt x="28" y="2329"/>
                </a:lnTo>
                <a:lnTo>
                  <a:pt x="0" y="2329"/>
                </a:lnTo>
                <a:lnTo>
                  <a:pt x="0" y="2223"/>
                </a:lnTo>
                <a:lnTo>
                  <a:pt x="28" y="2223"/>
                </a:lnTo>
                <a:moveTo>
                  <a:pt x="28" y="2408"/>
                </a:moveTo>
                <a:lnTo>
                  <a:pt x="28" y="2514"/>
                </a:lnTo>
                <a:lnTo>
                  <a:pt x="0" y="2514"/>
                </a:lnTo>
                <a:lnTo>
                  <a:pt x="0" y="2408"/>
                </a:lnTo>
                <a:lnTo>
                  <a:pt x="28" y="2408"/>
                </a:lnTo>
                <a:moveTo>
                  <a:pt x="28" y="2593"/>
                </a:moveTo>
                <a:lnTo>
                  <a:pt x="28" y="2699"/>
                </a:lnTo>
                <a:lnTo>
                  <a:pt x="0" y="2699"/>
                </a:lnTo>
                <a:lnTo>
                  <a:pt x="0" y="2593"/>
                </a:lnTo>
                <a:lnTo>
                  <a:pt x="28" y="2593"/>
                </a:lnTo>
                <a:moveTo>
                  <a:pt x="28" y="2778"/>
                </a:moveTo>
                <a:lnTo>
                  <a:pt x="28" y="2885"/>
                </a:lnTo>
                <a:lnTo>
                  <a:pt x="0" y="2885"/>
                </a:lnTo>
                <a:lnTo>
                  <a:pt x="0" y="2778"/>
                </a:lnTo>
                <a:lnTo>
                  <a:pt x="28" y="2778"/>
                </a:lnTo>
                <a:moveTo>
                  <a:pt x="28" y="2965"/>
                </a:moveTo>
                <a:lnTo>
                  <a:pt x="28" y="3071"/>
                </a:lnTo>
                <a:lnTo>
                  <a:pt x="0" y="3071"/>
                </a:lnTo>
                <a:lnTo>
                  <a:pt x="0" y="2965"/>
                </a:lnTo>
                <a:lnTo>
                  <a:pt x="28" y="2965"/>
                </a:lnTo>
                <a:moveTo>
                  <a:pt x="28" y="3150"/>
                </a:moveTo>
                <a:lnTo>
                  <a:pt x="28" y="3256"/>
                </a:lnTo>
                <a:lnTo>
                  <a:pt x="0" y="3256"/>
                </a:lnTo>
                <a:lnTo>
                  <a:pt x="0" y="3150"/>
                </a:lnTo>
                <a:lnTo>
                  <a:pt x="28" y="3150"/>
                </a:lnTo>
                <a:moveTo>
                  <a:pt x="28" y="3335"/>
                </a:moveTo>
                <a:lnTo>
                  <a:pt x="28" y="3441"/>
                </a:lnTo>
                <a:lnTo>
                  <a:pt x="0" y="3441"/>
                </a:lnTo>
                <a:lnTo>
                  <a:pt x="0" y="3335"/>
                </a:lnTo>
                <a:lnTo>
                  <a:pt x="28" y="3335"/>
                </a:lnTo>
                <a:moveTo>
                  <a:pt x="28" y="3520"/>
                </a:moveTo>
                <a:lnTo>
                  <a:pt x="28" y="3626"/>
                </a:lnTo>
                <a:lnTo>
                  <a:pt x="0" y="3626"/>
                </a:lnTo>
                <a:lnTo>
                  <a:pt x="0" y="3520"/>
                </a:lnTo>
                <a:lnTo>
                  <a:pt x="28" y="3520"/>
                </a:lnTo>
                <a:moveTo>
                  <a:pt x="28" y="3706"/>
                </a:moveTo>
                <a:lnTo>
                  <a:pt x="28" y="3811"/>
                </a:lnTo>
                <a:lnTo>
                  <a:pt x="0" y="3811"/>
                </a:lnTo>
                <a:lnTo>
                  <a:pt x="0" y="3706"/>
                </a:lnTo>
                <a:lnTo>
                  <a:pt x="28" y="3706"/>
                </a:lnTo>
                <a:moveTo>
                  <a:pt x="28" y="3891"/>
                </a:moveTo>
                <a:lnTo>
                  <a:pt x="28" y="3997"/>
                </a:lnTo>
                <a:lnTo>
                  <a:pt x="0" y="3997"/>
                </a:lnTo>
                <a:lnTo>
                  <a:pt x="0" y="3891"/>
                </a:lnTo>
                <a:lnTo>
                  <a:pt x="28" y="3891"/>
                </a:lnTo>
                <a:moveTo>
                  <a:pt x="28" y="4076"/>
                </a:moveTo>
                <a:lnTo>
                  <a:pt x="28" y="4182"/>
                </a:lnTo>
                <a:lnTo>
                  <a:pt x="0" y="4182"/>
                </a:lnTo>
                <a:lnTo>
                  <a:pt x="0" y="4076"/>
                </a:lnTo>
                <a:lnTo>
                  <a:pt x="28" y="4076"/>
                </a:lnTo>
                <a:moveTo>
                  <a:pt x="28" y="4261"/>
                </a:moveTo>
                <a:lnTo>
                  <a:pt x="28" y="4367"/>
                </a:lnTo>
                <a:lnTo>
                  <a:pt x="0" y="4367"/>
                </a:lnTo>
                <a:lnTo>
                  <a:pt x="0" y="4261"/>
                </a:lnTo>
                <a:lnTo>
                  <a:pt x="28" y="4261"/>
                </a:lnTo>
                <a:moveTo>
                  <a:pt x="28" y="4446"/>
                </a:moveTo>
                <a:lnTo>
                  <a:pt x="28" y="4552"/>
                </a:lnTo>
                <a:lnTo>
                  <a:pt x="0" y="4552"/>
                </a:lnTo>
                <a:lnTo>
                  <a:pt x="0" y="4446"/>
                </a:lnTo>
                <a:lnTo>
                  <a:pt x="28" y="4446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7" name=""/>
          <p:cNvSpPr txBox="1"/>
          <p:nvPr/>
        </p:nvSpPr>
        <p:spPr>
          <a:xfrm>
            <a:off x="1084680" y="45972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4CAF50"/>
                </a:solidFill>
                <a:effectLst/>
                <a:uFillTx/>
                <a:latin typeface="DejaVuSansMono"/>
                <a:ea typeface="DejaVuSansMono"/>
              </a:rPr>
              <a:t>p50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8" name=""/>
          <p:cNvSpPr/>
          <p:nvPr/>
        </p:nvSpPr>
        <p:spPr>
          <a:xfrm>
            <a:off x="1161720" y="4714560"/>
            <a:ext cx="158760" cy="1657800"/>
          </a:xfrm>
          <a:custGeom>
            <a:avLst/>
            <a:gdLst/>
            <a:ahLst/>
            <a:rect l="0" t="0" r="r" b="b"/>
            <a:pathLst>
              <a:path w="441" h="4605">
                <a:moveTo>
                  <a:pt x="0" y="0"/>
                </a:moveTo>
                <a:lnTo>
                  <a:pt x="441" y="0"/>
                </a:lnTo>
                <a:lnTo>
                  <a:pt x="441" y="4605"/>
                </a:lnTo>
                <a:lnTo>
                  <a:pt x="0" y="4605"/>
                </a:lnTo>
                <a:lnTo>
                  <a:pt x="0" y="0"/>
                </a:lnTo>
                <a:close/>
              </a:path>
            </a:pathLst>
          </a:custGeom>
          <a:solidFill>
            <a:srgbClr val="F39C12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9" name=""/>
          <p:cNvSpPr txBox="1"/>
          <p:nvPr/>
        </p:nvSpPr>
        <p:spPr>
          <a:xfrm>
            <a:off x="1084680" y="4597200"/>
            <a:ext cx="154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70" b="0" u="none" strike="noStrike">
                <a:solidFill>
                  <a:srgbClr val="FF9800"/>
                </a:solidFill>
                <a:effectLst/>
                <a:uFillTx/>
                <a:latin typeface="DejaVuSansMono"/>
                <a:ea typeface="DejaVuSansMono"/>
              </a:rPr>
              <a:t>p95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4" name=""/>
          <p:cNvSpPr/>
          <p:nvPr/>
        </p:nvSpPr>
        <p:spPr>
          <a:xfrm>
            <a:off x="475920" y="173340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5" name=""/>
          <p:cNvSpPr/>
          <p:nvPr/>
        </p:nvSpPr>
        <p:spPr>
          <a:xfrm>
            <a:off x="485640" y="2628720"/>
            <a:ext cx="1171800" cy="314640"/>
          </a:xfrm>
          <a:custGeom>
            <a:avLst/>
            <a:gdLst/>
            <a:ahLst/>
            <a:rect l="0" t="0" r="r" b="b"/>
            <a:pathLst>
              <a:path w="3255" h="874">
                <a:moveTo>
                  <a:pt x="0" y="0"/>
                </a:moveTo>
                <a:lnTo>
                  <a:pt x="3255" y="0"/>
                </a:lnTo>
                <a:lnTo>
                  <a:pt x="325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6" name=""/>
          <p:cNvSpPr/>
          <p:nvPr/>
        </p:nvSpPr>
        <p:spPr>
          <a:xfrm>
            <a:off x="1657080" y="2628720"/>
            <a:ext cx="2419920" cy="314640"/>
          </a:xfrm>
          <a:custGeom>
            <a:avLst/>
            <a:gdLst/>
            <a:ahLst/>
            <a:rect l="0" t="0" r="r" b="b"/>
            <a:pathLst>
              <a:path w="6722" h="874">
                <a:moveTo>
                  <a:pt x="0" y="0"/>
                </a:moveTo>
                <a:lnTo>
                  <a:pt x="6722" y="0"/>
                </a:lnTo>
                <a:lnTo>
                  <a:pt x="67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7" name=""/>
          <p:cNvSpPr/>
          <p:nvPr/>
        </p:nvSpPr>
        <p:spPr>
          <a:xfrm>
            <a:off x="4076640" y="2628720"/>
            <a:ext cx="2467080" cy="314640"/>
          </a:xfrm>
          <a:custGeom>
            <a:avLst/>
            <a:gdLst/>
            <a:ahLst/>
            <a:rect l="0" t="0" r="r" b="b"/>
            <a:pathLst>
              <a:path w="6853" h="874">
                <a:moveTo>
                  <a:pt x="0" y="0"/>
                </a:moveTo>
                <a:lnTo>
                  <a:pt x="6853" y="0"/>
                </a:lnTo>
                <a:lnTo>
                  <a:pt x="6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8" name=""/>
          <p:cNvSpPr/>
          <p:nvPr/>
        </p:nvSpPr>
        <p:spPr>
          <a:xfrm>
            <a:off x="485640" y="2628720"/>
            <a:ext cx="1171800" cy="314640"/>
          </a:xfrm>
          <a:custGeom>
            <a:avLst/>
            <a:gdLst/>
            <a:ahLst/>
            <a:rect l="0" t="0" r="r" b="b"/>
            <a:pathLst>
              <a:path w="3255" h="874">
                <a:moveTo>
                  <a:pt x="0" y="0"/>
                </a:moveTo>
                <a:lnTo>
                  <a:pt x="3255" y="0"/>
                </a:lnTo>
                <a:lnTo>
                  <a:pt x="325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49" name=""/>
          <p:cNvSpPr/>
          <p:nvPr/>
        </p:nvSpPr>
        <p:spPr>
          <a:xfrm>
            <a:off x="1657080" y="2628720"/>
            <a:ext cx="2419920" cy="314640"/>
          </a:xfrm>
          <a:custGeom>
            <a:avLst/>
            <a:gdLst/>
            <a:ahLst/>
            <a:rect l="0" t="0" r="r" b="b"/>
            <a:pathLst>
              <a:path w="6722" h="874">
                <a:moveTo>
                  <a:pt x="0" y="0"/>
                </a:moveTo>
                <a:lnTo>
                  <a:pt x="6722" y="0"/>
                </a:lnTo>
                <a:lnTo>
                  <a:pt x="67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0" name=""/>
          <p:cNvSpPr/>
          <p:nvPr/>
        </p:nvSpPr>
        <p:spPr>
          <a:xfrm>
            <a:off x="4076640" y="2628720"/>
            <a:ext cx="2467080" cy="314640"/>
          </a:xfrm>
          <a:custGeom>
            <a:avLst/>
            <a:gdLst/>
            <a:ahLst/>
            <a:rect l="0" t="0" r="r" b="b"/>
            <a:pathLst>
              <a:path w="6853" h="874">
                <a:moveTo>
                  <a:pt x="0" y="0"/>
                </a:moveTo>
                <a:lnTo>
                  <a:pt x="6853" y="0"/>
                </a:lnTo>
                <a:lnTo>
                  <a:pt x="6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1" name=""/>
          <p:cNvSpPr/>
          <p:nvPr/>
        </p:nvSpPr>
        <p:spPr>
          <a:xfrm>
            <a:off x="485640" y="2943000"/>
            <a:ext cx="1171800" cy="305280"/>
          </a:xfrm>
          <a:custGeom>
            <a:avLst/>
            <a:gdLst/>
            <a:ahLst/>
            <a:rect l="0" t="0" r="r" b="b"/>
            <a:pathLst>
              <a:path w="3255" h="848">
                <a:moveTo>
                  <a:pt x="0" y="0"/>
                </a:moveTo>
                <a:lnTo>
                  <a:pt x="3255" y="0"/>
                </a:lnTo>
                <a:lnTo>
                  <a:pt x="325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2" name=""/>
          <p:cNvSpPr/>
          <p:nvPr/>
        </p:nvSpPr>
        <p:spPr>
          <a:xfrm>
            <a:off x="1657080" y="2943000"/>
            <a:ext cx="2419920" cy="305280"/>
          </a:xfrm>
          <a:custGeom>
            <a:avLst/>
            <a:gdLst/>
            <a:ahLst/>
            <a:rect l="0" t="0" r="r" b="b"/>
            <a:pathLst>
              <a:path w="6722" h="848">
                <a:moveTo>
                  <a:pt x="0" y="0"/>
                </a:moveTo>
                <a:lnTo>
                  <a:pt x="6722" y="0"/>
                </a:lnTo>
                <a:lnTo>
                  <a:pt x="67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3" name=""/>
          <p:cNvSpPr/>
          <p:nvPr/>
        </p:nvSpPr>
        <p:spPr>
          <a:xfrm>
            <a:off x="4076640" y="2943000"/>
            <a:ext cx="2467080" cy="305280"/>
          </a:xfrm>
          <a:custGeom>
            <a:avLst/>
            <a:gdLst/>
            <a:ahLst/>
            <a:rect l="0" t="0" r="r" b="b"/>
            <a:pathLst>
              <a:path w="6853" h="848">
                <a:moveTo>
                  <a:pt x="0" y="0"/>
                </a:moveTo>
                <a:lnTo>
                  <a:pt x="6853" y="0"/>
                </a:lnTo>
                <a:lnTo>
                  <a:pt x="685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4" name=""/>
          <p:cNvSpPr/>
          <p:nvPr/>
        </p:nvSpPr>
        <p:spPr>
          <a:xfrm>
            <a:off x="485640" y="3247920"/>
            <a:ext cx="1171800" cy="314640"/>
          </a:xfrm>
          <a:custGeom>
            <a:avLst/>
            <a:gdLst/>
            <a:ahLst/>
            <a:rect l="0" t="0" r="r" b="b"/>
            <a:pathLst>
              <a:path w="3255" h="874">
                <a:moveTo>
                  <a:pt x="0" y="0"/>
                </a:moveTo>
                <a:lnTo>
                  <a:pt x="3255" y="0"/>
                </a:lnTo>
                <a:lnTo>
                  <a:pt x="325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5" name=""/>
          <p:cNvSpPr/>
          <p:nvPr/>
        </p:nvSpPr>
        <p:spPr>
          <a:xfrm>
            <a:off x="1657080" y="3247920"/>
            <a:ext cx="2419920" cy="314640"/>
          </a:xfrm>
          <a:custGeom>
            <a:avLst/>
            <a:gdLst/>
            <a:ahLst/>
            <a:rect l="0" t="0" r="r" b="b"/>
            <a:pathLst>
              <a:path w="6722" h="874">
                <a:moveTo>
                  <a:pt x="0" y="0"/>
                </a:moveTo>
                <a:lnTo>
                  <a:pt x="6722" y="0"/>
                </a:lnTo>
                <a:lnTo>
                  <a:pt x="67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6" name=""/>
          <p:cNvSpPr/>
          <p:nvPr/>
        </p:nvSpPr>
        <p:spPr>
          <a:xfrm>
            <a:off x="4076640" y="3247920"/>
            <a:ext cx="2467080" cy="314640"/>
          </a:xfrm>
          <a:custGeom>
            <a:avLst/>
            <a:gdLst/>
            <a:ahLst/>
            <a:rect l="0" t="0" r="r" b="b"/>
            <a:pathLst>
              <a:path w="6853" h="874">
                <a:moveTo>
                  <a:pt x="0" y="0"/>
                </a:moveTo>
                <a:lnTo>
                  <a:pt x="6853" y="0"/>
                </a:lnTo>
                <a:lnTo>
                  <a:pt x="6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7" name=""/>
          <p:cNvSpPr/>
          <p:nvPr/>
        </p:nvSpPr>
        <p:spPr>
          <a:xfrm>
            <a:off x="485640" y="3247920"/>
            <a:ext cx="1171800" cy="314640"/>
          </a:xfrm>
          <a:custGeom>
            <a:avLst/>
            <a:gdLst/>
            <a:ahLst/>
            <a:rect l="0" t="0" r="r" b="b"/>
            <a:pathLst>
              <a:path w="3255" h="874">
                <a:moveTo>
                  <a:pt x="0" y="0"/>
                </a:moveTo>
                <a:lnTo>
                  <a:pt x="3255" y="0"/>
                </a:lnTo>
                <a:lnTo>
                  <a:pt x="325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8" name=""/>
          <p:cNvSpPr/>
          <p:nvPr/>
        </p:nvSpPr>
        <p:spPr>
          <a:xfrm>
            <a:off x="1657080" y="3247920"/>
            <a:ext cx="2419920" cy="314640"/>
          </a:xfrm>
          <a:custGeom>
            <a:avLst/>
            <a:gdLst/>
            <a:ahLst/>
            <a:rect l="0" t="0" r="r" b="b"/>
            <a:pathLst>
              <a:path w="6722" h="874">
                <a:moveTo>
                  <a:pt x="0" y="0"/>
                </a:moveTo>
                <a:lnTo>
                  <a:pt x="6722" y="0"/>
                </a:lnTo>
                <a:lnTo>
                  <a:pt x="67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9" name=""/>
          <p:cNvSpPr/>
          <p:nvPr/>
        </p:nvSpPr>
        <p:spPr>
          <a:xfrm>
            <a:off x="4076640" y="3247920"/>
            <a:ext cx="2467080" cy="314640"/>
          </a:xfrm>
          <a:custGeom>
            <a:avLst/>
            <a:gdLst/>
            <a:ahLst/>
            <a:rect l="0" t="0" r="r" b="b"/>
            <a:pathLst>
              <a:path w="6853" h="874">
                <a:moveTo>
                  <a:pt x="0" y="0"/>
                </a:moveTo>
                <a:lnTo>
                  <a:pt x="6853" y="0"/>
                </a:lnTo>
                <a:lnTo>
                  <a:pt x="6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0" name=""/>
          <p:cNvSpPr/>
          <p:nvPr/>
        </p:nvSpPr>
        <p:spPr>
          <a:xfrm>
            <a:off x="485640" y="3562200"/>
            <a:ext cx="1171800" cy="314640"/>
          </a:xfrm>
          <a:custGeom>
            <a:avLst/>
            <a:gdLst/>
            <a:ahLst/>
            <a:rect l="0" t="0" r="r" b="b"/>
            <a:pathLst>
              <a:path w="3255" h="874">
                <a:moveTo>
                  <a:pt x="0" y="0"/>
                </a:moveTo>
                <a:lnTo>
                  <a:pt x="3255" y="0"/>
                </a:lnTo>
                <a:lnTo>
                  <a:pt x="325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1" name=""/>
          <p:cNvSpPr/>
          <p:nvPr/>
        </p:nvSpPr>
        <p:spPr>
          <a:xfrm>
            <a:off x="1657080" y="3562200"/>
            <a:ext cx="2419920" cy="314640"/>
          </a:xfrm>
          <a:custGeom>
            <a:avLst/>
            <a:gdLst/>
            <a:ahLst/>
            <a:rect l="0" t="0" r="r" b="b"/>
            <a:pathLst>
              <a:path w="6722" h="874">
                <a:moveTo>
                  <a:pt x="0" y="0"/>
                </a:moveTo>
                <a:lnTo>
                  <a:pt x="6722" y="0"/>
                </a:lnTo>
                <a:lnTo>
                  <a:pt x="67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2" name=""/>
          <p:cNvSpPr/>
          <p:nvPr/>
        </p:nvSpPr>
        <p:spPr>
          <a:xfrm>
            <a:off x="4076640" y="3562200"/>
            <a:ext cx="2467080" cy="314640"/>
          </a:xfrm>
          <a:custGeom>
            <a:avLst/>
            <a:gdLst/>
            <a:ahLst/>
            <a:rect l="0" t="0" r="r" b="b"/>
            <a:pathLst>
              <a:path w="6853" h="874">
                <a:moveTo>
                  <a:pt x="0" y="0"/>
                </a:moveTo>
                <a:lnTo>
                  <a:pt x="6853" y="0"/>
                </a:lnTo>
                <a:lnTo>
                  <a:pt x="6853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3" name=""/>
          <p:cNvSpPr/>
          <p:nvPr/>
        </p:nvSpPr>
        <p:spPr>
          <a:xfrm>
            <a:off x="485640" y="3876480"/>
            <a:ext cx="1171800" cy="305280"/>
          </a:xfrm>
          <a:custGeom>
            <a:avLst/>
            <a:gdLst/>
            <a:ahLst/>
            <a:rect l="0" t="0" r="r" b="b"/>
            <a:pathLst>
              <a:path w="3255" h="848">
                <a:moveTo>
                  <a:pt x="0" y="0"/>
                </a:moveTo>
                <a:lnTo>
                  <a:pt x="3255" y="0"/>
                </a:lnTo>
                <a:lnTo>
                  <a:pt x="325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4" name=""/>
          <p:cNvSpPr/>
          <p:nvPr/>
        </p:nvSpPr>
        <p:spPr>
          <a:xfrm>
            <a:off x="1657080" y="3876480"/>
            <a:ext cx="2419920" cy="305280"/>
          </a:xfrm>
          <a:custGeom>
            <a:avLst/>
            <a:gdLst/>
            <a:ahLst/>
            <a:rect l="0" t="0" r="r" b="b"/>
            <a:pathLst>
              <a:path w="6722" h="848">
                <a:moveTo>
                  <a:pt x="0" y="0"/>
                </a:moveTo>
                <a:lnTo>
                  <a:pt x="6722" y="0"/>
                </a:lnTo>
                <a:lnTo>
                  <a:pt x="67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5" name=""/>
          <p:cNvSpPr/>
          <p:nvPr/>
        </p:nvSpPr>
        <p:spPr>
          <a:xfrm>
            <a:off x="4076640" y="3876480"/>
            <a:ext cx="2467080" cy="305280"/>
          </a:xfrm>
          <a:custGeom>
            <a:avLst/>
            <a:gdLst/>
            <a:ahLst/>
            <a:rect l="0" t="0" r="r" b="b"/>
            <a:pathLst>
              <a:path w="6853" h="848">
                <a:moveTo>
                  <a:pt x="0" y="0"/>
                </a:moveTo>
                <a:lnTo>
                  <a:pt x="6853" y="0"/>
                </a:lnTo>
                <a:lnTo>
                  <a:pt x="685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6" name=""/>
          <p:cNvSpPr/>
          <p:nvPr/>
        </p:nvSpPr>
        <p:spPr>
          <a:xfrm>
            <a:off x="485640" y="3876480"/>
            <a:ext cx="1171800" cy="305280"/>
          </a:xfrm>
          <a:custGeom>
            <a:avLst/>
            <a:gdLst/>
            <a:ahLst/>
            <a:rect l="0" t="0" r="r" b="b"/>
            <a:pathLst>
              <a:path w="3255" h="848">
                <a:moveTo>
                  <a:pt x="0" y="0"/>
                </a:moveTo>
                <a:lnTo>
                  <a:pt x="3255" y="0"/>
                </a:lnTo>
                <a:lnTo>
                  <a:pt x="325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7" name=""/>
          <p:cNvSpPr/>
          <p:nvPr/>
        </p:nvSpPr>
        <p:spPr>
          <a:xfrm>
            <a:off x="1657080" y="3876480"/>
            <a:ext cx="2419920" cy="305280"/>
          </a:xfrm>
          <a:custGeom>
            <a:avLst/>
            <a:gdLst/>
            <a:ahLst/>
            <a:rect l="0" t="0" r="r" b="b"/>
            <a:pathLst>
              <a:path w="6722" h="848">
                <a:moveTo>
                  <a:pt x="0" y="0"/>
                </a:moveTo>
                <a:lnTo>
                  <a:pt x="6722" y="0"/>
                </a:lnTo>
                <a:lnTo>
                  <a:pt x="67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8" name=""/>
          <p:cNvSpPr/>
          <p:nvPr/>
        </p:nvSpPr>
        <p:spPr>
          <a:xfrm>
            <a:off x="4076640" y="3876480"/>
            <a:ext cx="2467080" cy="305280"/>
          </a:xfrm>
          <a:custGeom>
            <a:avLst/>
            <a:gdLst/>
            <a:ahLst/>
            <a:rect l="0" t="0" r="r" b="b"/>
            <a:pathLst>
              <a:path w="6853" h="848">
                <a:moveTo>
                  <a:pt x="0" y="0"/>
                </a:moveTo>
                <a:lnTo>
                  <a:pt x="6853" y="0"/>
                </a:lnTo>
                <a:lnTo>
                  <a:pt x="6853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9" name=""/>
          <p:cNvSpPr/>
          <p:nvPr/>
        </p:nvSpPr>
        <p:spPr>
          <a:xfrm>
            <a:off x="475920" y="2628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0" name=""/>
          <p:cNvSpPr/>
          <p:nvPr/>
        </p:nvSpPr>
        <p:spPr>
          <a:xfrm>
            <a:off x="475920" y="262872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1" name=""/>
          <p:cNvSpPr/>
          <p:nvPr/>
        </p:nvSpPr>
        <p:spPr>
          <a:xfrm>
            <a:off x="1657080" y="2628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2" name=""/>
          <p:cNvSpPr/>
          <p:nvPr/>
        </p:nvSpPr>
        <p:spPr>
          <a:xfrm>
            <a:off x="1666800" y="262872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3" name=""/>
          <p:cNvSpPr/>
          <p:nvPr/>
        </p:nvSpPr>
        <p:spPr>
          <a:xfrm>
            <a:off x="4076640" y="2628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4" name=""/>
          <p:cNvSpPr/>
          <p:nvPr/>
        </p:nvSpPr>
        <p:spPr>
          <a:xfrm>
            <a:off x="4086000" y="2628720"/>
            <a:ext cx="2467440" cy="9720"/>
          </a:xfrm>
          <a:custGeom>
            <a:avLst/>
            <a:gdLst/>
            <a:ah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5" name=""/>
          <p:cNvSpPr/>
          <p:nvPr/>
        </p:nvSpPr>
        <p:spPr>
          <a:xfrm>
            <a:off x="6543360" y="2628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6" name=""/>
          <p:cNvSpPr/>
          <p:nvPr/>
        </p:nvSpPr>
        <p:spPr>
          <a:xfrm>
            <a:off x="475920" y="293364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7" name=""/>
          <p:cNvSpPr/>
          <p:nvPr/>
        </p:nvSpPr>
        <p:spPr>
          <a:xfrm>
            <a:off x="1666800" y="293364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8" name=""/>
          <p:cNvSpPr/>
          <p:nvPr/>
        </p:nvSpPr>
        <p:spPr>
          <a:xfrm>
            <a:off x="4086000" y="2933640"/>
            <a:ext cx="2467440" cy="9720"/>
          </a:xfrm>
          <a:custGeom>
            <a:avLst/>
            <a:gdLst/>
            <a:ah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9" name=""/>
          <p:cNvSpPr/>
          <p:nvPr/>
        </p:nvSpPr>
        <p:spPr>
          <a:xfrm>
            <a:off x="475920" y="2943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0" name=""/>
          <p:cNvSpPr/>
          <p:nvPr/>
        </p:nvSpPr>
        <p:spPr>
          <a:xfrm>
            <a:off x="1657080" y="2943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1" name=""/>
          <p:cNvSpPr/>
          <p:nvPr/>
        </p:nvSpPr>
        <p:spPr>
          <a:xfrm>
            <a:off x="4076640" y="2943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2" name=""/>
          <p:cNvSpPr/>
          <p:nvPr/>
        </p:nvSpPr>
        <p:spPr>
          <a:xfrm>
            <a:off x="6543360" y="2943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3" name=""/>
          <p:cNvSpPr/>
          <p:nvPr/>
        </p:nvSpPr>
        <p:spPr>
          <a:xfrm>
            <a:off x="475920" y="32572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4" name=""/>
          <p:cNvSpPr/>
          <p:nvPr/>
        </p:nvSpPr>
        <p:spPr>
          <a:xfrm>
            <a:off x="475920" y="324792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5" name=""/>
          <p:cNvSpPr/>
          <p:nvPr/>
        </p:nvSpPr>
        <p:spPr>
          <a:xfrm>
            <a:off x="1657080" y="32572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6" name=""/>
          <p:cNvSpPr/>
          <p:nvPr/>
        </p:nvSpPr>
        <p:spPr>
          <a:xfrm>
            <a:off x="1666800" y="324792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7" name=""/>
          <p:cNvSpPr/>
          <p:nvPr/>
        </p:nvSpPr>
        <p:spPr>
          <a:xfrm>
            <a:off x="4076640" y="32572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8" name=""/>
          <p:cNvSpPr/>
          <p:nvPr/>
        </p:nvSpPr>
        <p:spPr>
          <a:xfrm>
            <a:off x="4086000" y="3247920"/>
            <a:ext cx="2467440" cy="9720"/>
          </a:xfrm>
          <a:custGeom>
            <a:avLst/>
            <a:gdLst/>
            <a:ah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9" name=""/>
          <p:cNvSpPr/>
          <p:nvPr/>
        </p:nvSpPr>
        <p:spPr>
          <a:xfrm>
            <a:off x="6543360" y="32572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0" name=""/>
          <p:cNvSpPr/>
          <p:nvPr/>
        </p:nvSpPr>
        <p:spPr>
          <a:xfrm>
            <a:off x="475920" y="35715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1" name=""/>
          <p:cNvSpPr/>
          <p:nvPr/>
        </p:nvSpPr>
        <p:spPr>
          <a:xfrm>
            <a:off x="475920" y="356220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2" name=""/>
          <p:cNvSpPr/>
          <p:nvPr/>
        </p:nvSpPr>
        <p:spPr>
          <a:xfrm>
            <a:off x="1657080" y="35715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3" name=""/>
          <p:cNvSpPr/>
          <p:nvPr/>
        </p:nvSpPr>
        <p:spPr>
          <a:xfrm>
            <a:off x="1666800" y="356220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4" name=""/>
          <p:cNvSpPr/>
          <p:nvPr/>
        </p:nvSpPr>
        <p:spPr>
          <a:xfrm>
            <a:off x="4076640" y="357156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5" name=""/>
          <p:cNvSpPr/>
          <p:nvPr/>
        </p:nvSpPr>
        <p:spPr>
          <a:xfrm>
            <a:off x="4086000" y="3562200"/>
            <a:ext cx="2467440" cy="9720"/>
          </a:xfrm>
          <a:custGeom>
            <a:avLst/>
            <a:gdLst/>
            <a:ah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6" name=""/>
          <p:cNvSpPr/>
          <p:nvPr/>
        </p:nvSpPr>
        <p:spPr>
          <a:xfrm>
            <a:off x="6543360" y="357156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7" name=""/>
          <p:cNvSpPr/>
          <p:nvPr/>
        </p:nvSpPr>
        <p:spPr>
          <a:xfrm>
            <a:off x="475920" y="38764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8" name=""/>
          <p:cNvSpPr/>
          <p:nvPr/>
        </p:nvSpPr>
        <p:spPr>
          <a:xfrm>
            <a:off x="475920" y="386712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9" name=""/>
          <p:cNvSpPr/>
          <p:nvPr/>
        </p:nvSpPr>
        <p:spPr>
          <a:xfrm>
            <a:off x="1657080" y="38764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0" name=""/>
          <p:cNvSpPr/>
          <p:nvPr/>
        </p:nvSpPr>
        <p:spPr>
          <a:xfrm>
            <a:off x="1666800" y="386712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1" name=""/>
          <p:cNvSpPr/>
          <p:nvPr/>
        </p:nvSpPr>
        <p:spPr>
          <a:xfrm>
            <a:off x="4076640" y="38764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2" name=""/>
          <p:cNvSpPr/>
          <p:nvPr/>
        </p:nvSpPr>
        <p:spPr>
          <a:xfrm>
            <a:off x="4086000" y="3867120"/>
            <a:ext cx="2467440" cy="9720"/>
          </a:xfrm>
          <a:custGeom>
            <a:avLst/>
            <a:gdLst/>
            <a:ah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3" name=""/>
          <p:cNvSpPr/>
          <p:nvPr/>
        </p:nvSpPr>
        <p:spPr>
          <a:xfrm>
            <a:off x="6543360" y="38764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4" name=""/>
          <p:cNvSpPr/>
          <p:nvPr/>
        </p:nvSpPr>
        <p:spPr>
          <a:xfrm>
            <a:off x="475920" y="4181400"/>
            <a:ext cx="1191240" cy="9720"/>
          </a:xfrm>
          <a:custGeom>
            <a:avLst/>
            <a:gdLst/>
            <a:ahLst/>
            <a:rect l="0" t="0" r="r" b="b"/>
            <a:pathLst>
              <a:path w="3309" h="27">
                <a:moveTo>
                  <a:pt x="0" y="0"/>
                </a:moveTo>
                <a:lnTo>
                  <a:pt x="3309" y="0"/>
                </a:lnTo>
                <a:lnTo>
                  <a:pt x="3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5" name=""/>
          <p:cNvSpPr/>
          <p:nvPr/>
        </p:nvSpPr>
        <p:spPr>
          <a:xfrm>
            <a:off x="1666800" y="4181400"/>
            <a:ext cx="2419560" cy="9720"/>
          </a:xfrm>
          <a:custGeom>
            <a:avLst/>
            <a:gdLst/>
            <a:ahLst/>
            <a:rect l="0" t="0" r="r" b="b"/>
            <a:pathLst>
              <a:path w="6721" h="27">
                <a:moveTo>
                  <a:pt x="0" y="0"/>
                </a:moveTo>
                <a:lnTo>
                  <a:pt x="6721" y="0"/>
                </a:lnTo>
                <a:lnTo>
                  <a:pt x="672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6" name=""/>
          <p:cNvSpPr/>
          <p:nvPr/>
        </p:nvSpPr>
        <p:spPr>
          <a:xfrm>
            <a:off x="4086000" y="4181400"/>
            <a:ext cx="2467440" cy="9720"/>
          </a:xfrm>
          <a:custGeom>
            <a:avLst/>
            <a:gdLst/>
            <a:ahLst/>
            <a:rect l="0" t="0" r="r" b="b"/>
            <a:pathLst>
              <a:path w="6854" h="27">
                <a:moveTo>
                  <a:pt x="0" y="0"/>
                </a:moveTo>
                <a:lnTo>
                  <a:pt x="6854" y="0"/>
                </a:lnTo>
                <a:lnTo>
                  <a:pt x="685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7" name=""/>
          <p:cNvSpPr txBox="1"/>
          <p:nvPr/>
        </p:nvSpPr>
        <p:spPr>
          <a:xfrm>
            <a:off x="476280" y="1388880"/>
            <a:ext cx="2453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SMP Core Migrations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8" name=""/>
          <p:cNvSpPr txBox="1"/>
          <p:nvPr/>
        </p:nvSpPr>
        <p:spPr>
          <a:xfrm>
            <a:off x="476280" y="1928880"/>
            <a:ext cx="93186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Tasks that move between cores introduce cache-cold penalties and can cause lock-boundary races. 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Core Migrations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9" name=""/>
          <p:cNvSpPr txBox="1"/>
          <p:nvPr/>
        </p:nvSpPr>
        <p:spPr>
          <a:xfrm>
            <a:off x="476280" y="2292120"/>
            <a:ext cx="10274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Key Metrics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0" name=""/>
          <p:cNvSpPr txBox="1"/>
          <p:nvPr/>
        </p:nvSpPr>
        <p:spPr>
          <a:xfrm>
            <a:off x="887040" y="2715840"/>
            <a:ext cx="368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1" name=""/>
          <p:cNvSpPr txBox="1"/>
          <p:nvPr/>
        </p:nvSpPr>
        <p:spPr>
          <a:xfrm>
            <a:off x="2447640" y="2715840"/>
            <a:ext cx="847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it means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2" name=""/>
          <p:cNvSpPr txBox="1"/>
          <p:nvPr/>
        </p:nvSpPr>
        <p:spPr>
          <a:xfrm>
            <a:off x="4765320" y="2715840"/>
            <a:ext cx="1097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Red flag threshold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3" name=""/>
          <p:cNvSpPr txBox="1"/>
          <p:nvPr/>
        </p:nvSpPr>
        <p:spPr>
          <a:xfrm>
            <a:off x="609480" y="3020760"/>
            <a:ext cx="271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Rate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4" name=""/>
          <p:cNvSpPr txBox="1"/>
          <p:nvPr/>
        </p:nvSpPr>
        <p:spPr>
          <a:xfrm>
            <a:off x="1789560" y="3020760"/>
            <a:ext cx="2001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Migrations per second of active time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5" name=""/>
          <p:cNvSpPr txBox="1"/>
          <p:nvPr/>
        </p:nvSpPr>
        <p:spPr>
          <a:xfrm>
            <a:off x="4209840" y="3020760"/>
            <a:ext cx="1987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High relative to execution frequency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6" name=""/>
          <p:cNvSpPr txBox="1"/>
          <p:nvPr/>
        </p:nvSpPr>
        <p:spPr>
          <a:xfrm>
            <a:off x="609480" y="3335040"/>
            <a:ext cx="327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Dwell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7" name=""/>
          <p:cNvSpPr txBox="1"/>
          <p:nvPr/>
        </p:nvSpPr>
        <p:spPr>
          <a:xfrm>
            <a:off x="1789560" y="3335040"/>
            <a:ext cx="2167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Average on-CPU slice before migrating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8" name=""/>
          <p:cNvSpPr txBox="1"/>
          <p:nvPr/>
        </p:nvSpPr>
        <p:spPr>
          <a:xfrm>
            <a:off x="4209840" y="3335040"/>
            <a:ext cx="2216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Very short dwell + high rate = ping-pong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9" name=""/>
          <p:cNvSpPr txBox="1"/>
          <p:nvPr/>
        </p:nvSpPr>
        <p:spPr>
          <a:xfrm>
            <a:off x="609480" y="3649320"/>
            <a:ext cx="618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Ping-pong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0" name=""/>
          <p:cNvSpPr txBox="1"/>
          <p:nvPr/>
        </p:nvSpPr>
        <p:spPr>
          <a:xfrm>
            <a:off x="1789560" y="3649320"/>
            <a:ext cx="1980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A→B followed immediately by B→A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1" name=""/>
          <p:cNvSpPr txBox="1"/>
          <p:nvPr/>
        </p:nvSpPr>
        <p:spPr>
          <a:xfrm>
            <a:off x="4209840" y="3649320"/>
            <a:ext cx="2195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Any non-zero count warrants inspection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2" name=""/>
          <p:cNvSpPr txBox="1"/>
          <p:nvPr/>
        </p:nvSpPr>
        <p:spPr>
          <a:xfrm>
            <a:off x="609480" y="3954240"/>
            <a:ext cx="924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Lock-bounce %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3" name=""/>
          <p:cNvSpPr txBox="1"/>
          <p:nvPr/>
        </p:nvSpPr>
        <p:spPr>
          <a:xfrm>
            <a:off x="1789560" y="3954240"/>
            <a:ext cx="1855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Migrations where mutex was held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4" name=""/>
          <p:cNvSpPr txBox="1"/>
          <p:nvPr/>
        </p:nvSpPr>
        <p:spPr>
          <a:xfrm>
            <a:off x="4209840" y="3954240"/>
            <a:ext cx="19418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&gt; 5 % is a correctness risk on SMP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5" name=""/>
          <p:cNvSpPr/>
          <p:nvPr/>
        </p:nvSpPr>
        <p:spPr>
          <a:xfrm>
            <a:off x="628560" y="4771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4"/>
                  <a:pt x="13" y="27"/>
                  <a:pt x="19" y="20"/>
                </a:cubicBezTo>
                <a:cubicBezTo>
                  <a:pt x="25" y="14"/>
                  <a:pt x="32" y="9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9"/>
                  <a:pt x="107" y="14"/>
                  <a:pt x="114" y="20"/>
                </a:cubicBezTo>
                <a:cubicBezTo>
                  <a:pt x="120" y="27"/>
                  <a:pt x="125" y="34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6" name=""/>
          <p:cNvSpPr txBox="1"/>
          <p:nvPr/>
        </p:nvSpPr>
        <p:spPr>
          <a:xfrm>
            <a:off x="476280" y="4349520"/>
            <a:ext cx="32623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Migration Heatmap (toolbar </a:t>
            </a:r>
            <a:r>
              <a:rPr lang="en-US" sz="1440" b="1" u="none" strike="noStrike">
                <a:solidFill>
                  <a:srgbClr val="4488CC"/>
                </a:solidFill>
                <a:effectLst/>
                <a:uFillTx/>
                <a:latin typeface="Arial"/>
                <a:ea typeface="Arial"/>
              </a:rPr>
              <a:t>Heatmap</a:t>
            </a:r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)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7" name=""/>
          <p:cNvSpPr/>
          <p:nvPr/>
        </p:nvSpPr>
        <p:spPr>
          <a:xfrm>
            <a:off x="628560" y="50385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6" y="133"/>
                  <a:pt x="67" y="133"/>
                </a:cubicBezTo>
                <a:cubicBezTo>
                  <a:pt x="58" y="133"/>
                  <a:pt x="50" y="132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8"/>
                  <a:pt x="8" y="101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2"/>
                  <a:pt x="58" y="0"/>
                  <a:pt x="67" y="0"/>
                </a:cubicBezTo>
                <a:cubicBezTo>
                  <a:pt x="76" y="0"/>
                  <a:pt x="84" y="2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7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8" name=""/>
          <p:cNvSpPr txBox="1"/>
          <p:nvPr/>
        </p:nvSpPr>
        <p:spPr>
          <a:xfrm>
            <a:off x="781200" y="4700880"/>
            <a:ext cx="5133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Level 1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directed core-pair rows × 32 time bins — dark cell = migration burst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9" name=""/>
          <p:cNvSpPr/>
          <p:nvPr/>
        </p:nvSpPr>
        <p:spPr>
          <a:xfrm>
            <a:off x="628560" y="53053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7"/>
                  <a:pt x="114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1"/>
                  <a:pt x="76" y="133"/>
                  <a:pt x="67" y="133"/>
                </a:cubicBezTo>
                <a:cubicBezTo>
                  <a:pt x="58" y="133"/>
                  <a:pt x="50" y="131"/>
                  <a:pt x="42" y="128"/>
                </a:cubicBezTo>
                <a:cubicBezTo>
                  <a:pt x="32" y="125"/>
                  <a:pt x="25" y="120"/>
                  <a:pt x="19" y="114"/>
                </a:cubicBezTo>
                <a:cubicBezTo>
                  <a:pt x="13" y="107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5" y="13"/>
                  <a:pt x="32" y="8"/>
                  <a:pt x="42" y="5"/>
                </a:cubicBezTo>
                <a:cubicBezTo>
                  <a:pt x="50" y="1"/>
                  <a:pt x="58" y="0"/>
                  <a:pt x="67" y="0"/>
                </a:cubicBezTo>
                <a:cubicBezTo>
                  <a:pt x="76" y="0"/>
                  <a:pt x="84" y="1"/>
                  <a:pt x="92" y="5"/>
                </a:cubicBezTo>
                <a:cubicBezTo>
                  <a:pt x="100" y="8"/>
                  <a:pt x="107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0" name=""/>
          <p:cNvSpPr txBox="1"/>
          <p:nvPr/>
        </p:nvSpPr>
        <p:spPr>
          <a:xfrm>
            <a:off x="781200" y="4967640"/>
            <a:ext cx="46004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Click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 hot cell →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Level 2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 per-task sub-bins within that pair/window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1" name=""/>
          <p:cNvSpPr txBox="1"/>
          <p:nvPr/>
        </p:nvSpPr>
        <p:spPr>
          <a:xfrm>
            <a:off x="781200" y="5234040"/>
            <a:ext cx="58363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Click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 task cell → zoom timeline, place cursors, switch to Task View, filter to that task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6" name=""/>
          <p:cNvSpPr/>
          <p:nvPr/>
        </p:nvSpPr>
        <p:spPr>
          <a:xfrm>
            <a:off x="475920" y="733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7" name=""/>
          <p:cNvSpPr/>
          <p:nvPr/>
        </p:nvSpPr>
        <p:spPr>
          <a:xfrm>
            <a:off x="475920" y="95544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8" name=""/>
          <p:cNvSpPr txBox="1"/>
          <p:nvPr/>
        </p:nvSpPr>
        <p:spPr>
          <a:xfrm>
            <a:off x="476280" y="388800"/>
            <a:ext cx="5054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Migration Heatmap — Two-Level Drill-Down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9" name=""/>
          <p:cNvSpPr/>
          <p:nvPr/>
        </p:nvSpPr>
        <p:spPr>
          <a:xfrm>
            <a:off x="12121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0" name=""/>
          <p:cNvSpPr/>
          <p:nvPr/>
        </p:nvSpPr>
        <p:spPr>
          <a:xfrm>
            <a:off x="13136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1" name=""/>
          <p:cNvSpPr/>
          <p:nvPr/>
        </p:nvSpPr>
        <p:spPr>
          <a:xfrm>
            <a:off x="141516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2" name=""/>
          <p:cNvSpPr/>
          <p:nvPr/>
        </p:nvSpPr>
        <p:spPr>
          <a:xfrm>
            <a:off x="151668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3" name=""/>
          <p:cNvSpPr/>
          <p:nvPr/>
        </p:nvSpPr>
        <p:spPr>
          <a:xfrm>
            <a:off x="161820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4" name=""/>
          <p:cNvSpPr/>
          <p:nvPr/>
        </p:nvSpPr>
        <p:spPr>
          <a:xfrm>
            <a:off x="17197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5" name=""/>
          <p:cNvSpPr/>
          <p:nvPr/>
        </p:nvSpPr>
        <p:spPr>
          <a:xfrm>
            <a:off x="18212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6" name=""/>
          <p:cNvSpPr/>
          <p:nvPr/>
        </p:nvSpPr>
        <p:spPr>
          <a:xfrm>
            <a:off x="192276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7" name=""/>
          <p:cNvSpPr/>
          <p:nvPr/>
        </p:nvSpPr>
        <p:spPr>
          <a:xfrm>
            <a:off x="202428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8" name=""/>
          <p:cNvSpPr/>
          <p:nvPr/>
        </p:nvSpPr>
        <p:spPr>
          <a:xfrm>
            <a:off x="212580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9" name=""/>
          <p:cNvSpPr/>
          <p:nvPr/>
        </p:nvSpPr>
        <p:spPr>
          <a:xfrm>
            <a:off x="22273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0" name=""/>
          <p:cNvSpPr/>
          <p:nvPr/>
        </p:nvSpPr>
        <p:spPr>
          <a:xfrm>
            <a:off x="23288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1" name=""/>
          <p:cNvSpPr/>
          <p:nvPr/>
        </p:nvSpPr>
        <p:spPr>
          <a:xfrm>
            <a:off x="243036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2" name=""/>
          <p:cNvSpPr/>
          <p:nvPr/>
        </p:nvSpPr>
        <p:spPr>
          <a:xfrm>
            <a:off x="253188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3" name=""/>
          <p:cNvSpPr/>
          <p:nvPr/>
        </p:nvSpPr>
        <p:spPr>
          <a:xfrm>
            <a:off x="263340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4" name=""/>
          <p:cNvSpPr/>
          <p:nvPr/>
        </p:nvSpPr>
        <p:spPr>
          <a:xfrm>
            <a:off x="27349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5" name=""/>
          <p:cNvSpPr/>
          <p:nvPr/>
        </p:nvSpPr>
        <p:spPr>
          <a:xfrm>
            <a:off x="28364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6" name=""/>
          <p:cNvSpPr/>
          <p:nvPr/>
        </p:nvSpPr>
        <p:spPr>
          <a:xfrm>
            <a:off x="293796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7" name=""/>
          <p:cNvSpPr/>
          <p:nvPr/>
        </p:nvSpPr>
        <p:spPr>
          <a:xfrm>
            <a:off x="303948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8" name=""/>
          <p:cNvSpPr/>
          <p:nvPr/>
        </p:nvSpPr>
        <p:spPr>
          <a:xfrm>
            <a:off x="314100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9" name=""/>
          <p:cNvSpPr/>
          <p:nvPr/>
        </p:nvSpPr>
        <p:spPr>
          <a:xfrm>
            <a:off x="32425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0" name=""/>
          <p:cNvSpPr/>
          <p:nvPr/>
        </p:nvSpPr>
        <p:spPr>
          <a:xfrm>
            <a:off x="33440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1" name=""/>
          <p:cNvSpPr/>
          <p:nvPr/>
        </p:nvSpPr>
        <p:spPr>
          <a:xfrm>
            <a:off x="344556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2" name=""/>
          <p:cNvSpPr/>
          <p:nvPr/>
        </p:nvSpPr>
        <p:spPr>
          <a:xfrm>
            <a:off x="354708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3" name=""/>
          <p:cNvSpPr/>
          <p:nvPr/>
        </p:nvSpPr>
        <p:spPr>
          <a:xfrm>
            <a:off x="364860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4" name=""/>
          <p:cNvSpPr/>
          <p:nvPr/>
        </p:nvSpPr>
        <p:spPr>
          <a:xfrm>
            <a:off x="37501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7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5" name=""/>
          <p:cNvSpPr/>
          <p:nvPr/>
        </p:nvSpPr>
        <p:spPr>
          <a:xfrm>
            <a:off x="38516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8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6" name=""/>
          <p:cNvSpPr/>
          <p:nvPr/>
        </p:nvSpPr>
        <p:spPr>
          <a:xfrm>
            <a:off x="395316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7" name=""/>
          <p:cNvSpPr/>
          <p:nvPr/>
        </p:nvSpPr>
        <p:spPr>
          <a:xfrm>
            <a:off x="405468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8" name=""/>
          <p:cNvSpPr/>
          <p:nvPr/>
        </p:nvSpPr>
        <p:spPr>
          <a:xfrm>
            <a:off x="415620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9" name=""/>
          <p:cNvSpPr/>
          <p:nvPr/>
        </p:nvSpPr>
        <p:spPr>
          <a:xfrm>
            <a:off x="425772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0" name=""/>
          <p:cNvSpPr/>
          <p:nvPr/>
        </p:nvSpPr>
        <p:spPr>
          <a:xfrm>
            <a:off x="4359240" y="95544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1" name=""/>
          <p:cNvSpPr/>
          <p:nvPr/>
        </p:nvSpPr>
        <p:spPr>
          <a:xfrm>
            <a:off x="475920" y="115920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2" name=""/>
          <p:cNvSpPr txBox="1"/>
          <p:nvPr/>
        </p:nvSpPr>
        <p:spPr>
          <a:xfrm>
            <a:off x="552240" y="100512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c0→c1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3" name=""/>
          <p:cNvSpPr/>
          <p:nvPr/>
        </p:nvSpPr>
        <p:spPr>
          <a:xfrm>
            <a:off x="12121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4" name=""/>
          <p:cNvSpPr/>
          <p:nvPr/>
        </p:nvSpPr>
        <p:spPr>
          <a:xfrm>
            <a:off x="13136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5" name=""/>
          <p:cNvSpPr/>
          <p:nvPr/>
        </p:nvSpPr>
        <p:spPr>
          <a:xfrm>
            <a:off x="141516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6" name=""/>
          <p:cNvSpPr/>
          <p:nvPr/>
        </p:nvSpPr>
        <p:spPr>
          <a:xfrm>
            <a:off x="151668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7" name=""/>
          <p:cNvSpPr/>
          <p:nvPr/>
        </p:nvSpPr>
        <p:spPr>
          <a:xfrm>
            <a:off x="161820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8" name=""/>
          <p:cNvSpPr/>
          <p:nvPr/>
        </p:nvSpPr>
        <p:spPr>
          <a:xfrm>
            <a:off x="17197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9" name=""/>
          <p:cNvSpPr/>
          <p:nvPr/>
        </p:nvSpPr>
        <p:spPr>
          <a:xfrm>
            <a:off x="18212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0" name=""/>
          <p:cNvSpPr/>
          <p:nvPr/>
        </p:nvSpPr>
        <p:spPr>
          <a:xfrm>
            <a:off x="192276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1" name=""/>
          <p:cNvSpPr/>
          <p:nvPr/>
        </p:nvSpPr>
        <p:spPr>
          <a:xfrm>
            <a:off x="202428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2" name=""/>
          <p:cNvSpPr/>
          <p:nvPr/>
        </p:nvSpPr>
        <p:spPr>
          <a:xfrm>
            <a:off x="212580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3" name=""/>
          <p:cNvSpPr/>
          <p:nvPr/>
        </p:nvSpPr>
        <p:spPr>
          <a:xfrm>
            <a:off x="22273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4" name=""/>
          <p:cNvSpPr/>
          <p:nvPr/>
        </p:nvSpPr>
        <p:spPr>
          <a:xfrm>
            <a:off x="23288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5" name=""/>
          <p:cNvSpPr/>
          <p:nvPr/>
        </p:nvSpPr>
        <p:spPr>
          <a:xfrm>
            <a:off x="243036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6" name=""/>
          <p:cNvSpPr/>
          <p:nvPr/>
        </p:nvSpPr>
        <p:spPr>
          <a:xfrm>
            <a:off x="253188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7" name=""/>
          <p:cNvSpPr/>
          <p:nvPr/>
        </p:nvSpPr>
        <p:spPr>
          <a:xfrm>
            <a:off x="263340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8" name=""/>
          <p:cNvSpPr/>
          <p:nvPr/>
        </p:nvSpPr>
        <p:spPr>
          <a:xfrm>
            <a:off x="27349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9" name=""/>
          <p:cNvSpPr/>
          <p:nvPr/>
        </p:nvSpPr>
        <p:spPr>
          <a:xfrm>
            <a:off x="28364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0" name=""/>
          <p:cNvSpPr/>
          <p:nvPr/>
        </p:nvSpPr>
        <p:spPr>
          <a:xfrm>
            <a:off x="293796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1" name=""/>
          <p:cNvSpPr/>
          <p:nvPr/>
        </p:nvSpPr>
        <p:spPr>
          <a:xfrm>
            <a:off x="303948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2" name=""/>
          <p:cNvSpPr/>
          <p:nvPr/>
        </p:nvSpPr>
        <p:spPr>
          <a:xfrm>
            <a:off x="314100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3" name=""/>
          <p:cNvSpPr/>
          <p:nvPr/>
        </p:nvSpPr>
        <p:spPr>
          <a:xfrm>
            <a:off x="32425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4" name=""/>
          <p:cNvSpPr/>
          <p:nvPr/>
        </p:nvSpPr>
        <p:spPr>
          <a:xfrm>
            <a:off x="33440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5" name=""/>
          <p:cNvSpPr/>
          <p:nvPr/>
        </p:nvSpPr>
        <p:spPr>
          <a:xfrm>
            <a:off x="344556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6" name=""/>
          <p:cNvSpPr/>
          <p:nvPr/>
        </p:nvSpPr>
        <p:spPr>
          <a:xfrm>
            <a:off x="354708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7" name=""/>
          <p:cNvSpPr/>
          <p:nvPr/>
        </p:nvSpPr>
        <p:spPr>
          <a:xfrm>
            <a:off x="364860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8" name=""/>
          <p:cNvSpPr/>
          <p:nvPr/>
        </p:nvSpPr>
        <p:spPr>
          <a:xfrm>
            <a:off x="37501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9" name=""/>
          <p:cNvSpPr/>
          <p:nvPr/>
        </p:nvSpPr>
        <p:spPr>
          <a:xfrm>
            <a:off x="38516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0" name=""/>
          <p:cNvSpPr/>
          <p:nvPr/>
        </p:nvSpPr>
        <p:spPr>
          <a:xfrm>
            <a:off x="395316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1" name=""/>
          <p:cNvSpPr/>
          <p:nvPr/>
        </p:nvSpPr>
        <p:spPr>
          <a:xfrm>
            <a:off x="405468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2" name=""/>
          <p:cNvSpPr/>
          <p:nvPr/>
        </p:nvSpPr>
        <p:spPr>
          <a:xfrm>
            <a:off x="415620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3" name=""/>
          <p:cNvSpPr/>
          <p:nvPr/>
        </p:nvSpPr>
        <p:spPr>
          <a:xfrm>
            <a:off x="425772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4" name=""/>
          <p:cNvSpPr/>
          <p:nvPr/>
        </p:nvSpPr>
        <p:spPr>
          <a:xfrm>
            <a:off x="4359240" y="1159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5" name=""/>
          <p:cNvSpPr/>
          <p:nvPr/>
        </p:nvSpPr>
        <p:spPr>
          <a:xfrm>
            <a:off x="475920" y="136260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6" name=""/>
          <p:cNvSpPr txBox="1"/>
          <p:nvPr/>
        </p:nvSpPr>
        <p:spPr>
          <a:xfrm>
            <a:off x="552240" y="120852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c0→c2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7" name=""/>
          <p:cNvSpPr/>
          <p:nvPr/>
        </p:nvSpPr>
        <p:spPr>
          <a:xfrm>
            <a:off x="12121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8" name=""/>
          <p:cNvSpPr/>
          <p:nvPr/>
        </p:nvSpPr>
        <p:spPr>
          <a:xfrm>
            <a:off x="13136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9" name=""/>
          <p:cNvSpPr/>
          <p:nvPr/>
        </p:nvSpPr>
        <p:spPr>
          <a:xfrm>
            <a:off x="141516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0" name=""/>
          <p:cNvSpPr/>
          <p:nvPr/>
        </p:nvSpPr>
        <p:spPr>
          <a:xfrm>
            <a:off x="151668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1" name=""/>
          <p:cNvSpPr/>
          <p:nvPr/>
        </p:nvSpPr>
        <p:spPr>
          <a:xfrm>
            <a:off x="161820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2" name=""/>
          <p:cNvSpPr/>
          <p:nvPr/>
        </p:nvSpPr>
        <p:spPr>
          <a:xfrm>
            <a:off x="17197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3" name=""/>
          <p:cNvSpPr/>
          <p:nvPr/>
        </p:nvSpPr>
        <p:spPr>
          <a:xfrm>
            <a:off x="18212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4" name=""/>
          <p:cNvSpPr/>
          <p:nvPr/>
        </p:nvSpPr>
        <p:spPr>
          <a:xfrm>
            <a:off x="192276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5" name=""/>
          <p:cNvSpPr/>
          <p:nvPr/>
        </p:nvSpPr>
        <p:spPr>
          <a:xfrm>
            <a:off x="202428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6" name=""/>
          <p:cNvSpPr/>
          <p:nvPr/>
        </p:nvSpPr>
        <p:spPr>
          <a:xfrm>
            <a:off x="212580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7" name=""/>
          <p:cNvSpPr/>
          <p:nvPr/>
        </p:nvSpPr>
        <p:spPr>
          <a:xfrm>
            <a:off x="22273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8" name=""/>
          <p:cNvSpPr/>
          <p:nvPr/>
        </p:nvSpPr>
        <p:spPr>
          <a:xfrm>
            <a:off x="23288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9" name=""/>
          <p:cNvSpPr/>
          <p:nvPr/>
        </p:nvSpPr>
        <p:spPr>
          <a:xfrm>
            <a:off x="243036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0" name=""/>
          <p:cNvSpPr/>
          <p:nvPr/>
        </p:nvSpPr>
        <p:spPr>
          <a:xfrm>
            <a:off x="253188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1" name=""/>
          <p:cNvSpPr/>
          <p:nvPr/>
        </p:nvSpPr>
        <p:spPr>
          <a:xfrm>
            <a:off x="263340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2" name=""/>
          <p:cNvSpPr/>
          <p:nvPr/>
        </p:nvSpPr>
        <p:spPr>
          <a:xfrm>
            <a:off x="27349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3" name=""/>
          <p:cNvSpPr/>
          <p:nvPr/>
        </p:nvSpPr>
        <p:spPr>
          <a:xfrm>
            <a:off x="28364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4" name=""/>
          <p:cNvSpPr/>
          <p:nvPr/>
        </p:nvSpPr>
        <p:spPr>
          <a:xfrm>
            <a:off x="293796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5" name=""/>
          <p:cNvSpPr/>
          <p:nvPr/>
        </p:nvSpPr>
        <p:spPr>
          <a:xfrm>
            <a:off x="303948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6" name=""/>
          <p:cNvSpPr/>
          <p:nvPr/>
        </p:nvSpPr>
        <p:spPr>
          <a:xfrm>
            <a:off x="314100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7" name=""/>
          <p:cNvSpPr/>
          <p:nvPr/>
        </p:nvSpPr>
        <p:spPr>
          <a:xfrm>
            <a:off x="32425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8" name=""/>
          <p:cNvSpPr/>
          <p:nvPr/>
        </p:nvSpPr>
        <p:spPr>
          <a:xfrm>
            <a:off x="33440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29" name=""/>
          <p:cNvSpPr/>
          <p:nvPr/>
        </p:nvSpPr>
        <p:spPr>
          <a:xfrm>
            <a:off x="344556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0" name=""/>
          <p:cNvSpPr/>
          <p:nvPr/>
        </p:nvSpPr>
        <p:spPr>
          <a:xfrm>
            <a:off x="354708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1" name=""/>
          <p:cNvSpPr/>
          <p:nvPr/>
        </p:nvSpPr>
        <p:spPr>
          <a:xfrm>
            <a:off x="364860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2" name=""/>
          <p:cNvSpPr/>
          <p:nvPr/>
        </p:nvSpPr>
        <p:spPr>
          <a:xfrm>
            <a:off x="37501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3" name=""/>
          <p:cNvSpPr/>
          <p:nvPr/>
        </p:nvSpPr>
        <p:spPr>
          <a:xfrm>
            <a:off x="38516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4" name=""/>
          <p:cNvSpPr/>
          <p:nvPr/>
        </p:nvSpPr>
        <p:spPr>
          <a:xfrm>
            <a:off x="395316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5" name=""/>
          <p:cNvSpPr/>
          <p:nvPr/>
        </p:nvSpPr>
        <p:spPr>
          <a:xfrm>
            <a:off x="405468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6" name=""/>
          <p:cNvSpPr/>
          <p:nvPr/>
        </p:nvSpPr>
        <p:spPr>
          <a:xfrm>
            <a:off x="415620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7" name=""/>
          <p:cNvSpPr/>
          <p:nvPr/>
        </p:nvSpPr>
        <p:spPr>
          <a:xfrm>
            <a:off x="425772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8" name=""/>
          <p:cNvSpPr/>
          <p:nvPr/>
        </p:nvSpPr>
        <p:spPr>
          <a:xfrm>
            <a:off x="4359240" y="13626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9" name=""/>
          <p:cNvSpPr/>
          <p:nvPr/>
        </p:nvSpPr>
        <p:spPr>
          <a:xfrm>
            <a:off x="475920" y="156600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0" name=""/>
          <p:cNvSpPr txBox="1"/>
          <p:nvPr/>
        </p:nvSpPr>
        <p:spPr>
          <a:xfrm>
            <a:off x="552240" y="141192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c0→c3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1" name=""/>
          <p:cNvSpPr/>
          <p:nvPr/>
        </p:nvSpPr>
        <p:spPr>
          <a:xfrm>
            <a:off x="12121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2" name=""/>
          <p:cNvSpPr/>
          <p:nvPr/>
        </p:nvSpPr>
        <p:spPr>
          <a:xfrm>
            <a:off x="13136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3" name=""/>
          <p:cNvSpPr/>
          <p:nvPr/>
        </p:nvSpPr>
        <p:spPr>
          <a:xfrm>
            <a:off x="141516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4" name=""/>
          <p:cNvSpPr/>
          <p:nvPr/>
        </p:nvSpPr>
        <p:spPr>
          <a:xfrm>
            <a:off x="151668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5" name=""/>
          <p:cNvSpPr/>
          <p:nvPr/>
        </p:nvSpPr>
        <p:spPr>
          <a:xfrm>
            <a:off x="161820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6" name=""/>
          <p:cNvSpPr/>
          <p:nvPr/>
        </p:nvSpPr>
        <p:spPr>
          <a:xfrm>
            <a:off x="17197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7" name=""/>
          <p:cNvSpPr/>
          <p:nvPr/>
        </p:nvSpPr>
        <p:spPr>
          <a:xfrm>
            <a:off x="18212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8" name=""/>
          <p:cNvSpPr/>
          <p:nvPr/>
        </p:nvSpPr>
        <p:spPr>
          <a:xfrm>
            <a:off x="192276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49" name=""/>
          <p:cNvSpPr/>
          <p:nvPr/>
        </p:nvSpPr>
        <p:spPr>
          <a:xfrm>
            <a:off x="202428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0" name=""/>
          <p:cNvSpPr/>
          <p:nvPr/>
        </p:nvSpPr>
        <p:spPr>
          <a:xfrm>
            <a:off x="212580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1" name=""/>
          <p:cNvSpPr/>
          <p:nvPr/>
        </p:nvSpPr>
        <p:spPr>
          <a:xfrm>
            <a:off x="22273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2" name=""/>
          <p:cNvSpPr/>
          <p:nvPr/>
        </p:nvSpPr>
        <p:spPr>
          <a:xfrm>
            <a:off x="23288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3" name=""/>
          <p:cNvSpPr/>
          <p:nvPr/>
        </p:nvSpPr>
        <p:spPr>
          <a:xfrm>
            <a:off x="243036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4" name=""/>
          <p:cNvSpPr/>
          <p:nvPr/>
        </p:nvSpPr>
        <p:spPr>
          <a:xfrm>
            <a:off x="253188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5" name=""/>
          <p:cNvSpPr/>
          <p:nvPr/>
        </p:nvSpPr>
        <p:spPr>
          <a:xfrm>
            <a:off x="263340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6" name=""/>
          <p:cNvSpPr/>
          <p:nvPr/>
        </p:nvSpPr>
        <p:spPr>
          <a:xfrm>
            <a:off x="27349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7" name=""/>
          <p:cNvSpPr/>
          <p:nvPr/>
        </p:nvSpPr>
        <p:spPr>
          <a:xfrm>
            <a:off x="28364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8" name=""/>
          <p:cNvSpPr/>
          <p:nvPr/>
        </p:nvSpPr>
        <p:spPr>
          <a:xfrm>
            <a:off x="293796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9" name=""/>
          <p:cNvSpPr/>
          <p:nvPr/>
        </p:nvSpPr>
        <p:spPr>
          <a:xfrm>
            <a:off x="303948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0" name=""/>
          <p:cNvSpPr/>
          <p:nvPr/>
        </p:nvSpPr>
        <p:spPr>
          <a:xfrm>
            <a:off x="314100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1" name=""/>
          <p:cNvSpPr/>
          <p:nvPr/>
        </p:nvSpPr>
        <p:spPr>
          <a:xfrm>
            <a:off x="32425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2" name=""/>
          <p:cNvSpPr/>
          <p:nvPr/>
        </p:nvSpPr>
        <p:spPr>
          <a:xfrm>
            <a:off x="33440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3" name=""/>
          <p:cNvSpPr/>
          <p:nvPr/>
        </p:nvSpPr>
        <p:spPr>
          <a:xfrm>
            <a:off x="344556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4" name=""/>
          <p:cNvSpPr/>
          <p:nvPr/>
        </p:nvSpPr>
        <p:spPr>
          <a:xfrm>
            <a:off x="354708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5" name=""/>
          <p:cNvSpPr/>
          <p:nvPr/>
        </p:nvSpPr>
        <p:spPr>
          <a:xfrm>
            <a:off x="364860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6" name=""/>
          <p:cNvSpPr/>
          <p:nvPr/>
        </p:nvSpPr>
        <p:spPr>
          <a:xfrm>
            <a:off x="37501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7" name=""/>
          <p:cNvSpPr/>
          <p:nvPr/>
        </p:nvSpPr>
        <p:spPr>
          <a:xfrm>
            <a:off x="38516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8" name=""/>
          <p:cNvSpPr/>
          <p:nvPr/>
        </p:nvSpPr>
        <p:spPr>
          <a:xfrm>
            <a:off x="395316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9" name=""/>
          <p:cNvSpPr/>
          <p:nvPr/>
        </p:nvSpPr>
        <p:spPr>
          <a:xfrm>
            <a:off x="405468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0" name=""/>
          <p:cNvSpPr/>
          <p:nvPr/>
        </p:nvSpPr>
        <p:spPr>
          <a:xfrm>
            <a:off x="415620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1" name=""/>
          <p:cNvSpPr/>
          <p:nvPr/>
        </p:nvSpPr>
        <p:spPr>
          <a:xfrm>
            <a:off x="425772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2" name=""/>
          <p:cNvSpPr/>
          <p:nvPr/>
        </p:nvSpPr>
        <p:spPr>
          <a:xfrm>
            <a:off x="4359240" y="15660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3" name=""/>
          <p:cNvSpPr/>
          <p:nvPr/>
        </p:nvSpPr>
        <p:spPr>
          <a:xfrm>
            <a:off x="475920" y="176940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4" name=""/>
          <p:cNvSpPr txBox="1"/>
          <p:nvPr/>
        </p:nvSpPr>
        <p:spPr>
          <a:xfrm>
            <a:off x="552240" y="16156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c1→c0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5" name=""/>
          <p:cNvSpPr/>
          <p:nvPr/>
        </p:nvSpPr>
        <p:spPr>
          <a:xfrm>
            <a:off x="12121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6" name=""/>
          <p:cNvSpPr/>
          <p:nvPr/>
        </p:nvSpPr>
        <p:spPr>
          <a:xfrm>
            <a:off x="13136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7" name=""/>
          <p:cNvSpPr/>
          <p:nvPr/>
        </p:nvSpPr>
        <p:spPr>
          <a:xfrm>
            <a:off x="141516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8" name=""/>
          <p:cNvSpPr/>
          <p:nvPr/>
        </p:nvSpPr>
        <p:spPr>
          <a:xfrm>
            <a:off x="151668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9" name=""/>
          <p:cNvSpPr/>
          <p:nvPr/>
        </p:nvSpPr>
        <p:spPr>
          <a:xfrm>
            <a:off x="161820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0" name=""/>
          <p:cNvSpPr/>
          <p:nvPr/>
        </p:nvSpPr>
        <p:spPr>
          <a:xfrm>
            <a:off x="17197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1" name=""/>
          <p:cNvSpPr/>
          <p:nvPr/>
        </p:nvSpPr>
        <p:spPr>
          <a:xfrm>
            <a:off x="18212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2" name=""/>
          <p:cNvSpPr/>
          <p:nvPr/>
        </p:nvSpPr>
        <p:spPr>
          <a:xfrm>
            <a:off x="192276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3" name=""/>
          <p:cNvSpPr/>
          <p:nvPr/>
        </p:nvSpPr>
        <p:spPr>
          <a:xfrm>
            <a:off x="202428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4" name=""/>
          <p:cNvSpPr/>
          <p:nvPr/>
        </p:nvSpPr>
        <p:spPr>
          <a:xfrm>
            <a:off x="212580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5" name=""/>
          <p:cNvSpPr/>
          <p:nvPr/>
        </p:nvSpPr>
        <p:spPr>
          <a:xfrm>
            <a:off x="22273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6" name=""/>
          <p:cNvSpPr/>
          <p:nvPr/>
        </p:nvSpPr>
        <p:spPr>
          <a:xfrm>
            <a:off x="23288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7" name=""/>
          <p:cNvSpPr/>
          <p:nvPr/>
        </p:nvSpPr>
        <p:spPr>
          <a:xfrm>
            <a:off x="243036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8" name=""/>
          <p:cNvSpPr/>
          <p:nvPr/>
        </p:nvSpPr>
        <p:spPr>
          <a:xfrm>
            <a:off x="253188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9" name=""/>
          <p:cNvSpPr/>
          <p:nvPr/>
        </p:nvSpPr>
        <p:spPr>
          <a:xfrm>
            <a:off x="263340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0" name=""/>
          <p:cNvSpPr/>
          <p:nvPr/>
        </p:nvSpPr>
        <p:spPr>
          <a:xfrm>
            <a:off x="27349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1" name=""/>
          <p:cNvSpPr/>
          <p:nvPr/>
        </p:nvSpPr>
        <p:spPr>
          <a:xfrm>
            <a:off x="28364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2" name=""/>
          <p:cNvSpPr/>
          <p:nvPr/>
        </p:nvSpPr>
        <p:spPr>
          <a:xfrm>
            <a:off x="293796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3" name=""/>
          <p:cNvSpPr/>
          <p:nvPr/>
        </p:nvSpPr>
        <p:spPr>
          <a:xfrm>
            <a:off x="303948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4" name=""/>
          <p:cNvSpPr/>
          <p:nvPr/>
        </p:nvSpPr>
        <p:spPr>
          <a:xfrm>
            <a:off x="314100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5" name=""/>
          <p:cNvSpPr/>
          <p:nvPr/>
        </p:nvSpPr>
        <p:spPr>
          <a:xfrm>
            <a:off x="32425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6" name=""/>
          <p:cNvSpPr/>
          <p:nvPr/>
        </p:nvSpPr>
        <p:spPr>
          <a:xfrm>
            <a:off x="33440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7" name=""/>
          <p:cNvSpPr/>
          <p:nvPr/>
        </p:nvSpPr>
        <p:spPr>
          <a:xfrm>
            <a:off x="344556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8" name=""/>
          <p:cNvSpPr/>
          <p:nvPr/>
        </p:nvSpPr>
        <p:spPr>
          <a:xfrm>
            <a:off x="354708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9" name=""/>
          <p:cNvSpPr/>
          <p:nvPr/>
        </p:nvSpPr>
        <p:spPr>
          <a:xfrm>
            <a:off x="364860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0" name=""/>
          <p:cNvSpPr/>
          <p:nvPr/>
        </p:nvSpPr>
        <p:spPr>
          <a:xfrm>
            <a:off x="37501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1" name=""/>
          <p:cNvSpPr/>
          <p:nvPr/>
        </p:nvSpPr>
        <p:spPr>
          <a:xfrm>
            <a:off x="38516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2" name=""/>
          <p:cNvSpPr/>
          <p:nvPr/>
        </p:nvSpPr>
        <p:spPr>
          <a:xfrm>
            <a:off x="395316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3" name=""/>
          <p:cNvSpPr/>
          <p:nvPr/>
        </p:nvSpPr>
        <p:spPr>
          <a:xfrm>
            <a:off x="405468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7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4" name=""/>
          <p:cNvSpPr/>
          <p:nvPr/>
        </p:nvSpPr>
        <p:spPr>
          <a:xfrm>
            <a:off x="415620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5" name=""/>
          <p:cNvSpPr/>
          <p:nvPr/>
        </p:nvSpPr>
        <p:spPr>
          <a:xfrm>
            <a:off x="425772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6" name=""/>
          <p:cNvSpPr/>
          <p:nvPr/>
        </p:nvSpPr>
        <p:spPr>
          <a:xfrm>
            <a:off x="4359240" y="17694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7" name=""/>
          <p:cNvSpPr/>
          <p:nvPr/>
        </p:nvSpPr>
        <p:spPr>
          <a:xfrm>
            <a:off x="475920" y="197280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8" name=""/>
          <p:cNvSpPr txBox="1"/>
          <p:nvPr/>
        </p:nvSpPr>
        <p:spPr>
          <a:xfrm>
            <a:off x="552240" y="18190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c1→c2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9" name=""/>
          <p:cNvSpPr/>
          <p:nvPr/>
        </p:nvSpPr>
        <p:spPr>
          <a:xfrm>
            <a:off x="12121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0" name=""/>
          <p:cNvSpPr/>
          <p:nvPr/>
        </p:nvSpPr>
        <p:spPr>
          <a:xfrm>
            <a:off x="13136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1" name=""/>
          <p:cNvSpPr/>
          <p:nvPr/>
        </p:nvSpPr>
        <p:spPr>
          <a:xfrm>
            <a:off x="141516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2" name=""/>
          <p:cNvSpPr/>
          <p:nvPr/>
        </p:nvSpPr>
        <p:spPr>
          <a:xfrm>
            <a:off x="151668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3" name=""/>
          <p:cNvSpPr/>
          <p:nvPr/>
        </p:nvSpPr>
        <p:spPr>
          <a:xfrm>
            <a:off x="161820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4" name=""/>
          <p:cNvSpPr/>
          <p:nvPr/>
        </p:nvSpPr>
        <p:spPr>
          <a:xfrm>
            <a:off x="17197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5" name=""/>
          <p:cNvSpPr/>
          <p:nvPr/>
        </p:nvSpPr>
        <p:spPr>
          <a:xfrm>
            <a:off x="18212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6" name=""/>
          <p:cNvSpPr/>
          <p:nvPr/>
        </p:nvSpPr>
        <p:spPr>
          <a:xfrm>
            <a:off x="192276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7" name=""/>
          <p:cNvSpPr/>
          <p:nvPr/>
        </p:nvSpPr>
        <p:spPr>
          <a:xfrm>
            <a:off x="202428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8" name=""/>
          <p:cNvSpPr/>
          <p:nvPr/>
        </p:nvSpPr>
        <p:spPr>
          <a:xfrm>
            <a:off x="212580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9" name=""/>
          <p:cNvSpPr/>
          <p:nvPr/>
        </p:nvSpPr>
        <p:spPr>
          <a:xfrm>
            <a:off x="22273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0" name=""/>
          <p:cNvSpPr/>
          <p:nvPr/>
        </p:nvSpPr>
        <p:spPr>
          <a:xfrm>
            <a:off x="23288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1" name=""/>
          <p:cNvSpPr/>
          <p:nvPr/>
        </p:nvSpPr>
        <p:spPr>
          <a:xfrm>
            <a:off x="243036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2" name=""/>
          <p:cNvSpPr/>
          <p:nvPr/>
        </p:nvSpPr>
        <p:spPr>
          <a:xfrm>
            <a:off x="253188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3" name=""/>
          <p:cNvSpPr/>
          <p:nvPr/>
        </p:nvSpPr>
        <p:spPr>
          <a:xfrm>
            <a:off x="263340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4" name=""/>
          <p:cNvSpPr/>
          <p:nvPr/>
        </p:nvSpPr>
        <p:spPr>
          <a:xfrm>
            <a:off x="27349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5" name=""/>
          <p:cNvSpPr/>
          <p:nvPr/>
        </p:nvSpPr>
        <p:spPr>
          <a:xfrm>
            <a:off x="28364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6" name=""/>
          <p:cNvSpPr/>
          <p:nvPr/>
        </p:nvSpPr>
        <p:spPr>
          <a:xfrm>
            <a:off x="293796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7" name=""/>
          <p:cNvSpPr/>
          <p:nvPr/>
        </p:nvSpPr>
        <p:spPr>
          <a:xfrm>
            <a:off x="303948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8" name=""/>
          <p:cNvSpPr/>
          <p:nvPr/>
        </p:nvSpPr>
        <p:spPr>
          <a:xfrm>
            <a:off x="314100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9" name=""/>
          <p:cNvSpPr/>
          <p:nvPr/>
        </p:nvSpPr>
        <p:spPr>
          <a:xfrm>
            <a:off x="32425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0" name=""/>
          <p:cNvSpPr/>
          <p:nvPr/>
        </p:nvSpPr>
        <p:spPr>
          <a:xfrm>
            <a:off x="33440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1" name=""/>
          <p:cNvSpPr/>
          <p:nvPr/>
        </p:nvSpPr>
        <p:spPr>
          <a:xfrm>
            <a:off x="344556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2" name=""/>
          <p:cNvSpPr/>
          <p:nvPr/>
        </p:nvSpPr>
        <p:spPr>
          <a:xfrm>
            <a:off x="354708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3" name=""/>
          <p:cNvSpPr/>
          <p:nvPr/>
        </p:nvSpPr>
        <p:spPr>
          <a:xfrm>
            <a:off x="364860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4" name=""/>
          <p:cNvSpPr/>
          <p:nvPr/>
        </p:nvSpPr>
        <p:spPr>
          <a:xfrm>
            <a:off x="37501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5" name=""/>
          <p:cNvSpPr/>
          <p:nvPr/>
        </p:nvSpPr>
        <p:spPr>
          <a:xfrm>
            <a:off x="38516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8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6" name=""/>
          <p:cNvSpPr/>
          <p:nvPr/>
        </p:nvSpPr>
        <p:spPr>
          <a:xfrm>
            <a:off x="395316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7" name=""/>
          <p:cNvSpPr/>
          <p:nvPr/>
        </p:nvSpPr>
        <p:spPr>
          <a:xfrm>
            <a:off x="405468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8" name=""/>
          <p:cNvSpPr/>
          <p:nvPr/>
        </p:nvSpPr>
        <p:spPr>
          <a:xfrm>
            <a:off x="415620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9" name=""/>
          <p:cNvSpPr/>
          <p:nvPr/>
        </p:nvSpPr>
        <p:spPr>
          <a:xfrm>
            <a:off x="425772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0" name=""/>
          <p:cNvSpPr/>
          <p:nvPr/>
        </p:nvSpPr>
        <p:spPr>
          <a:xfrm>
            <a:off x="4359240" y="19728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1" name=""/>
          <p:cNvSpPr/>
          <p:nvPr/>
        </p:nvSpPr>
        <p:spPr>
          <a:xfrm>
            <a:off x="475920" y="217620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2" name=""/>
          <p:cNvSpPr txBox="1"/>
          <p:nvPr/>
        </p:nvSpPr>
        <p:spPr>
          <a:xfrm>
            <a:off x="552240" y="20224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c1→c3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3" name=""/>
          <p:cNvSpPr/>
          <p:nvPr/>
        </p:nvSpPr>
        <p:spPr>
          <a:xfrm>
            <a:off x="12121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4" name=""/>
          <p:cNvSpPr/>
          <p:nvPr/>
        </p:nvSpPr>
        <p:spPr>
          <a:xfrm>
            <a:off x="13136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5" name=""/>
          <p:cNvSpPr/>
          <p:nvPr/>
        </p:nvSpPr>
        <p:spPr>
          <a:xfrm>
            <a:off x="141516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6" name=""/>
          <p:cNvSpPr/>
          <p:nvPr/>
        </p:nvSpPr>
        <p:spPr>
          <a:xfrm>
            <a:off x="151668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7" name=""/>
          <p:cNvSpPr/>
          <p:nvPr/>
        </p:nvSpPr>
        <p:spPr>
          <a:xfrm>
            <a:off x="161820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8" name=""/>
          <p:cNvSpPr/>
          <p:nvPr/>
        </p:nvSpPr>
        <p:spPr>
          <a:xfrm>
            <a:off x="17197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9" name=""/>
          <p:cNvSpPr/>
          <p:nvPr/>
        </p:nvSpPr>
        <p:spPr>
          <a:xfrm>
            <a:off x="18212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0" name=""/>
          <p:cNvSpPr/>
          <p:nvPr/>
        </p:nvSpPr>
        <p:spPr>
          <a:xfrm>
            <a:off x="192276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1" name=""/>
          <p:cNvSpPr/>
          <p:nvPr/>
        </p:nvSpPr>
        <p:spPr>
          <a:xfrm>
            <a:off x="202428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2" name=""/>
          <p:cNvSpPr/>
          <p:nvPr/>
        </p:nvSpPr>
        <p:spPr>
          <a:xfrm>
            <a:off x="212580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3" name=""/>
          <p:cNvSpPr/>
          <p:nvPr/>
        </p:nvSpPr>
        <p:spPr>
          <a:xfrm>
            <a:off x="22273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4" name=""/>
          <p:cNvSpPr/>
          <p:nvPr/>
        </p:nvSpPr>
        <p:spPr>
          <a:xfrm>
            <a:off x="23288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5" name=""/>
          <p:cNvSpPr/>
          <p:nvPr/>
        </p:nvSpPr>
        <p:spPr>
          <a:xfrm>
            <a:off x="243036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6" name=""/>
          <p:cNvSpPr/>
          <p:nvPr/>
        </p:nvSpPr>
        <p:spPr>
          <a:xfrm>
            <a:off x="253188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7" name=""/>
          <p:cNvSpPr/>
          <p:nvPr/>
        </p:nvSpPr>
        <p:spPr>
          <a:xfrm>
            <a:off x="263340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8" name=""/>
          <p:cNvSpPr/>
          <p:nvPr/>
        </p:nvSpPr>
        <p:spPr>
          <a:xfrm>
            <a:off x="27349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9" name=""/>
          <p:cNvSpPr/>
          <p:nvPr/>
        </p:nvSpPr>
        <p:spPr>
          <a:xfrm>
            <a:off x="28364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0" name=""/>
          <p:cNvSpPr/>
          <p:nvPr/>
        </p:nvSpPr>
        <p:spPr>
          <a:xfrm>
            <a:off x="293796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1" name=""/>
          <p:cNvSpPr/>
          <p:nvPr/>
        </p:nvSpPr>
        <p:spPr>
          <a:xfrm>
            <a:off x="303948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2" name=""/>
          <p:cNvSpPr/>
          <p:nvPr/>
        </p:nvSpPr>
        <p:spPr>
          <a:xfrm>
            <a:off x="314100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3" name=""/>
          <p:cNvSpPr/>
          <p:nvPr/>
        </p:nvSpPr>
        <p:spPr>
          <a:xfrm>
            <a:off x="32425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4" name=""/>
          <p:cNvSpPr/>
          <p:nvPr/>
        </p:nvSpPr>
        <p:spPr>
          <a:xfrm>
            <a:off x="33440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5" name=""/>
          <p:cNvSpPr/>
          <p:nvPr/>
        </p:nvSpPr>
        <p:spPr>
          <a:xfrm>
            <a:off x="344556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6" name=""/>
          <p:cNvSpPr/>
          <p:nvPr/>
        </p:nvSpPr>
        <p:spPr>
          <a:xfrm>
            <a:off x="354708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7" name=""/>
          <p:cNvSpPr/>
          <p:nvPr/>
        </p:nvSpPr>
        <p:spPr>
          <a:xfrm>
            <a:off x="364860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8" name=""/>
          <p:cNvSpPr/>
          <p:nvPr/>
        </p:nvSpPr>
        <p:spPr>
          <a:xfrm>
            <a:off x="37501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9" name=""/>
          <p:cNvSpPr/>
          <p:nvPr/>
        </p:nvSpPr>
        <p:spPr>
          <a:xfrm>
            <a:off x="38516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0" name=""/>
          <p:cNvSpPr/>
          <p:nvPr/>
        </p:nvSpPr>
        <p:spPr>
          <a:xfrm>
            <a:off x="395316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1" name=""/>
          <p:cNvSpPr/>
          <p:nvPr/>
        </p:nvSpPr>
        <p:spPr>
          <a:xfrm>
            <a:off x="405468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2" name=""/>
          <p:cNvSpPr/>
          <p:nvPr/>
        </p:nvSpPr>
        <p:spPr>
          <a:xfrm>
            <a:off x="415620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3" name=""/>
          <p:cNvSpPr/>
          <p:nvPr/>
        </p:nvSpPr>
        <p:spPr>
          <a:xfrm>
            <a:off x="425772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4" name=""/>
          <p:cNvSpPr/>
          <p:nvPr/>
        </p:nvSpPr>
        <p:spPr>
          <a:xfrm>
            <a:off x="4359240" y="2176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5" name=""/>
          <p:cNvSpPr/>
          <p:nvPr/>
        </p:nvSpPr>
        <p:spPr>
          <a:xfrm>
            <a:off x="475920" y="237960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6" name=""/>
          <p:cNvSpPr txBox="1"/>
          <p:nvPr/>
        </p:nvSpPr>
        <p:spPr>
          <a:xfrm>
            <a:off x="552240" y="22258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c2→c0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7" name=""/>
          <p:cNvSpPr/>
          <p:nvPr/>
        </p:nvSpPr>
        <p:spPr>
          <a:xfrm>
            <a:off x="12121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8" name=""/>
          <p:cNvSpPr/>
          <p:nvPr/>
        </p:nvSpPr>
        <p:spPr>
          <a:xfrm>
            <a:off x="13136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9" name=""/>
          <p:cNvSpPr/>
          <p:nvPr/>
        </p:nvSpPr>
        <p:spPr>
          <a:xfrm>
            <a:off x="141516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0" name=""/>
          <p:cNvSpPr/>
          <p:nvPr/>
        </p:nvSpPr>
        <p:spPr>
          <a:xfrm>
            <a:off x="151668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1" name=""/>
          <p:cNvSpPr/>
          <p:nvPr/>
        </p:nvSpPr>
        <p:spPr>
          <a:xfrm>
            <a:off x="161820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2" name=""/>
          <p:cNvSpPr/>
          <p:nvPr/>
        </p:nvSpPr>
        <p:spPr>
          <a:xfrm>
            <a:off x="17197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3" name=""/>
          <p:cNvSpPr/>
          <p:nvPr/>
        </p:nvSpPr>
        <p:spPr>
          <a:xfrm>
            <a:off x="18212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4" name=""/>
          <p:cNvSpPr/>
          <p:nvPr/>
        </p:nvSpPr>
        <p:spPr>
          <a:xfrm>
            <a:off x="192276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5" name=""/>
          <p:cNvSpPr/>
          <p:nvPr/>
        </p:nvSpPr>
        <p:spPr>
          <a:xfrm>
            <a:off x="202428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6" name=""/>
          <p:cNvSpPr/>
          <p:nvPr/>
        </p:nvSpPr>
        <p:spPr>
          <a:xfrm>
            <a:off x="212580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7" name=""/>
          <p:cNvSpPr/>
          <p:nvPr/>
        </p:nvSpPr>
        <p:spPr>
          <a:xfrm>
            <a:off x="22273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8" name=""/>
          <p:cNvSpPr/>
          <p:nvPr/>
        </p:nvSpPr>
        <p:spPr>
          <a:xfrm>
            <a:off x="23288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9" name=""/>
          <p:cNvSpPr/>
          <p:nvPr/>
        </p:nvSpPr>
        <p:spPr>
          <a:xfrm>
            <a:off x="243036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0" name=""/>
          <p:cNvSpPr/>
          <p:nvPr/>
        </p:nvSpPr>
        <p:spPr>
          <a:xfrm>
            <a:off x="253188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1" name=""/>
          <p:cNvSpPr/>
          <p:nvPr/>
        </p:nvSpPr>
        <p:spPr>
          <a:xfrm>
            <a:off x="263340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2" name=""/>
          <p:cNvSpPr/>
          <p:nvPr/>
        </p:nvSpPr>
        <p:spPr>
          <a:xfrm>
            <a:off x="27349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3" name=""/>
          <p:cNvSpPr/>
          <p:nvPr/>
        </p:nvSpPr>
        <p:spPr>
          <a:xfrm>
            <a:off x="28364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4" name=""/>
          <p:cNvSpPr/>
          <p:nvPr/>
        </p:nvSpPr>
        <p:spPr>
          <a:xfrm>
            <a:off x="293796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5" name=""/>
          <p:cNvSpPr/>
          <p:nvPr/>
        </p:nvSpPr>
        <p:spPr>
          <a:xfrm>
            <a:off x="303948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6" name=""/>
          <p:cNvSpPr/>
          <p:nvPr/>
        </p:nvSpPr>
        <p:spPr>
          <a:xfrm>
            <a:off x="314100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7" name=""/>
          <p:cNvSpPr/>
          <p:nvPr/>
        </p:nvSpPr>
        <p:spPr>
          <a:xfrm>
            <a:off x="32425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8" name=""/>
          <p:cNvSpPr/>
          <p:nvPr/>
        </p:nvSpPr>
        <p:spPr>
          <a:xfrm>
            <a:off x="33440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9" name=""/>
          <p:cNvSpPr/>
          <p:nvPr/>
        </p:nvSpPr>
        <p:spPr>
          <a:xfrm>
            <a:off x="344556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0" name=""/>
          <p:cNvSpPr/>
          <p:nvPr/>
        </p:nvSpPr>
        <p:spPr>
          <a:xfrm>
            <a:off x="354708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1" name=""/>
          <p:cNvSpPr/>
          <p:nvPr/>
        </p:nvSpPr>
        <p:spPr>
          <a:xfrm>
            <a:off x="364860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2" name=""/>
          <p:cNvSpPr/>
          <p:nvPr/>
        </p:nvSpPr>
        <p:spPr>
          <a:xfrm>
            <a:off x="37501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3" name=""/>
          <p:cNvSpPr/>
          <p:nvPr/>
        </p:nvSpPr>
        <p:spPr>
          <a:xfrm>
            <a:off x="38516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4" name=""/>
          <p:cNvSpPr/>
          <p:nvPr/>
        </p:nvSpPr>
        <p:spPr>
          <a:xfrm>
            <a:off x="395316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5" name=""/>
          <p:cNvSpPr/>
          <p:nvPr/>
        </p:nvSpPr>
        <p:spPr>
          <a:xfrm>
            <a:off x="405468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6" name=""/>
          <p:cNvSpPr/>
          <p:nvPr/>
        </p:nvSpPr>
        <p:spPr>
          <a:xfrm>
            <a:off x="415620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7" name=""/>
          <p:cNvSpPr/>
          <p:nvPr/>
        </p:nvSpPr>
        <p:spPr>
          <a:xfrm>
            <a:off x="425772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8" name=""/>
          <p:cNvSpPr/>
          <p:nvPr/>
        </p:nvSpPr>
        <p:spPr>
          <a:xfrm>
            <a:off x="4359240" y="2379600"/>
            <a:ext cx="89280" cy="165960"/>
          </a:xfrm>
          <a:custGeom>
            <a:avLst/>
            <a:gdLst/>
            <a:ahLst/>
            <a:rect l="0" t="0" r="r" b="b"/>
            <a:pathLst>
              <a:path w="248" h="461">
                <a:moveTo>
                  <a:pt x="0" y="0"/>
                </a:moveTo>
                <a:lnTo>
                  <a:pt x="248" y="0"/>
                </a:lnTo>
                <a:lnTo>
                  <a:pt x="248" y="461"/>
                </a:lnTo>
                <a:lnTo>
                  <a:pt x="0" y="461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9" name=""/>
          <p:cNvSpPr/>
          <p:nvPr/>
        </p:nvSpPr>
        <p:spPr>
          <a:xfrm>
            <a:off x="475920" y="258336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0" name=""/>
          <p:cNvSpPr txBox="1"/>
          <p:nvPr/>
        </p:nvSpPr>
        <p:spPr>
          <a:xfrm>
            <a:off x="552240" y="24292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c2→c1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1" name=""/>
          <p:cNvSpPr/>
          <p:nvPr/>
        </p:nvSpPr>
        <p:spPr>
          <a:xfrm>
            <a:off x="12121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2" name=""/>
          <p:cNvSpPr/>
          <p:nvPr/>
        </p:nvSpPr>
        <p:spPr>
          <a:xfrm>
            <a:off x="13136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3" name=""/>
          <p:cNvSpPr/>
          <p:nvPr/>
        </p:nvSpPr>
        <p:spPr>
          <a:xfrm>
            <a:off x="141516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4" name=""/>
          <p:cNvSpPr/>
          <p:nvPr/>
        </p:nvSpPr>
        <p:spPr>
          <a:xfrm>
            <a:off x="151668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5" name=""/>
          <p:cNvSpPr/>
          <p:nvPr/>
        </p:nvSpPr>
        <p:spPr>
          <a:xfrm>
            <a:off x="161820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6" name=""/>
          <p:cNvSpPr/>
          <p:nvPr/>
        </p:nvSpPr>
        <p:spPr>
          <a:xfrm>
            <a:off x="17197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7" name=""/>
          <p:cNvSpPr/>
          <p:nvPr/>
        </p:nvSpPr>
        <p:spPr>
          <a:xfrm>
            <a:off x="18212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8" name=""/>
          <p:cNvSpPr/>
          <p:nvPr/>
        </p:nvSpPr>
        <p:spPr>
          <a:xfrm>
            <a:off x="192276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9" name=""/>
          <p:cNvSpPr/>
          <p:nvPr/>
        </p:nvSpPr>
        <p:spPr>
          <a:xfrm>
            <a:off x="202428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0" name=""/>
          <p:cNvSpPr/>
          <p:nvPr/>
        </p:nvSpPr>
        <p:spPr>
          <a:xfrm>
            <a:off x="212580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1" name=""/>
          <p:cNvSpPr/>
          <p:nvPr/>
        </p:nvSpPr>
        <p:spPr>
          <a:xfrm>
            <a:off x="22273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2" name=""/>
          <p:cNvSpPr/>
          <p:nvPr/>
        </p:nvSpPr>
        <p:spPr>
          <a:xfrm>
            <a:off x="23288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3" name=""/>
          <p:cNvSpPr/>
          <p:nvPr/>
        </p:nvSpPr>
        <p:spPr>
          <a:xfrm>
            <a:off x="243036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4" name=""/>
          <p:cNvSpPr/>
          <p:nvPr/>
        </p:nvSpPr>
        <p:spPr>
          <a:xfrm>
            <a:off x="253188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5" name=""/>
          <p:cNvSpPr/>
          <p:nvPr/>
        </p:nvSpPr>
        <p:spPr>
          <a:xfrm>
            <a:off x="263340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6" name=""/>
          <p:cNvSpPr/>
          <p:nvPr/>
        </p:nvSpPr>
        <p:spPr>
          <a:xfrm>
            <a:off x="27349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7" name=""/>
          <p:cNvSpPr/>
          <p:nvPr/>
        </p:nvSpPr>
        <p:spPr>
          <a:xfrm>
            <a:off x="28364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8" name=""/>
          <p:cNvSpPr/>
          <p:nvPr/>
        </p:nvSpPr>
        <p:spPr>
          <a:xfrm>
            <a:off x="293796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9" name=""/>
          <p:cNvSpPr/>
          <p:nvPr/>
        </p:nvSpPr>
        <p:spPr>
          <a:xfrm>
            <a:off x="303948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0" name=""/>
          <p:cNvSpPr/>
          <p:nvPr/>
        </p:nvSpPr>
        <p:spPr>
          <a:xfrm>
            <a:off x="314100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1" name=""/>
          <p:cNvSpPr/>
          <p:nvPr/>
        </p:nvSpPr>
        <p:spPr>
          <a:xfrm>
            <a:off x="32425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2" name=""/>
          <p:cNvSpPr/>
          <p:nvPr/>
        </p:nvSpPr>
        <p:spPr>
          <a:xfrm>
            <a:off x="33440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3" name=""/>
          <p:cNvSpPr/>
          <p:nvPr/>
        </p:nvSpPr>
        <p:spPr>
          <a:xfrm>
            <a:off x="344556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4" name=""/>
          <p:cNvSpPr/>
          <p:nvPr/>
        </p:nvSpPr>
        <p:spPr>
          <a:xfrm>
            <a:off x="354708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5" name=""/>
          <p:cNvSpPr/>
          <p:nvPr/>
        </p:nvSpPr>
        <p:spPr>
          <a:xfrm>
            <a:off x="364860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6" name=""/>
          <p:cNvSpPr/>
          <p:nvPr/>
        </p:nvSpPr>
        <p:spPr>
          <a:xfrm>
            <a:off x="37501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7" name=""/>
          <p:cNvSpPr/>
          <p:nvPr/>
        </p:nvSpPr>
        <p:spPr>
          <a:xfrm>
            <a:off x="38516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8" name=""/>
          <p:cNvSpPr/>
          <p:nvPr/>
        </p:nvSpPr>
        <p:spPr>
          <a:xfrm>
            <a:off x="395316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9" name=""/>
          <p:cNvSpPr/>
          <p:nvPr/>
        </p:nvSpPr>
        <p:spPr>
          <a:xfrm>
            <a:off x="405468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0" name=""/>
          <p:cNvSpPr/>
          <p:nvPr/>
        </p:nvSpPr>
        <p:spPr>
          <a:xfrm>
            <a:off x="415620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1" name=""/>
          <p:cNvSpPr/>
          <p:nvPr/>
        </p:nvSpPr>
        <p:spPr>
          <a:xfrm>
            <a:off x="425772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2" name=""/>
          <p:cNvSpPr/>
          <p:nvPr/>
        </p:nvSpPr>
        <p:spPr>
          <a:xfrm>
            <a:off x="4359240" y="25833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3" name=""/>
          <p:cNvSpPr/>
          <p:nvPr/>
        </p:nvSpPr>
        <p:spPr>
          <a:xfrm>
            <a:off x="475920" y="278676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4" name=""/>
          <p:cNvSpPr txBox="1"/>
          <p:nvPr/>
        </p:nvSpPr>
        <p:spPr>
          <a:xfrm>
            <a:off x="552240" y="26326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c2→c3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5" name=""/>
          <p:cNvSpPr/>
          <p:nvPr/>
        </p:nvSpPr>
        <p:spPr>
          <a:xfrm>
            <a:off x="12121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6" name=""/>
          <p:cNvSpPr/>
          <p:nvPr/>
        </p:nvSpPr>
        <p:spPr>
          <a:xfrm>
            <a:off x="13136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7" name=""/>
          <p:cNvSpPr/>
          <p:nvPr/>
        </p:nvSpPr>
        <p:spPr>
          <a:xfrm>
            <a:off x="141516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8" name=""/>
          <p:cNvSpPr/>
          <p:nvPr/>
        </p:nvSpPr>
        <p:spPr>
          <a:xfrm>
            <a:off x="151668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9" name=""/>
          <p:cNvSpPr/>
          <p:nvPr/>
        </p:nvSpPr>
        <p:spPr>
          <a:xfrm>
            <a:off x="161820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0" name=""/>
          <p:cNvSpPr/>
          <p:nvPr/>
        </p:nvSpPr>
        <p:spPr>
          <a:xfrm>
            <a:off x="17197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1" name=""/>
          <p:cNvSpPr/>
          <p:nvPr/>
        </p:nvSpPr>
        <p:spPr>
          <a:xfrm>
            <a:off x="18212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2" name=""/>
          <p:cNvSpPr/>
          <p:nvPr/>
        </p:nvSpPr>
        <p:spPr>
          <a:xfrm>
            <a:off x="192276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3" name=""/>
          <p:cNvSpPr/>
          <p:nvPr/>
        </p:nvSpPr>
        <p:spPr>
          <a:xfrm>
            <a:off x="202428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4" name=""/>
          <p:cNvSpPr/>
          <p:nvPr/>
        </p:nvSpPr>
        <p:spPr>
          <a:xfrm>
            <a:off x="212580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5" name=""/>
          <p:cNvSpPr/>
          <p:nvPr/>
        </p:nvSpPr>
        <p:spPr>
          <a:xfrm>
            <a:off x="22273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6" name=""/>
          <p:cNvSpPr/>
          <p:nvPr/>
        </p:nvSpPr>
        <p:spPr>
          <a:xfrm>
            <a:off x="23288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7" name=""/>
          <p:cNvSpPr/>
          <p:nvPr/>
        </p:nvSpPr>
        <p:spPr>
          <a:xfrm>
            <a:off x="243036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8" name=""/>
          <p:cNvSpPr/>
          <p:nvPr/>
        </p:nvSpPr>
        <p:spPr>
          <a:xfrm>
            <a:off x="253188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9" name=""/>
          <p:cNvSpPr/>
          <p:nvPr/>
        </p:nvSpPr>
        <p:spPr>
          <a:xfrm>
            <a:off x="263340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0" name=""/>
          <p:cNvSpPr/>
          <p:nvPr/>
        </p:nvSpPr>
        <p:spPr>
          <a:xfrm>
            <a:off x="27349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1" name=""/>
          <p:cNvSpPr/>
          <p:nvPr/>
        </p:nvSpPr>
        <p:spPr>
          <a:xfrm>
            <a:off x="28364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2" name=""/>
          <p:cNvSpPr/>
          <p:nvPr/>
        </p:nvSpPr>
        <p:spPr>
          <a:xfrm>
            <a:off x="293796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3" name=""/>
          <p:cNvSpPr/>
          <p:nvPr/>
        </p:nvSpPr>
        <p:spPr>
          <a:xfrm>
            <a:off x="303948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4" name=""/>
          <p:cNvSpPr/>
          <p:nvPr/>
        </p:nvSpPr>
        <p:spPr>
          <a:xfrm>
            <a:off x="314100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5" name=""/>
          <p:cNvSpPr/>
          <p:nvPr/>
        </p:nvSpPr>
        <p:spPr>
          <a:xfrm>
            <a:off x="32425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6" name=""/>
          <p:cNvSpPr/>
          <p:nvPr/>
        </p:nvSpPr>
        <p:spPr>
          <a:xfrm>
            <a:off x="33440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7" name=""/>
          <p:cNvSpPr/>
          <p:nvPr/>
        </p:nvSpPr>
        <p:spPr>
          <a:xfrm>
            <a:off x="344556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8" name=""/>
          <p:cNvSpPr/>
          <p:nvPr/>
        </p:nvSpPr>
        <p:spPr>
          <a:xfrm>
            <a:off x="354708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9" name=""/>
          <p:cNvSpPr/>
          <p:nvPr/>
        </p:nvSpPr>
        <p:spPr>
          <a:xfrm>
            <a:off x="364860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0" name=""/>
          <p:cNvSpPr/>
          <p:nvPr/>
        </p:nvSpPr>
        <p:spPr>
          <a:xfrm>
            <a:off x="37501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1" name=""/>
          <p:cNvSpPr/>
          <p:nvPr/>
        </p:nvSpPr>
        <p:spPr>
          <a:xfrm>
            <a:off x="38516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7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2" name=""/>
          <p:cNvSpPr/>
          <p:nvPr/>
        </p:nvSpPr>
        <p:spPr>
          <a:xfrm>
            <a:off x="395316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3" name=""/>
          <p:cNvSpPr/>
          <p:nvPr/>
        </p:nvSpPr>
        <p:spPr>
          <a:xfrm>
            <a:off x="405468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4" name=""/>
          <p:cNvSpPr/>
          <p:nvPr/>
        </p:nvSpPr>
        <p:spPr>
          <a:xfrm>
            <a:off x="415620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5" name=""/>
          <p:cNvSpPr/>
          <p:nvPr/>
        </p:nvSpPr>
        <p:spPr>
          <a:xfrm>
            <a:off x="425772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6" name=""/>
          <p:cNvSpPr/>
          <p:nvPr/>
        </p:nvSpPr>
        <p:spPr>
          <a:xfrm>
            <a:off x="4359240" y="27867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7" name=""/>
          <p:cNvSpPr/>
          <p:nvPr/>
        </p:nvSpPr>
        <p:spPr>
          <a:xfrm>
            <a:off x="475920" y="299016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8" name=""/>
          <p:cNvSpPr txBox="1"/>
          <p:nvPr/>
        </p:nvSpPr>
        <p:spPr>
          <a:xfrm>
            <a:off x="552240" y="28360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c3→c0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9" name=""/>
          <p:cNvSpPr/>
          <p:nvPr/>
        </p:nvSpPr>
        <p:spPr>
          <a:xfrm>
            <a:off x="12121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0" name=""/>
          <p:cNvSpPr/>
          <p:nvPr/>
        </p:nvSpPr>
        <p:spPr>
          <a:xfrm>
            <a:off x="13136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1" name=""/>
          <p:cNvSpPr/>
          <p:nvPr/>
        </p:nvSpPr>
        <p:spPr>
          <a:xfrm>
            <a:off x="141516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2" name=""/>
          <p:cNvSpPr/>
          <p:nvPr/>
        </p:nvSpPr>
        <p:spPr>
          <a:xfrm>
            <a:off x="151668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3" name=""/>
          <p:cNvSpPr/>
          <p:nvPr/>
        </p:nvSpPr>
        <p:spPr>
          <a:xfrm>
            <a:off x="161820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4" name=""/>
          <p:cNvSpPr/>
          <p:nvPr/>
        </p:nvSpPr>
        <p:spPr>
          <a:xfrm>
            <a:off x="17197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5" name=""/>
          <p:cNvSpPr/>
          <p:nvPr/>
        </p:nvSpPr>
        <p:spPr>
          <a:xfrm>
            <a:off x="18212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6" name=""/>
          <p:cNvSpPr/>
          <p:nvPr/>
        </p:nvSpPr>
        <p:spPr>
          <a:xfrm>
            <a:off x="192276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7" name=""/>
          <p:cNvSpPr/>
          <p:nvPr/>
        </p:nvSpPr>
        <p:spPr>
          <a:xfrm>
            <a:off x="202428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8" name=""/>
          <p:cNvSpPr/>
          <p:nvPr/>
        </p:nvSpPr>
        <p:spPr>
          <a:xfrm>
            <a:off x="212580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89" name=""/>
          <p:cNvSpPr/>
          <p:nvPr/>
        </p:nvSpPr>
        <p:spPr>
          <a:xfrm>
            <a:off x="22273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0" name=""/>
          <p:cNvSpPr/>
          <p:nvPr/>
        </p:nvSpPr>
        <p:spPr>
          <a:xfrm>
            <a:off x="23288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1" name=""/>
          <p:cNvSpPr/>
          <p:nvPr/>
        </p:nvSpPr>
        <p:spPr>
          <a:xfrm>
            <a:off x="243036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2" name=""/>
          <p:cNvSpPr/>
          <p:nvPr/>
        </p:nvSpPr>
        <p:spPr>
          <a:xfrm>
            <a:off x="253188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3" name=""/>
          <p:cNvSpPr/>
          <p:nvPr/>
        </p:nvSpPr>
        <p:spPr>
          <a:xfrm>
            <a:off x="263340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4" name=""/>
          <p:cNvSpPr/>
          <p:nvPr/>
        </p:nvSpPr>
        <p:spPr>
          <a:xfrm>
            <a:off x="27349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5" name=""/>
          <p:cNvSpPr/>
          <p:nvPr/>
        </p:nvSpPr>
        <p:spPr>
          <a:xfrm>
            <a:off x="28364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6" name=""/>
          <p:cNvSpPr/>
          <p:nvPr/>
        </p:nvSpPr>
        <p:spPr>
          <a:xfrm>
            <a:off x="293796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7" name=""/>
          <p:cNvSpPr/>
          <p:nvPr/>
        </p:nvSpPr>
        <p:spPr>
          <a:xfrm>
            <a:off x="303948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7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8" name=""/>
          <p:cNvSpPr/>
          <p:nvPr/>
        </p:nvSpPr>
        <p:spPr>
          <a:xfrm>
            <a:off x="314100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9" name=""/>
          <p:cNvSpPr/>
          <p:nvPr/>
        </p:nvSpPr>
        <p:spPr>
          <a:xfrm>
            <a:off x="32425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0" name=""/>
          <p:cNvSpPr/>
          <p:nvPr/>
        </p:nvSpPr>
        <p:spPr>
          <a:xfrm>
            <a:off x="33440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1" name=""/>
          <p:cNvSpPr/>
          <p:nvPr/>
        </p:nvSpPr>
        <p:spPr>
          <a:xfrm>
            <a:off x="344556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2" name=""/>
          <p:cNvSpPr/>
          <p:nvPr/>
        </p:nvSpPr>
        <p:spPr>
          <a:xfrm>
            <a:off x="354708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3" name=""/>
          <p:cNvSpPr/>
          <p:nvPr/>
        </p:nvSpPr>
        <p:spPr>
          <a:xfrm>
            <a:off x="364860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4" name=""/>
          <p:cNvSpPr/>
          <p:nvPr/>
        </p:nvSpPr>
        <p:spPr>
          <a:xfrm>
            <a:off x="37501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5" name=""/>
          <p:cNvSpPr/>
          <p:nvPr/>
        </p:nvSpPr>
        <p:spPr>
          <a:xfrm>
            <a:off x="38516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6" name=""/>
          <p:cNvSpPr/>
          <p:nvPr/>
        </p:nvSpPr>
        <p:spPr>
          <a:xfrm>
            <a:off x="395316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5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7" name=""/>
          <p:cNvSpPr/>
          <p:nvPr/>
        </p:nvSpPr>
        <p:spPr>
          <a:xfrm>
            <a:off x="405468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8" name=""/>
          <p:cNvSpPr/>
          <p:nvPr/>
        </p:nvSpPr>
        <p:spPr>
          <a:xfrm>
            <a:off x="415620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9" name=""/>
          <p:cNvSpPr/>
          <p:nvPr/>
        </p:nvSpPr>
        <p:spPr>
          <a:xfrm>
            <a:off x="425772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0" name=""/>
          <p:cNvSpPr/>
          <p:nvPr/>
        </p:nvSpPr>
        <p:spPr>
          <a:xfrm>
            <a:off x="4359240" y="2990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1" name=""/>
          <p:cNvSpPr/>
          <p:nvPr/>
        </p:nvSpPr>
        <p:spPr>
          <a:xfrm>
            <a:off x="475920" y="319356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2" name=""/>
          <p:cNvSpPr txBox="1"/>
          <p:nvPr/>
        </p:nvSpPr>
        <p:spPr>
          <a:xfrm>
            <a:off x="552240" y="303948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c3→c1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3" name=""/>
          <p:cNvSpPr/>
          <p:nvPr/>
        </p:nvSpPr>
        <p:spPr>
          <a:xfrm>
            <a:off x="12121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4" name=""/>
          <p:cNvSpPr/>
          <p:nvPr/>
        </p:nvSpPr>
        <p:spPr>
          <a:xfrm>
            <a:off x="13136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5" name=""/>
          <p:cNvSpPr/>
          <p:nvPr/>
        </p:nvSpPr>
        <p:spPr>
          <a:xfrm>
            <a:off x="141516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6" name=""/>
          <p:cNvSpPr/>
          <p:nvPr/>
        </p:nvSpPr>
        <p:spPr>
          <a:xfrm>
            <a:off x="151668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7" name=""/>
          <p:cNvSpPr/>
          <p:nvPr/>
        </p:nvSpPr>
        <p:spPr>
          <a:xfrm>
            <a:off x="161820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8" name=""/>
          <p:cNvSpPr/>
          <p:nvPr/>
        </p:nvSpPr>
        <p:spPr>
          <a:xfrm>
            <a:off x="17197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9" name=""/>
          <p:cNvSpPr/>
          <p:nvPr/>
        </p:nvSpPr>
        <p:spPr>
          <a:xfrm>
            <a:off x="18212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0" name=""/>
          <p:cNvSpPr/>
          <p:nvPr/>
        </p:nvSpPr>
        <p:spPr>
          <a:xfrm>
            <a:off x="192276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1" name=""/>
          <p:cNvSpPr/>
          <p:nvPr/>
        </p:nvSpPr>
        <p:spPr>
          <a:xfrm>
            <a:off x="202428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2" name=""/>
          <p:cNvSpPr/>
          <p:nvPr/>
        </p:nvSpPr>
        <p:spPr>
          <a:xfrm>
            <a:off x="212580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4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3" name=""/>
          <p:cNvSpPr/>
          <p:nvPr/>
        </p:nvSpPr>
        <p:spPr>
          <a:xfrm>
            <a:off x="22273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1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4" name=""/>
          <p:cNvSpPr/>
          <p:nvPr/>
        </p:nvSpPr>
        <p:spPr>
          <a:xfrm>
            <a:off x="23288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5" name=""/>
          <p:cNvSpPr/>
          <p:nvPr/>
        </p:nvSpPr>
        <p:spPr>
          <a:xfrm>
            <a:off x="243036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6" name=""/>
          <p:cNvSpPr/>
          <p:nvPr/>
        </p:nvSpPr>
        <p:spPr>
          <a:xfrm>
            <a:off x="253188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7" name=""/>
          <p:cNvSpPr/>
          <p:nvPr/>
        </p:nvSpPr>
        <p:spPr>
          <a:xfrm>
            <a:off x="263340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8" name=""/>
          <p:cNvSpPr/>
          <p:nvPr/>
        </p:nvSpPr>
        <p:spPr>
          <a:xfrm>
            <a:off x="27349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9" name=""/>
          <p:cNvSpPr/>
          <p:nvPr/>
        </p:nvSpPr>
        <p:spPr>
          <a:xfrm>
            <a:off x="28364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0" name=""/>
          <p:cNvSpPr/>
          <p:nvPr/>
        </p:nvSpPr>
        <p:spPr>
          <a:xfrm>
            <a:off x="293796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1" name=""/>
          <p:cNvSpPr/>
          <p:nvPr/>
        </p:nvSpPr>
        <p:spPr>
          <a:xfrm>
            <a:off x="303948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2" name=""/>
          <p:cNvSpPr/>
          <p:nvPr/>
        </p:nvSpPr>
        <p:spPr>
          <a:xfrm>
            <a:off x="314100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3" name=""/>
          <p:cNvSpPr/>
          <p:nvPr/>
        </p:nvSpPr>
        <p:spPr>
          <a:xfrm>
            <a:off x="32425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4" name=""/>
          <p:cNvSpPr/>
          <p:nvPr/>
        </p:nvSpPr>
        <p:spPr>
          <a:xfrm>
            <a:off x="33440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5" name=""/>
          <p:cNvSpPr/>
          <p:nvPr/>
        </p:nvSpPr>
        <p:spPr>
          <a:xfrm>
            <a:off x="344556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6" name=""/>
          <p:cNvSpPr/>
          <p:nvPr/>
        </p:nvSpPr>
        <p:spPr>
          <a:xfrm>
            <a:off x="354708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7" name=""/>
          <p:cNvSpPr/>
          <p:nvPr/>
        </p:nvSpPr>
        <p:spPr>
          <a:xfrm>
            <a:off x="364860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9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8" name=""/>
          <p:cNvSpPr/>
          <p:nvPr/>
        </p:nvSpPr>
        <p:spPr>
          <a:xfrm>
            <a:off x="37501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9" name=""/>
          <p:cNvSpPr/>
          <p:nvPr/>
        </p:nvSpPr>
        <p:spPr>
          <a:xfrm>
            <a:off x="38516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0" name=""/>
          <p:cNvSpPr/>
          <p:nvPr/>
        </p:nvSpPr>
        <p:spPr>
          <a:xfrm>
            <a:off x="395316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1" name=""/>
          <p:cNvSpPr/>
          <p:nvPr/>
        </p:nvSpPr>
        <p:spPr>
          <a:xfrm>
            <a:off x="405468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2" name=""/>
          <p:cNvSpPr/>
          <p:nvPr/>
        </p:nvSpPr>
        <p:spPr>
          <a:xfrm>
            <a:off x="415620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3" name=""/>
          <p:cNvSpPr/>
          <p:nvPr/>
        </p:nvSpPr>
        <p:spPr>
          <a:xfrm>
            <a:off x="425772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4" name=""/>
          <p:cNvSpPr/>
          <p:nvPr/>
        </p:nvSpPr>
        <p:spPr>
          <a:xfrm>
            <a:off x="4359240" y="31935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23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5" name=""/>
          <p:cNvSpPr/>
          <p:nvPr/>
        </p:nvSpPr>
        <p:spPr>
          <a:xfrm>
            <a:off x="475920" y="371772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6" name=""/>
          <p:cNvSpPr txBox="1"/>
          <p:nvPr/>
        </p:nvSpPr>
        <p:spPr>
          <a:xfrm>
            <a:off x="552240" y="3243240"/>
            <a:ext cx="29556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c3→c2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7" name=""/>
          <p:cNvSpPr/>
          <p:nvPr/>
        </p:nvSpPr>
        <p:spPr>
          <a:xfrm>
            <a:off x="12121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8" name=""/>
          <p:cNvSpPr/>
          <p:nvPr/>
        </p:nvSpPr>
        <p:spPr>
          <a:xfrm>
            <a:off x="13136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49" name=""/>
          <p:cNvSpPr/>
          <p:nvPr/>
        </p:nvSpPr>
        <p:spPr>
          <a:xfrm>
            <a:off x="141516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0" name=""/>
          <p:cNvSpPr/>
          <p:nvPr/>
        </p:nvSpPr>
        <p:spPr>
          <a:xfrm>
            <a:off x="151668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1" name=""/>
          <p:cNvSpPr/>
          <p:nvPr/>
        </p:nvSpPr>
        <p:spPr>
          <a:xfrm>
            <a:off x="161820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2" name=""/>
          <p:cNvSpPr/>
          <p:nvPr/>
        </p:nvSpPr>
        <p:spPr>
          <a:xfrm>
            <a:off x="17197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3" name=""/>
          <p:cNvSpPr/>
          <p:nvPr/>
        </p:nvSpPr>
        <p:spPr>
          <a:xfrm>
            <a:off x="18212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4" name=""/>
          <p:cNvSpPr/>
          <p:nvPr/>
        </p:nvSpPr>
        <p:spPr>
          <a:xfrm>
            <a:off x="192276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5" name=""/>
          <p:cNvSpPr/>
          <p:nvPr/>
        </p:nvSpPr>
        <p:spPr>
          <a:xfrm>
            <a:off x="202428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6" name=""/>
          <p:cNvSpPr/>
          <p:nvPr/>
        </p:nvSpPr>
        <p:spPr>
          <a:xfrm>
            <a:off x="212580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7" name=""/>
          <p:cNvSpPr/>
          <p:nvPr/>
        </p:nvSpPr>
        <p:spPr>
          <a:xfrm>
            <a:off x="22273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8" name=""/>
          <p:cNvSpPr/>
          <p:nvPr/>
        </p:nvSpPr>
        <p:spPr>
          <a:xfrm>
            <a:off x="23288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9" name=""/>
          <p:cNvSpPr/>
          <p:nvPr/>
        </p:nvSpPr>
        <p:spPr>
          <a:xfrm>
            <a:off x="243036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0" name=""/>
          <p:cNvSpPr/>
          <p:nvPr/>
        </p:nvSpPr>
        <p:spPr>
          <a:xfrm>
            <a:off x="253188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1" name=""/>
          <p:cNvSpPr/>
          <p:nvPr/>
        </p:nvSpPr>
        <p:spPr>
          <a:xfrm>
            <a:off x="263340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2" name=""/>
          <p:cNvSpPr/>
          <p:nvPr/>
        </p:nvSpPr>
        <p:spPr>
          <a:xfrm>
            <a:off x="27349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3" name=""/>
          <p:cNvSpPr/>
          <p:nvPr/>
        </p:nvSpPr>
        <p:spPr>
          <a:xfrm>
            <a:off x="28364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4" name=""/>
          <p:cNvSpPr/>
          <p:nvPr/>
        </p:nvSpPr>
        <p:spPr>
          <a:xfrm>
            <a:off x="293796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5" name=""/>
          <p:cNvSpPr/>
          <p:nvPr/>
        </p:nvSpPr>
        <p:spPr>
          <a:xfrm>
            <a:off x="303948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6" name=""/>
          <p:cNvSpPr/>
          <p:nvPr/>
        </p:nvSpPr>
        <p:spPr>
          <a:xfrm>
            <a:off x="314100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7" name=""/>
          <p:cNvSpPr/>
          <p:nvPr/>
        </p:nvSpPr>
        <p:spPr>
          <a:xfrm>
            <a:off x="32425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8" name=""/>
          <p:cNvSpPr/>
          <p:nvPr/>
        </p:nvSpPr>
        <p:spPr>
          <a:xfrm>
            <a:off x="33440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9" name=""/>
          <p:cNvSpPr/>
          <p:nvPr/>
        </p:nvSpPr>
        <p:spPr>
          <a:xfrm>
            <a:off x="344556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0" name=""/>
          <p:cNvSpPr/>
          <p:nvPr/>
        </p:nvSpPr>
        <p:spPr>
          <a:xfrm>
            <a:off x="354708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1" name=""/>
          <p:cNvSpPr/>
          <p:nvPr/>
        </p:nvSpPr>
        <p:spPr>
          <a:xfrm>
            <a:off x="364860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2" name=""/>
          <p:cNvSpPr/>
          <p:nvPr/>
        </p:nvSpPr>
        <p:spPr>
          <a:xfrm>
            <a:off x="37501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3" name=""/>
          <p:cNvSpPr/>
          <p:nvPr/>
        </p:nvSpPr>
        <p:spPr>
          <a:xfrm>
            <a:off x="38516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4" name=""/>
          <p:cNvSpPr/>
          <p:nvPr/>
        </p:nvSpPr>
        <p:spPr>
          <a:xfrm>
            <a:off x="395316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5" name=""/>
          <p:cNvSpPr/>
          <p:nvPr/>
        </p:nvSpPr>
        <p:spPr>
          <a:xfrm>
            <a:off x="405468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6" name=""/>
          <p:cNvSpPr/>
          <p:nvPr/>
        </p:nvSpPr>
        <p:spPr>
          <a:xfrm>
            <a:off x="415620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7" name=""/>
          <p:cNvSpPr/>
          <p:nvPr/>
        </p:nvSpPr>
        <p:spPr>
          <a:xfrm>
            <a:off x="425772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8" name=""/>
          <p:cNvSpPr/>
          <p:nvPr/>
        </p:nvSpPr>
        <p:spPr>
          <a:xfrm>
            <a:off x="4359240" y="37177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9" name=""/>
          <p:cNvSpPr/>
          <p:nvPr/>
        </p:nvSpPr>
        <p:spPr>
          <a:xfrm>
            <a:off x="475920" y="392112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0" name=""/>
          <p:cNvSpPr txBox="1"/>
          <p:nvPr/>
        </p:nvSpPr>
        <p:spPr>
          <a:xfrm>
            <a:off x="552240" y="376596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[71 ]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1" name=""/>
          <p:cNvSpPr/>
          <p:nvPr/>
        </p:nvSpPr>
        <p:spPr>
          <a:xfrm>
            <a:off x="12121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2" name=""/>
          <p:cNvSpPr/>
          <p:nvPr/>
        </p:nvSpPr>
        <p:spPr>
          <a:xfrm>
            <a:off x="13136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3" name=""/>
          <p:cNvSpPr/>
          <p:nvPr/>
        </p:nvSpPr>
        <p:spPr>
          <a:xfrm>
            <a:off x="141516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4" name=""/>
          <p:cNvSpPr/>
          <p:nvPr/>
        </p:nvSpPr>
        <p:spPr>
          <a:xfrm>
            <a:off x="151668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5" name=""/>
          <p:cNvSpPr/>
          <p:nvPr/>
        </p:nvSpPr>
        <p:spPr>
          <a:xfrm>
            <a:off x="161820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6" name=""/>
          <p:cNvSpPr/>
          <p:nvPr/>
        </p:nvSpPr>
        <p:spPr>
          <a:xfrm>
            <a:off x="17197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7" name=""/>
          <p:cNvSpPr/>
          <p:nvPr/>
        </p:nvSpPr>
        <p:spPr>
          <a:xfrm>
            <a:off x="18212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8" name=""/>
          <p:cNvSpPr/>
          <p:nvPr/>
        </p:nvSpPr>
        <p:spPr>
          <a:xfrm>
            <a:off x="192276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89" name=""/>
          <p:cNvSpPr/>
          <p:nvPr/>
        </p:nvSpPr>
        <p:spPr>
          <a:xfrm>
            <a:off x="202428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0" name=""/>
          <p:cNvSpPr/>
          <p:nvPr/>
        </p:nvSpPr>
        <p:spPr>
          <a:xfrm>
            <a:off x="212580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1" name=""/>
          <p:cNvSpPr/>
          <p:nvPr/>
        </p:nvSpPr>
        <p:spPr>
          <a:xfrm>
            <a:off x="22273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2" name=""/>
          <p:cNvSpPr/>
          <p:nvPr/>
        </p:nvSpPr>
        <p:spPr>
          <a:xfrm>
            <a:off x="23288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3" name=""/>
          <p:cNvSpPr/>
          <p:nvPr/>
        </p:nvSpPr>
        <p:spPr>
          <a:xfrm>
            <a:off x="243036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4" name=""/>
          <p:cNvSpPr/>
          <p:nvPr/>
        </p:nvSpPr>
        <p:spPr>
          <a:xfrm>
            <a:off x="253188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5" name=""/>
          <p:cNvSpPr/>
          <p:nvPr/>
        </p:nvSpPr>
        <p:spPr>
          <a:xfrm>
            <a:off x="263340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6" name=""/>
          <p:cNvSpPr/>
          <p:nvPr/>
        </p:nvSpPr>
        <p:spPr>
          <a:xfrm>
            <a:off x="27349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7" name=""/>
          <p:cNvSpPr/>
          <p:nvPr/>
        </p:nvSpPr>
        <p:spPr>
          <a:xfrm>
            <a:off x="28364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8" name=""/>
          <p:cNvSpPr/>
          <p:nvPr/>
        </p:nvSpPr>
        <p:spPr>
          <a:xfrm>
            <a:off x="293796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9" name=""/>
          <p:cNvSpPr/>
          <p:nvPr/>
        </p:nvSpPr>
        <p:spPr>
          <a:xfrm>
            <a:off x="303948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0" name=""/>
          <p:cNvSpPr/>
          <p:nvPr/>
        </p:nvSpPr>
        <p:spPr>
          <a:xfrm>
            <a:off x="314100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1" name=""/>
          <p:cNvSpPr/>
          <p:nvPr/>
        </p:nvSpPr>
        <p:spPr>
          <a:xfrm>
            <a:off x="32425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2" name=""/>
          <p:cNvSpPr/>
          <p:nvPr/>
        </p:nvSpPr>
        <p:spPr>
          <a:xfrm>
            <a:off x="33440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3" name=""/>
          <p:cNvSpPr/>
          <p:nvPr/>
        </p:nvSpPr>
        <p:spPr>
          <a:xfrm>
            <a:off x="344556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4" name=""/>
          <p:cNvSpPr/>
          <p:nvPr/>
        </p:nvSpPr>
        <p:spPr>
          <a:xfrm>
            <a:off x="354708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5" name=""/>
          <p:cNvSpPr/>
          <p:nvPr/>
        </p:nvSpPr>
        <p:spPr>
          <a:xfrm>
            <a:off x="364860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6" name=""/>
          <p:cNvSpPr/>
          <p:nvPr/>
        </p:nvSpPr>
        <p:spPr>
          <a:xfrm>
            <a:off x="37501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7" name=""/>
          <p:cNvSpPr/>
          <p:nvPr/>
        </p:nvSpPr>
        <p:spPr>
          <a:xfrm>
            <a:off x="38516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8" name=""/>
          <p:cNvSpPr/>
          <p:nvPr/>
        </p:nvSpPr>
        <p:spPr>
          <a:xfrm>
            <a:off x="395316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09" name=""/>
          <p:cNvSpPr/>
          <p:nvPr/>
        </p:nvSpPr>
        <p:spPr>
          <a:xfrm>
            <a:off x="405468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0" name=""/>
          <p:cNvSpPr/>
          <p:nvPr/>
        </p:nvSpPr>
        <p:spPr>
          <a:xfrm>
            <a:off x="415620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1" name=""/>
          <p:cNvSpPr/>
          <p:nvPr/>
        </p:nvSpPr>
        <p:spPr>
          <a:xfrm>
            <a:off x="425772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2" name=""/>
          <p:cNvSpPr/>
          <p:nvPr/>
        </p:nvSpPr>
        <p:spPr>
          <a:xfrm>
            <a:off x="4359240" y="392112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3" name=""/>
          <p:cNvSpPr/>
          <p:nvPr/>
        </p:nvSpPr>
        <p:spPr>
          <a:xfrm>
            <a:off x="475920" y="412416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4" name=""/>
          <p:cNvSpPr txBox="1"/>
          <p:nvPr/>
        </p:nvSpPr>
        <p:spPr>
          <a:xfrm>
            <a:off x="552240" y="396900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[70 ]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5" name=""/>
          <p:cNvSpPr/>
          <p:nvPr/>
        </p:nvSpPr>
        <p:spPr>
          <a:xfrm>
            <a:off x="12121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6" name=""/>
          <p:cNvSpPr/>
          <p:nvPr/>
        </p:nvSpPr>
        <p:spPr>
          <a:xfrm>
            <a:off x="13136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7" name=""/>
          <p:cNvSpPr/>
          <p:nvPr/>
        </p:nvSpPr>
        <p:spPr>
          <a:xfrm>
            <a:off x="141516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8" name=""/>
          <p:cNvSpPr/>
          <p:nvPr/>
        </p:nvSpPr>
        <p:spPr>
          <a:xfrm>
            <a:off x="151668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9" name=""/>
          <p:cNvSpPr/>
          <p:nvPr/>
        </p:nvSpPr>
        <p:spPr>
          <a:xfrm>
            <a:off x="161820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0" name=""/>
          <p:cNvSpPr/>
          <p:nvPr/>
        </p:nvSpPr>
        <p:spPr>
          <a:xfrm>
            <a:off x="17197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1" name=""/>
          <p:cNvSpPr/>
          <p:nvPr/>
        </p:nvSpPr>
        <p:spPr>
          <a:xfrm>
            <a:off x="18212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2" name=""/>
          <p:cNvSpPr/>
          <p:nvPr/>
        </p:nvSpPr>
        <p:spPr>
          <a:xfrm>
            <a:off x="192276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3" name=""/>
          <p:cNvSpPr/>
          <p:nvPr/>
        </p:nvSpPr>
        <p:spPr>
          <a:xfrm>
            <a:off x="202428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4" name=""/>
          <p:cNvSpPr/>
          <p:nvPr/>
        </p:nvSpPr>
        <p:spPr>
          <a:xfrm>
            <a:off x="212580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5" name=""/>
          <p:cNvSpPr/>
          <p:nvPr/>
        </p:nvSpPr>
        <p:spPr>
          <a:xfrm>
            <a:off x="22273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6" name=""/>
          <p:cNvSpPr/>
          <p:nvPr/>
        </p:nvSpPr>
        <p:spPr>
          <a:xfrm>
            <a:off x="23288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7" name=""/>
          <p:cNvSpPr/>
          <p:nvPr/>
        </p:nvSpPr>
        <p:spPr>
          <a:xfrm>
            <a:off x="243036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8" name=""/>
          <p:cNvSpPr/>
          <p:nvPr/>
        </p:nvSpPr>
        <p:spPr>
          <a:xfrm>
            <a:off x="253188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29" name=""/>
          <p:cNvSpPr/>
          <p:nvPr/>
        </p:nvSpPr>
        <p:spPr>
          <a:xfrm>
            <a:off x="263340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0" name=""/>
          <p:cNvSpPr/>
          <p:nvPr/>
        </p:nvSpPr>
        <p:spPr>
          <a:xfrm>
            <a:off x="27349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1" name=""/>
          <p:cNvSpPr/>
          <p:nvPr/>
        </p:nvSpPr>
        <p:spPr>
          <a:xfrm>
            <a:off x="28364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2" name=""/>
          <p:cNvSpPr/>
          <p:nvPr/>
        </p:nvSpPr>
        <p:spPr>
          <a:xfrm>
            <a:off x="293796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3" name=""/>
          <p:cNvSpPr/>
          <p:nvPr/>
        </p:nvSpPr>
        <p:spPr>
          <a:xfrm>
            <a:off x="303948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4" name=""/>
          <p:cNvSpPr/>
          <p:nvPr/>
        </p:nvSpPr>
        <p:spPr>
          <a:xfrm>
            <a:off x="314100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5" name=""/>
          <p:cNvSpPr/>
          <p:nvPr/>
        </p:nvSpPr>
        <p:spPr>
          <a:xfrm>
            <a:off x="32425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6" name=""/>
          <p:cNvSpPr/>
          <p:nvPr/>
        </p:nvSpPr>
        <p:spPr>
          <a:xfrm>
            <a:off x="33440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7" name=""/>
          <p:cNvSpPr/>
          <p:nvPr/>
        </p:nvSpPr>
        <p:spPr>
          <a:xfrm>
            <a:off x="344556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8" name=""/>
          <p:cNvSpPr/>
          <p:nvPr/>
        </p:nvSpPr>
        <p:spPr>
          <a:xfrm>
            <a:off x="354708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9" name=""/>
          <p:cNvSpPr/>
          <p:nvPr/>
        </p:nvSpPr>
        <p:spPr>
          <a:xfrm>
            <a:off x="364860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0" name=""/>
          <p:cNvSpPr/>
          <p:nvPr/>
        </p:nvSpPr>
        <p:spPr>
          <a:xfrm>
            <a:off x="37501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1" name=""/>
          <p:cNvSpPr/>
          <p:nvPr/>
        </p:nvSpPr>
        <p:spPr>
          <a:xfrm>
            <a:off x="38516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2" name=""/>
          <p:cNvSpPr/>
          <p:nvPr/>
        </p:nvSpPr>
        <p:spPr>
          <a:xfrm>
            <a:off x="395316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3" name=""/>
          <p:cNvSpPr/>
          <p:nvPr/>
        </p:nvSpPr>
        <p:spPr>
          <a:xfrm>
            <a:off x="405468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4" name=""/>
          <p:cNvSpPr/>
          <p:nvPr/>
        </p:nvSpPr>
        <p:spPr>
          <a:xfrm>
            <a:off x="415620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5" name=""/>
          <p:cNvSpPr/>
          <p:nvPr/>
        </p:nvSpPr>
        <p:spPr>
          <a:xfrm>
            <a:off x="425772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6" name=""/>
          <p:cNvSpPr/>
          <p:nvPr/>
        </p:nvSpPr>
        <p:spPr>
          <a:xfrm>
            <a:off x="4359240" y="412416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47" name=""/>
          <p:cNvSpPr/>
          <p:nvPr/>
        </p:nvSpPr>
        <p:spPr>
          <a:xfrm>
            <a:off x="475920" y="4327200"/>
            <a:ext cx="736560" cy="191160"/>
          </a:xfrm>
          <a:custGeom>
            <a:avLst/>
            <a:gdLst/>
            <a:ahLst/>
            <a:rect l="0" t="0" r="r" b="b"/>
            <a:pathLst>
              <a:path w="2046" h="531">
                <a:moveTo>
                  <a:pt x="0" y="0"/>
                </a:moveTo>
                <a:lnTo>
                  <a:pt x="2046" y="0"/>
                </a:lnTo>
                <a:lnTo>
                  <a:pt x="2046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8" name=""/>
          <p:cNvSpPr txBox="1"/>
          <p:nvPr/>
        </p:nvSpPr>
        <p:spPr>
          <a:xfrm>
            <a:off x="552240" y="417240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[72 ]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9" name=""/>
          <p:cNvSpPr/>
          <p:nvPr/>
        </p:nvSpPr>
        <p:spPr>
          <a:xfrm>
            <a:off x="12121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0" name=""/>
          <p:cNvSpPr/>
          <p:nvPr/>
        </p:nvSpPr>
        <p:spPr>
          <a:xfrm>
            <a:off x="13136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1" name=""/>
          <p:cNvSpPr/>
          <p:nvPr/>
        </p:nvSpPr>
        <p:spPr>
          <a:xfrm>
            <a:off x="141516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2" name=""/>
          <p:cNvSpPr/>
          <p:nvPr/>
        </p:nvSpPr>
        <p:spPr>
          <a:xfrm>
            <a:off x="151668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3" name=""/>
          <p:cNvSpPr/>
          <p:nvPr/>
        </p:nvSpPr>
        <p:spPr>
          <a:xfrm>
            <a:off x="161820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4" name=""/>
          <p:cNvSpPr/>
          <p:nvPr/>
        </p:nvSpPr>
        <p:spPr>
          <a:xfrm>
            <a:off x="17197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5" name=""/>
          <p:cNvSpPr/>
          <p:nvPr/>
        </p:nvSpPr>
        <p:spPr>
          <a:xfrm>
            <a:off x="18212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6" name=""/>
          <p:cNvSpPr/>
          <p:nvPr/>
        </p:nvSpPr>
        <p:spPr>
          <a:xfrm>
            <a:off x="192276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7" name=""/>
          <p:cNvSpPr/>
          <p:nvPr/>
        </p:nvSpPr>
        <p:spPr>
          <a:xfrm>
            <a:off x="202428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8" name=""/>
          <p:cNvSpPr/>
          <p:nvPr/>
        </p:nvSpPr>
        <p:spPr>
          <a:xfrm>
            <a:off x="212580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9" name=""/>
          <p:cNvSpPr/>
          <p:nvPr/>
        </p:nvSpPr>
        <p:spPr>
          <a:xfrm>
            <a:off x="22273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0" name=""/>
          <p:cNvSpPr/>
          <p:nvPr/>
        </p:nvSpPr>
        <p:spPr>
          <a:xfrm>
            <a:off x="23288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1" name=""/>
          <p:cNvSpPr/>
          <p:nvPr/>
        </p:nvSpPr>
        <p:spPr>
          <a:xfrm>
            <a:off x="243036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2" name=""/>
          <p:cNvSpPr/>
          <p:nvPr/>
        </p:nvSpPr>
        <p:spPr>
          <a:xfrm>
            <a:off x="253188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3" name=""/>
          <p:cNvSpPr/>
          <p:nvPr/>
        </p:nvSpPr>
        <p:spPr>
          <a:xfrm>
            <a:off x="263340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4" name=""/>
          <p:cNvSpPr/>
          <p:nvPr/>
        </p:nvSpPr>
        <p:spPr>
          <a:xfrm>
            <a:off x="27349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5" name=""/>
          <p:cNvSpPr/>
          <p:nvPr/>
        </p:nvSpPr>
        <p:spPr>
          <a:xfrm>
            <a:off x="28364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6" name=""/>
          <p:cNvSpPr/>
          <p:nvPr/>
        </p:nvSpPr>
        <p:spPr>
          <a:xfrm>
            <a:off x="293796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7" name=""/>
          <p:cNvSpPr/>
          <p:nvPr/>
        </p:nvSpPr>
        <p:spPr>
          <a:xfrm>
            <a:off x="303948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8" name=""/>
          <p:cNvSpPr/>
          <p:nvPr/>
        </p:nvSpPr>
        <p:spPr>
          <a:xfrm>
            <a:off x="314100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69" name=""/>
          <p:cNvSpPr/>
          <p:nvPr/>
        </p:nvSpPr>
        <p:spPr>
          <a:xfrm>
            <a:off x="32425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0" name=""/>
          <p:cNvSpPr/>
          <p:nvPr/>
        </p:nvSpPr>
        <p:spPr>
          <a:xfrm>
            <a:off x="33440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1" name=""/>
          <p:cNvSpPr/>
          <p:nvPr/>
        </p:nvSpPr>
        <p:spPr>
          <a:xfrm>
            <a:off x="344556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2" name=""/>
          <p:cNvSpPr/>
          <p:nvPr/>
        </p:nvSpPr>
        <p:spPr>
          <a:xfrm>
            <a:off x="354708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3" name=""/>
          <p:cNvSpPr/>
          <p:nvPr/>
        </p:nvSpPr>
        <p:spPr>
          <a:xfrm>
            <a:off x="364860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4" name=""/>
          <p:cNvSpPr/>
          <p:nvPr/>
        </p:nvSpPr>
        <p:spPr>
          <a:xfrm>
            <a:off x="37501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5" name=""/>
          <p:cNvSpPr/>
          <p:nvPr/>
        </p:nvSpPr>
        <p:spPr>
          <a:xfrm>
            <a:off x="38516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6" name=""/>
          <p:cNvSpPr/>
          <p:nvPr/>
        </p:nvSpPr>
        <p:spPr>
          <a:xfrm>
            <a:off x="395316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7" name=""/>
          <p:cNvSpPr/>
          <p:nvPr/>
        </p:nvSpPr>
        <p:spPr>
          <a:xfrm>
            <a:off x="405468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8" name=""/>
          <p:cNvSpPr/>
          <p:nvPr/>
        </p:nvSpPr>
        <p:spPr>
          <a:xfrm>
            <a:off x="415620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9" name=""/>
          <p:cNvSpPr/>
          <p:nvPr/>
        </p:nvSpPr>
        <p:spPr>
          <a:xfrm>
            <a:off x="425772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0" name=""/>
          <p:cNvSpPr/>
          <p:nvPr/>
        </p:nvSpPr>
        <p:spPr>
          <a:xfrm>
            <a:off x="4359240" y="432720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1" name=""/>
          <p:cNvSpPr/>
          <p:nvPr/>
        </p:nvSpPr>
        <p:spPr>
          <a:xfrm>
            <a:off x="475920" y="453060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2" name=""/>
          <p:cNvSpPr txBox="1"/>
          <p:nvPr/>
        </p:nvSpPr>
        <p:spPr>
          <a:xfrm>
            <a:off x="552240" y="437544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[67 ]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3" name=""/>
          <p:cNvSpPr/>
          <p:nvPr/>
        </p:nvSpPr>
        <p:spPr>
          <a:xfrm>
            <a:off x="12121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4" name=""/>
          <p:cNvSpPr/>
          <p:nvPr/>
        </p:nvSpPr>
        <p:spPr>
          <a:xfrm>
            <a:off x="13136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5" name=""/>
          <p:cNvSpPr/>
          <p:nvPr/>
        </p:nvSpPr>
        <p:spPr>
          <a:xfrm>
            <a:off x="141516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6" name=""/>
          <p:cNvSpPr/>
          <p:nvPr/>
        </p:nvSpPr>
        <p:spPr>
          <a:xfrm>
            <a:off x="151668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7" name=""/>
          <p:cNvSpPr/>
          <p:nvPr/>
        </p:nvSpPr>
        <p:spPr>
          <a:xfrm>
            <a:off x="161820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8" name=""/>
          <p:cNvSpPr/>
          <p:nvPr/>
        </p:nvSpPr>
        <p:spPr>
          <a:xfrm>
            <a:off x="17197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89" name=""/>
          <p:cNvSpPr/>
          <p:nvPr/>
        </p:nvSpPr>
        <p:spPr>
          <a:xfrm>
            <a:off x="18212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0" name=""/>
          <p:cNvSpPr/>
          <p:nvPr/>
        </p:nvSpPr>
        <p:spPr>
          <a:xfrm>
            <a:off x="192276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1" name=""/>
          <p:cNvSpPr/>
          <p:nvPr/>
        </p:nvSpPr>
        <p:spPr>
          <a:xfrm>
            <a:off x="202428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2" name=""/>
          <p:cNvSpPr/>
          <p:nvPr/>
        </p:nvSpPr>
        <p:spPr>
          <a:xfrm>
            <a:off x="212580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3" name=""/>
          <p:cNvSpPr/>
          <p:nvPr/>
        </p:nvSpPr>
        <p:spPr>
          <a:xfrm>
            <a:off x="22273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4" name=""/>
          <p:cNvSpPr/>
          <p:nvPr/>
        </p:nvSpPr>
        <p:spPr>
          <a:xfrm>
            <a:off x="23288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5" name=""/>
          <p:cNvSpPr/>
          <p:nvPr/>
        </p:nvSpPr>
        <p:spPr>
          <a:xfrm>
            <a:off x="243036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6" name=""/>
          <p:cNvSpPr/>
          <p:nvPr/>
        </p:nvSpPr>
        <p:spPr>
          <a:xfrm>
            <a:off x="253188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7" name=""/>
          <p:cNvSpPr/>
          <p:nvPr/>
        </p:nvSpPr>
        <p:spPr>
          <a:xfrm>
            <a:off x="263340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8" name=""/>
          <p:cNvSpPr/>
          <p:nvPr/>
        </p:nvSpPr>
        <p:spPr>
          <a:xfrm>
            <a:off x="27349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9" name=""/>
          <p:cNvSpPr/>
          <p:nvPr/>
        </p:nvSpPr>
        <p:spPr>
          <a:xfrm>
            <a:off x="28364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0" name=""/>
          <p:cNvSpPr/>
          <p:nvPr/>
        </p:nvSpPr>
        <p:spPr>
          <a:xfrm>
            <a:off x="293796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1" name=""/>
          <p:cNvSpPr/>
          <p:nvPr/>
        </p:nvSpPr>
        <p:spPr>
          <a:xfrm>
            <a:off x="303948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2" name=""/>
          <p:cNvSpPr/>
          <p:nvPr/>
        </p:nvSpPr>
        <p:spPr>
          <a:xfrm>
            <a:off x="314100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3" name=""/>
          <p:cNvSpPr/>
          <p:nvPr/>
        </p:nvSpPr>
        <p:spPr>
          <a:xfrm>
            <a:off x="32425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4" name=""/>
          <p:cNvSpPr/>
          <p:nvPr/>
        </p:nvSpPr>
        <p:spPr>
          <a:xfrm>
            <a:off x="33440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5" name=""/>
          <p:cNvSpPr/>
          <p:nvPr/>
        </p:nvSpPr>
        <p:spPr>
          <a:xfrm>
            <a:off x="344556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6" name=""/>
          <p:cNvSpPr/>
          <p:nvPr/>
        </p:nvSpPr>
        <p:spPr>
          <a:xfrm>
            <a:off x="354708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7" name=""/>
          <p:cNvSpPr/>
          <p:nvPr/>
        </p:nvSpPr>
        <p:spPr>
          <a:xfrm>
            <a:off x="364860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8" name=""/>
          <p:cNvSpPr/>
          <p:nvPr/>
        </p:nvSpPr>
        <p:spPr>
          <a:xfrm>
            <a:off x="37501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09" name=""/>
          <p:cNvSpPr/>
          <p:nvPr/>
        </p:nvSpPr>
        <p:spPr>
          <a:xfrm>
            <a:off x="38516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0" name=""/>
          <p:cNvSpPr/>
          <p:nvPr/>
        </p:nvSpPr>
        <p:spPr>
          <a:xfrm>
            <a:off x="395316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1" name=""/>
          <p:cNvSpPr/>
          <p:nvPr/>
        </p:nvSpPr>
        <p:spPr>
          <a:xfrm>
            <a:off x="405468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2" name=""/>
          <p:cNvSpPr/>
          <p:nvPr/>
        </p:nvSpPr>
        <p:spPr>
          <a:xfrm>
            <a:off x="415620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3" name=""/>
          <p:cNvSpPr/>
          <p:nvPr/>
        </p:nvSpPr>
        <p:spPr>
          <a:xfrm>
            <a:off x="425772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4" name=""/>
          <p:cNvSpPr/>
          <p:nvPr/>
        </p:nvSpPr>
        <p:spPr>
          <a:xfrm>
            <a:off x="4359240" y="453060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5" name=""/>
          <p:cNvSpPr/>
          <p:nvPr/>
        </p:nvSpPr>
        <p:spPr>
          <a:xfrm>
            <a:off x="475920" y="473364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6" name=""/>
          <p:cNvSpPr txBox="1"/>
          <p:nvPr/>
        </p:nvSpPr>
        <p:spPr>
          <a:xfrm>
            <a:off x="552240" y="457848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[75 ]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7" name=""/>
          <p:cNvSpPr/>
          <p:nvPr/>
        </p:nvSpPr>
        <p:spPr>
          <a:xfrm>
            <a:off x="12121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8" name=""/>
          <p:cNvSpPr/>
          <p:nvPr/>
        </p:nvSpPr>
        <p:spPr>
          <a:xfrm>
            <a:off x="13136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9" name=""/>
          <p:cNvSpPr/>
          <p:nvPr/>
        </p:nvSpPr>
        <p:spPr>
          <a:xfrm>
            <a:off x="141516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0" name=""/>
          <p:cNvSpPr/>
          <p:nvPr/>
        </p:nvSpPr>
        <p:spPr>
          <a:xfrm>
            <a:off x="151668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1" name=""/>
          <p:cNvSpPr/>
          <p:nvPr/>
        </p:nvSpPr>
        <p:spPr>
          <a:xfrm>
            <a:off x="161820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2" name=""/>
          <p:cNvSpPr/>
          <p:nvPr/>
        </p:nvSpPr>
        <p:spPr>
          <a:xfrm>
            <a:off x="17197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3" name=""/>
          <p:cNvSpPr/>
          <p:nvPr/>
        </p:nvSpPr>
        <p:spPr>
          <a:xfrm>
            <a:off x="18212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4" name=""/>
          <p:cNvSpPr/>
          <p:nvPr/>
        </p:nvSpPr>
        <p:spPr>
          <a:xfrm>
            <a:off x="192276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5" name=""/>
          <p:cNvSpPr/>
          <p:nvPr/>
        </p:nvSpPr>
        <p:spPr>
          <a:xfrm>
            <a:off x="202428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6" name=""/>
          <p:cNvSpPr/>
          <p:nvPr/>
        </p:nvSpPr>
        <p:spPr>
          <a:xfrm>
            <a:off x="212580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7" name=""/>
          <p:cNvSpPr/>
          <p:nvPr/>
        </p:nvSpPr>
        <p:spPr>
          <a:xfrm>
            <a:off x="22273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8" name=""/>
          <p:cNvSpPr/>
          <p:nvPr/>
        </p:nvSpPr>
        <p:spPr>
          <a:xfrm>
            <a:off x="23288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29" name=""/>
          <p:cNvSpPr/>
          <p:nvPr/>
        </p:nvSpPr>
        <p:spPr>
          <a:xfrm>
            <a:off x="243036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0" name=""/>
          <p:cNvSpPr/>
          <p:nvPr/>
        </p:nvSpPr>
        <p:spPr>
          <a:xfrm>
            <a:off x="253188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1" name=""/>
          <p:cNvSpPr/>
          <p:nvPr/>
        </p:nvSpPr>
        <p:spPr>
          <a:xfrm>
            <a:off x="263340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2" name=""/>
          <p:cNvSpPr/>
          <p:nvPr/>
        </p:nvSpPr>
        <p:spPr>
          <a:xfrm>
            <a:off x="27349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3" name=""/>
          <p:cNvSpPr/>
          <p:nvPr/>
        </p:nvSpPr>
        <p:spPr>
          <a:xfrm>
            <a:off x="28364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4" name=""/>
          <p:cNvSpPr/>
          <p:nvPr/>
        </p:nvSpPr>
        <p:spPr>
          <a:xfrm>
            <a:off x="293796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5" name=""/>
          <p:cNvSpPr/>
          <p:nvPr/>
        </p:nvSpPr>
        <p:spPr>
          <a:xfrm>
            <a:off x="303948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6" name=""/>
          <p:cNvSpPr/>
          <p:nvPr/>
        </p:nvSpPr>
        <p:spPr>
          <a:xfrm>
            <a:off x="314100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7" name=""/>
          <p:cNvSpPr/>
          <p:nvPr/>
        </p:nvSpPr>
        <p:spPr>
          <a:xfrm>
            <a:off x="32425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8" name=""/>
          <p:cNvSpPr/>
          <p:nvPr/>
        </p:nvSpPr>
        <p:spPr>
          <a:xfrm>
            <a:off x="33440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9" name=""/>
          <p:cNvSpPr/>
          <p:nvPr/>
        </p:nvSpPr>
        <p:spPr>
          <a:xfrm>
            <a:off x="344556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0" name=""/>
          <p:cNvSpPr/>
          <p:nvPr/>
        </p:nvSpPr>
        <p:spPr>
          <a:xfrm>
            <a:off x="354708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1" name=""/>
          <p:cNvSpPr/>
          <p:nvPr/>
        </p:nvSpPr>
        <p:spPr>
          <a:xfrm>
            <a:off x="364860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2" name=""/>
          <p:cNvSpPr/>
          <p:nvPr/>
        </p:nvSpPr>
        <p:spPr>
          <a:xfrm>
            <a:off x="37501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3" name=""/>
          <p:cNvSpPr/>
          <p:nvPr/>
        </p:nvSpPr>
        <p:spPr>
          <a:xfrm>
            <a:off x="38516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4" name=""/>
          <p:cNvSpPr/>
          <p:nvPr/>
        </p:nvSpPr>
        <p:spPr>
          <a:xfrm>
            <a:off x="395316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5" name=""/>
          <p:cNvSpPr/>
          <p:nvPr/>
        </p:nvSpPr>
        <p:spPr>
          <a:xfrm>
            <a:off x="405468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6" name=""/>
          <p:cNvSpPr/>
          <p:nvPr/>
        </p:nvSpPr>
        <p:spPr>
          <a:xfrm>
            <a:off x="415620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7" name=""/>
          <p:cNvSpPr/>
          <p:nvPr/>
        </p:nvSpPr>
        <p:spPr>
          <a:xfrm>
            <a:off x="425772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8" name=""/>
          <p:cNvSpPr/>
          <p:nvPr/>
        </p:nvSpPr>
        <p:spPr>
          <a:xfrm>
            <a:off x="4359240" y="473364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49" name=""/>
          <p:cNvSpPr/>
          <p:nvPr/>
        </p:nvSpPr>
        <p:spPr>
          <a:xfrm>
            <a:off x="475920" y="493704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0" name=""/>
          <p:cNvSpPr txBox="1"/>
          <p:nvPr/>
        </p:nvSpPr>
        <p:spPr>
          <a:xfrm>
            <a:off x="552240" y="478188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[76 ]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1" name=""/>
          <p:cNvSpPr/>
          <p:nvPr/>
        </p:nvSpPr>
        <p:spPr>
          <a:xfrm>
            <a:off x="12121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2" name=""/>
          <p:cNvSpPr/>
          <p:nvPr/>
        </p:nvSpPr>
        <p:spPr>
          <a:xfrm>
            <a:off x="13136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3" name=""/>
          <p:cNvSpPr/>
          <p:nvPr/>
        </p:nvSpPr>
        <p:spPr>
          <a:xfrm>
            <a:off x="141516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4" name=""/>
          <p:cNvSpPr/>
          <p:nvPr/>
        </p:nvSpPr>
        <p:spPr>
          <a:xfrm>
            <a:off x="151668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5" name=""/>
          <p:cNvSpPr/>
          <p:nvPr/>
        </p:nvSpPr>
        <p:spPr>
          <a:xfrm>
            <a:off x="161820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6" name=""/>
          <p:cNvSpPr/>
          <p:nvPr/>
        </p:nvSpPr>
        <p:spPr>
          <a:xfrm>
            <a:off x="17197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7" name=""/>
          <p:cNvSpPr/>
          <p:nvPr/>
        </p:nvSpPr>
        <p:spPr>
          <a:xfrm>
            <a:off x="18212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8" name=""/>
          <p:cNvSpPr/>
          <p:nvPr/>
        </p:nvSpPr>
        <p:spPr>
          <a:xfrm>
            <a:off x="192276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9" name=""/>
          <p:cNvSpPr/>
          <p:nvPr/>
        </p:nvSpPr>
        <p:spPr>
          <a:xfrm>
            <a:off x="202428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0" name=""/>
          <p:cNvSpPr/>
          <p:nvPr/>
        </p:nvSpPr>
        <p:spPr>
          <a:xfrm>
            <a:off x="212580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1" name=""/>
          <p:cNvSpPr/>
          <p:nvPr/>
        </p:nvSpPr>
        <p:spPr>
          <a:xfrm>
            <a:off x="22273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2" name=""/>
          <p:cNvSpPr/>
          <p:nvPr/>
        </p:nvSpPr>
        <p:spPr>
          <a:xfrm>
            <a:off x="23288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3" name=""/>
          <p:cNvSpPr/>
          <p:nvPr/>
        </p:nvSpPr>
        <p:spPr>
          <a:xfrm>
            <a:off x="243036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4" name=""/>
          <p:cNvSpPr/>
          <p:nvPr/>
        </p:nvSpPr>
        <p:spPr>
          <a:xfrm>
            <a:off x="253188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5" name=""/>
          <p:cNvSpPr/>
          <p:nvPr/>
        </p:nvSpPr>
        <p:spPr>
          <a:xfrm>
            <a:off x="263340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6" name=""/>
          <p:cNvSpPr/>
          <p:nvPr/>
        </p:nvSpPr>
        <p:spPr>
          <a:xfrm>
            <a:off x="27349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7" name=""/>
          <p:cNvSpPr/>
          <p:nvPr/>
        </p:nvSpPr>
        <p:spPr>
          <a:xfrm>
            <a:off x="28364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8" name=""/>
          <p:cNvSpPr/>
          <p:nvPr/>
        </p:nvSpPr>
        <p:spPr>
          <a:xfrm>
            <a:off x="293796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9" name=""/>
          <p:cNvSpPr/>
          <p:nvPr/>
        </p:nvSpPr>
        <p:spPr>
          <a:xfrm>
            <a:off x="303948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0" name=""/>
          <p:cNvSpPr/>
          <p:nvPr/>
        </p:nvSpPr>
        <p:spPr>
          <a:xfrm>
            <a:off x="314100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1" name=""/>
          <p:cNvSpPr/>
          <p:nvPr/>
        </p:nvSpPr>
        <p:spPr>
          <a:xfrm>
            <a:off x="32425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2" name=""/>
          <p:cNvSpPr/>
          <p:nvPr/>
        </p:nvSpPr>
        <p:spPr>
          <a:xfrm>
            <a:off x="33440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3" name=""/>
          <p:cNvSpPr/>
          <p:nvPr/>
        </p:nvSpPr>
        <p:spPr>
          <a:xfrm>
            <a:off x="344556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4" name=""/>
          <p:cNvSpPr/>
          <p:nvPr/>
        </p:nvSpPr>
        <p:spPr>
          <a:xfrm>
            <a:off x="354708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5" name=""/>
          <p:cNvSpPr/>
          <p:nvPr/>
        </p:nvSpPr>
        <p:spPr>
          <a:xfrm>
            <a:off x="364860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6" name=""/>
          <p:cNvSpPr/>
          <p:nvPr/>
        </p:nvSpPr>
        <p:spPr>
          <a:xfrm>
            <a:off x="37501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7" name=""/>
          <p:cNvSpPr/>
          <p:nvPr/>
        </p:nvSpPr>
        <p:spPr>
          <a:xfrm>
            <a:off x="38516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8" name=""/>
          <p:cNvSpPr/>
          <p:nvPr/>
        </p:nvSpPr>
        <p:spPr>
          <a:xfrm>
            <a:off x="395316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9" name=""/>
          <p:cNvSpPr/>
          <p:nvPr/>
        </p:nvSpPr>
        <p:spPr>
          <a:xfrm>
            <a:off x="405468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0" name=""/>
          <p:cNvSpPr/>
          <p:nvPr/>
        </p:nvSpPr>
        <p:spPr>
          <a:xfrm>
            <a:off x="415620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1" name=""/>
          <p:cNvSpPr/>
          <p:nvPr/>
        </p:nvSpPr>
        <p:spPr>
          <a:xfrm>
            <a:off x="425772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2" name=""/>
          <p:cNvSpPr/>
          <p:nvPr/>
        </p:nvSpPr>
        <p:spPr>
          <a:xfrm>
            <a:off x="4359240" y="493704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3" name=""/>
          <p:cNvSpPr/>
          <p:nvPr/>
        </p:nvSpPr>
        <p:spPr>
          <a:xfrm>
            <a:off x="475920" y="514008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4" name=""/>
          <p:cNvSpPr txBox="1"/>
          <p:nvPr/>
        </p:nvSpPr>
        <p:spPr>
          <a:xfrm>
            <a:off x="552240" y="498528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[68 ]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5" name=""/>
          <p:cNvSpPr/>
          <p:nvPr/>
        </p:nvSpPr>
        <p:spPr>
          <a:xfrm>
            <a:off x="12121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6" name=""/>
          <p:cNvSpPr/>
          <p:nvPr/>
        </p:nvSpPr>
        <p:spPr>
          <a:xfrm>
            <a:off x="13136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7" name=""/>
          <p:cNvSpPr/>
          <p:nvPr/>
        </p:nvSpPr>
        <p:spPr>
          <a:xfrm>
            <a:off x="141516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8" name=""/>
          <p:cNvSpPr/>
          <p:nvPr/>
        </p:nvSpPr>
        <p:spPr>
          <a:xfrm>
            <a:off x="151668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89" name=""/>
          <p:cNvSpPr/>
          <p:nvPr/>
        </p:nvSpPr>
        <p:spPr>
          <a:xfrm>
            <a:off x="161820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0" name=""/>
          <p:cNvSpPr/>
          <p:nvPr/>
        </p:nvSpPr>
        <p:spPr>
          <a:xfrm>
            <a:off x="17197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1" name=""/>
          <p:cNvSpPr/>
          <p:nvPr/>
        </p:nvSpPr>
        <p:spPr>
          <a:xfrm>
            <a:off x="18212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2" name=""/>
          <p:cNvSpPr/>
          <p:nvPr/>
        </p:nvSpPr>
        <p:spPr>
          <a:xfrm>
            <a:off x="192276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3" name=""/>
          <p:cNvSpPr/>
          <p:nvPr/>
        </p:nvSpPr>
        <p:spPr>
          <a:xfrm>
            <a:off x="202428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4" name=""/>
          <p:cNvSpPr/>
          <p:nvPr/>
        </p:nvSpPr>
        <p:spPr>
          <a:xfrm>
            <a:off x="212580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5" name=""/>
          <p:cNvSpPr/>
          <p:nvPr/>
        </p:nvSpPr>
        <p:spPr>
          <a:xfrm>
            <a:off x="22273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6" name=""/>
          <p:cNvSpPr/>
          <p:nvPr/>
        </p:nvSpPr>
        <p:spPr>
          <a:xfrm>
            <a:off x="23288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7" name=""/>
          <p:cNvSpPr/>
          <p:nvPr/>
        </p:nvSpPr>
        <p:spPr>
          <a:xfrm>
            <a:off x="243036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8" name=""/>
          <p:cNvSpPr/>
          <p:nvPr/>
        </p:nvSpPr>
        <p:spPr>
          <a:xfrm>
            <a:off x="253188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9" name=""/>
          <p:cNvSpPr/>
          <p:nvPr/>
        </p:nvSpPr>
        <p:spPr>
          <a:xfrm>
            <a:off x="263340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0" name=""/>
          <p:cNvSpPr/>
          <p:nvPr/>
        </p:nvSpPr>
        <p:spPr>
          <a:xfrm>
            <a:off x="27349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1" name=""/>
          <p:cNvSpPr/>
          <p:nvPr/>
        </p:nvSpPr>
        <p:spPr>
          <a:xfrm>
            <a:off x="28364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2" name=""/>
          <p:cNvSpPr/>
          <p:nvPr/>
        </p:nvSpPr>
        <p:spPr>
          <a:xfrm>
            <a:off x="293796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3" name=""/>
          <p:cNvSpPr/>
          <p:nvPr/>
        </p:nvSpPr>
        <p:spPr>
          <a:xfrm>
            <a:off x="303948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4" name=""/>
          <p:cNvSpPr/>
          <p:nvPr/>
        </p:nvSpPr>
        <p:spPr>
          <a:xfrm>
            <a:off x="314100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5" name=""/>
          <p:cNvSpPr/>
          <p:nvPr/>
        </p:nvSpPr>
        <p:spPr>
          <a:xfrm>
            <a:off x="32425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6" name=""/>
          <p:cNvSpPr/>
          <p:nvPr/>
        </p:nvSpPr>
        <p:spPr>
          <a:xfrm>
            <a:off x="33440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7" name=""/>
          <p:cNvSpPr/>
          <p:nvPr/>
        </p:nvSpPr>
        <p:spPr>
          <a:xfrm>
            <a:off x="344556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8" name=""/>
          <p:cNvSpPr/>
          <p:nvPr/>
        </p:nvSpPr>
        <p:spPr>
          <a:xfrm>
            <a:off x="354708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9" name=""/>
          <p:cNvSpPr/>
          <p:nvPr/>
        </p:nvSpPr>
        <p:spPr>
          <a:xfrm>
            <a:off x="364860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0" name=""/>
          <p:cNvSpPr/>
          <p:nvPr/>
        </p:nvSpPr>
        <p:spPr>
          <a:xfrm>
            <a:off x="37501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1" name=""/>
          <p:cNvSpPr/>
          <p:nvPr/>
        </p:nvSpPr>
        <p:spPr>
          <a:xfrm>
            <a:off x="38516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2" name=""/>
          <p:cNvSpPr/>
          <p:nvPr/>
        </p:nvSpPr>
        <p:spPr>
          <a:xfrm>
            <a:off x="395316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3" name=""/>
          <p:cNvSpPr/>
          <p:nvPr/>
        </p:nvSpPr>
        <p:spPr>
          <a:xfrm>
            <a:off x="405468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4" name=""/>
          <p:cNvSpPr/>
          <p:nvPr/>
        </p:nvSpPr>
        <p:spPr>
          <a:xfrm>
            <a:off x="415620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5" name=""/>
          <p:cNvSpPr/>
          <p:nvPr/>
        </p:nvSpPr>
        <p:spPr>
          <a:xfrm>
            <a:off x="425772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6" name=""/>
          <p:cNvSpPr/>
          <p:nvPr/>
        </p:nvSpPr>
        <p:spPr>
          <a:xfrm>
            <a:off x="4359240" y="514008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7" name=""/>
          <p:cNvSpPr/>
          <p:nvPr/>
        </p:nvSpPr>
        <p:spPr>
          <a:xfrm>
            <a:off x="475920" y="534348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8" name=""/>
          <p:cNvSpPr txBox="1"/>
          <p:nvPr/>
        </p:nvSpPr>
        <p:spPr>
          <a:xfrm>
            <a:off x="552240" y="518832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[69 ]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9" name=""/>
          <p:cNvSpPr/>
          <p:nvPr/>
        </p:nvSpPr>
        <p:spPr>
          <a:xfrm>
            <a:off x="12121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0" name=""/>
          <p:cNvSpPr/>
          <p:nvPr/>
        </p:nvSpPr>
        <p:spPr>
          <a:xfrm>
            <a:off x="13136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1" name=""/>
          <p:cNvSpPr/>
          <p:nvPr/>
        </p:nvSpPr>
        <p:spPr>
          <a:xfrm>
            <a:off x="141516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2" name=""/>
          <p:cNvSpPr/>
          <p:nvPr/>
        </p:nvSpPr>
        <p:spPr>
          <a:xfrm>
            <a:off x="151668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3" name=""/>
          <p:cNvSpPr/>
          <p:nvPr/>
        </p:nvSpPr>
        <p:spPr>
          <a:xfrm>
            <a:off x="161820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4" name=""/>
          <p:cNvSpPr/>
          <p:nvPr/>
        </p:nvSpPr>
        <p:spPr>
          <a:xfrm>
            <a:off x="17197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5" name=""/>
          <p:cNvSpPr/>
          <p:nvPr/>
        </p:nvSpPr>
        <p:spPr>
          <a:xfrm>
            <a:off x="18212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6" name=""/>
          <p:cNvSpPr/>
          <p:nvPr/>
        </p:nvSpPr>
        <p:spPr>
          <a:xfrm>
            <a:off x="192276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7" name=""/>
          <p:cNvSpPr/>
          <p:nvPr/>
        </p:nvSpPr>
        <p:spPr>
          <a:xfrm>
            <a:off x="202428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8" name=""/>
          <p:cNvSpPr/>
          <p:nvPr/>
        </p:nvSpPr>
        <p:spPr>
          <a:xfrm>
            <a:off x="212580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9" name=""/>
          <p:cNvSpPr/>
          <p:nvPr/>
        </p:nvSpPr>
        <p:spPr>
          <a:xfrm>
            <a:off x="22273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0" name=""/>
          <p:cNvSpPr/>
          <p:nvPr/>
        </p:nvSpPr>
        <p:spPr>
          <a:xfrm>
            <a:off x="23288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1" name=""/>
          <p:cNvSpPr/>
          <p:nvPr/>
        </p:nvSpPr>
        <p:spPr>
          <a:xfrm>
            <a:off x="243036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2" name=""/>
          <p:cNvSpPr/>
          <p:nvPr/>
        </p:nvSpPr>
        <p:spPr>
          <a:xfrm>
            <a:off x="253188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3" name=""/>
          <p:cNvSpPr/>
          <p:nvPr/>
        </p:nvSpPr>
        <p:spPr>
          <a:xfrm>
            <a:off x="263340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4" name=""/>
          <p:cNvSpPr/>
          <p:nvPr/>
        </p:nvSpPr>
        <p:spPr>
          <a:xfrm>
            <a:off x="27349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5" name=""/>
          <p:cNvSpPr/>
          <p:nvPr/>
        </p:nvSpPr>
        <p:spPr>
          <a:xfrm>
            <a:off x="28364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6" name=""/>
          <p:cNvSpPr/>
          <p:nvPr/>
        </p:nvSpPr>
        <p:spPr>
          <a:xfrm>
            <a:off x="293796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7" name=""/>
          <p:cNvSpPr/>
          <p:nvPr/>
        </p:nvSpPr>
        <p:spPr>
          <a:xfrm>
            <a:off x="303948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8" name=""/>
          <p:cNvSpPr/>
          <p:nvPr/>
        </p:nvSpPr>
        <p:spPr>
          <a:xfrm>
            <a:off x="314100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9" name=""/>
          <p:cNvSpPr/>
          <p:nvPr/>
        </p:nvSpPr>
        <p:spPr>
          <a:xfrm>
            <a:off x="32425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0" name=""/>
          <p:cNvSpPr/>
          <p:nvPr/>
        </p:nvSpPr>
        <p:spPr>
          <a:xfrm>
            <a:off x="33440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1" name=""/>
          <p:cNvSpPr/>
          <p:nvPr/>
        </p:nvSpPr>
        <p:spPr>
          <a:xfrm>
            <a:off x="344556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2" name=""/>
          <p:cNvSpPr/>
          <p:nvPr/>
        </p:nvSpPr>
        <p:spPr>
          <a:xfrm>
            <a:off x="354708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3" name=""/>
          <p:cNvSpPr/>
          <p:nvPr/>
        </p:nvSpPr>
        <p:spPr>
          <a:xfrm>
            <a:off x="364860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4" name=""/>
          <p:cNvSpPr/>
          <p:nvPr/>
        </p:nvSpPr>
        <p:spPr>
          <a:xfrm>
            <a:off x="37501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5" name=""/>
          <p:cNvSpPr/>
          <p:nvPr/>
        </p:nvSpPr>
        <p:spPr>
          <a:xfrm>
            <a:off x="38516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6" name=""/>
          <p:cNvSpPr/>
          <p:nvPr/>
        </p:nvSpPr>
        <p:spPr>
          <a:xfrm>
            <a:off x="395316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7" name=""/>
          <p:cNvSpPr/>
          <p:nvPr/>
        </p:nvSpPr>
        <p:spPr>
          <a:xfrm>
            <a:off x="405468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8" name=""/>
          <p:cNvSpPr/>
          <p:nvPr/>
        </p:nvSpPr>
        <p:spPr>
          <a:xfrm>
            <a:off x="415620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49" name=""/>
          <p:cNvSpPr/>
          <p:nvPr/>
        </p:nvSpPr>
        <p:spPr>
          <a:xfrm>
            <a:off x="425772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0" name=""/>
          <p:cNvSpPr/>
          <p:nvPr/>
        </p:nvSpPr>
        <p:spPr>
          <a:xfrm>
            <a:off x="4359240" y="5343480"/>
            <a:ext cx="89280" cy="165240"/>
          </a:xfrm>
          <a:custGeom>
            <a:avLst/>
            <a:gdLst/>
            <a:ahLst/>
            <a:rect l="0" t="0" r="r" b="b"/>
            <a:pathLst>
              <a:path w="248" h="459">
                <a:moveTo>
                  <a:pt x="0" y="0"/>
                </a:moveTo>
                <a:lnTo>
                  <a:pt x="248" y="0"/>
                </a:lnTo>
                <a:lnTo>
                  <a:pt x="248" y="459"/>
                </a:lnTo>
                <a:lnTo>
                  <a:pt x="0" y="459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1" name=""/>
          <p:cNvSpPr/>
          <p:nvPr/>
        </p:nvSpPr>
        <p:spPr>
          <a:xfrm>
            <a:off x="475920" y="5546520"/>
            <a:ext cx="736560" cy="190800"/>
          </a:xfrm>
          <a:custGeom>
            <a:avLst/>
            <a:gdLst/>
            <a:ahLst/>
            <a:rect l="0" t="0" r="r" b="b"/>
            <a:pathLst>
              <a:path w="2046" h="530">
                <a:moveTo>
                  <a:pt x="0" y="0"/>
                </a:moveTo>
                <a:lnTo>
                  <a:pt x="2046" y="0"/>
                </a:lnTo>
                <a:lnTo>
                  <a:pt x="2046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2" name=""/>
          <p:cNvSpPr txBox="1"/>
          <p:nvPr/>
        </p:nvSpPr>
        <p:spPr>
          <a:xfrm>
            <a:off x="552240" y="539136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[73 ]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3" name=""/>
          <p:cNvSpPr/>
          <p:nvPr/>
        </p:nvSpPr>
        <p:spPr>
          <a:xfrm>
            <a:off x="12121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4" name=""/>
          <p:cNvSpPr/>
          <p:nvPr/>
        </p:nvSpPr>
        <p:spPr>
          <a:xfrm>
            <a:off x="13136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5" name=""/>
          <p:cNvSpPr/>
          <p:nvPr/>
        </p:nvSpPr>
        <p:spPr>
          <a:xfrm>
            <a:off x="141516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6" name=""/>
          <p:cNvSpPr/>
          <p:nvPr/>
        </p:nvSpPr>
        <p:spPr>
          <a:xfrm>
            <a:off x="151668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7" name=""/>
          <p:cNvSpPr/>
          <p:nvPr/>
        </p:nvSpPr>
        <p:spPr>
          <a:xfrm>
            <a:off x="161820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8" name=""/>
          <p:cNvSpPr/>
          <p:nvPr/>
        </p:nvSpPr>
        <p:spPr>
          <a:xfrm>
            <a:off x="17197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9" name=""/>
          <p:cNvSpPr/>
          <p:nvPr/>
        </p:nvSpPr>
        <p:spPr>
          <a:xfrm>
            <a:off x="18212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0" name=""/>
          <p:cNvSpPr/>
          <p:nvPr/>
        </p:nvSpPr>
        <p:spPr>
          <a:xfrm>
            <a:off x="192276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1" name=""/>
          <p:cNvSpPr/>
          <p:nvPr/>
        </p:nvSpPr>
        <p:spPr>
          <a:xfrm>
            <a:off x="202428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2" name=""/>
          <p:cNvSpPr/>
          <p:nvPr/>
        </p:nvSpPr>
        <p:spPr>
          <a:xfrm>
            <a:off x="212580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3" name=""/>
          <p:cNvSpPr/>
          <p:nvPr/>
        </p:nvSpPr>
        <p:spPr>
          <a:xfrm>
            <a:off x="22273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4" name=""/>
          <p:cNvSpPr/>
          <p:nvPr/>
        </p:nvSpPr>
        <p:spPr>
          <a:xfrm>
            <a:off x="23288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5" name=""/>
          <p:cNvSpPr/>
          <p:nvPr/>
        </p:nvSpPr>
        <p:spPr>
          <a:xfrm>
            <a:off x="243036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6" name=""/>
          <p:cNvSpPr/>
          <p:nvPr/>
        </p:nvSpPr>
        <p:spPr>
          <a:xfrm>
            <a:off x="253188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7" name=""/>
          <p:cNvSpPr/>
          <p:nvPr/>
        </p:nvSpPr>
        <p:spPr>
          <a:xfrm>
            <a:off x="263340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8" name=""/>
          <p:cNvSpPr/>
          <p:nvPr/>
        </p:nvSpPr>
        <p:spPr>
          <a:xfrm>
            <a:off x="27349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69" name=""/>
          <p:cNvSpPr/>
          <p:nvPr/>
        </p:nvSpPr>
        <p:spPr>
          <a:xfrm>
            <a:off x="28364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0" name=""/>
          <p:cNvSpPr/>
          <p:nvPr/>
        </p:nvSpPr>
        <p:spPr>
          <a:xfrm>
            <a:off x="293796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1" name=""/>
          <p:cNvSpPr/>
          <p:nvPr/>
        </p:nvSpPr>
        <p:spPr>
          <a:xfrm>
            <a:off x="303948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2" name=""/>
          <p:cNvSpPr/>
          <p:nvPr/>
        </p:nvSpPr>
        <p:spPr>
          <a:xfrm>
            <a:off x="314100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3" name=""/>
          <p:cNvSpPr/>
          <p:nvPr/>
        </p:nvSpPr>
        <p:spPr>
          <a:xfrm>
            <a:off x="32425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4" name=""/>
          <p:cNvSpPr/>
          <p:nvPr/>
        </p:nvSpPr>
        <p:spPr>
          <a:xfrm>
            <a:off x="33440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5" name=""/>
          <p:cNvSpPr/>
          <p:nvPr/>
        </p:nvSpPr>
        <p:spPr>
          <a:xfrm>
            <a:off x="344556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6" name=""/>
          <p:cNvSpPr/>
          <p:nvPr/>
        </p:nvSpPr>
        <p:spPr>
          <a:xfrm>
            <a:off x="354708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7" name=""/>
          <p:cNvSpPr/>
          <p:nvPr/>
        </p:nvSpPr>
        <p:spPr>
          <a:xfrm>
            <a:off x="364860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8" name=""/>
          <p:cNvSpPr/>
          <p:nvPr/>
        </p:nvSpPr>
        <p:spPr>
          <a:xfrm>
            <a:off x="37501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9" name=""/>
          <p:cNvSpPr/>
          <p:nvPr/>
        </p:nvSpPr>
        <p:spPr>
          <a:xfrm>
            <a:off x="38516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0" name=""/>
          <p:cNvSpPr/>
          <p:nvPr/>
        </p:nvSpPr>
        <p:spPr>
          <a:xfrm>
            <a:off x="395316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1" name=""/>
          <p:cNvSpPr/>
          <p:nvPr/>
        </p:nvSpPr>
        <p:spPr>
          <a:xfrm>
            <a:off x="405468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2" name=""/>
          <p:cNvSpPr/>
          <p:nvPr/>
        </p:nvSpPr>
        <p:spPr>
          <a:xfrm>
            <a:off x="415620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3" name=""/>
          <p:cNvSpPr/>
          <p:nvPr/>
        </p:nvSpPr>
        <p:spPr>
          <a:xfrm>
            <a:off x="425772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4" name=""/>
          <p:cNvSpPr/>
          <p:nvPr/>
        </p:nvSpPr>
        <p:spPr>
          <a:xfrm>
            <a:off x="4359240" y="5546520"/>
            <a:ext cx="89280" cy="165600"/>
          </a:xfrm>
          <a:custGeom>
            <a:avLst/>
            <a:gdLst/>
            <a:ahLst/>
            <a:rect l="0" t="0" r="r" b="b"/>
            <a:pathLst>
              <a:path w="248" h="460">
                <a:moveTo>
                  <a:pt x="0" y="0"/>
                </a:moveTo>
                <a:lnTo>
                  <a:pt x="248" y="0"/>
                </a:lnTo>
                <a:lnTo>
                  <a:pt x="248" y="460"/>
                </a:lnTo>
                <a:lnTo>
                  <a:pt x="0" y="460"/>
                </a:lnTo>
                <a:lnTo>
                  <a:pt x="0" y="0"/>
                </a:lnTo>
                <a:close/>
              </a:path>
            </a:pathLst>
          </a:custGeom>
          <a:solidFill>
            <a:srgbClr val="5B9BD5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5" name=""/>
          <p:cNvSpPr txBox="1"/>
          <p:nvPr/>
        </p:nvSpPr>
        <p:spPr>
          <a:xfrm>
            <a:off x="552240" y="5594760"/>
            <a:ext cx="392040" cy="11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Times New Roman"/>
              </a:rPr>
              <a:t>NW [74 ]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6" name=""/>
          <p:cNvSpPr txBox="1"/>
          <p:nvPr/>
        </p:nvSpPr>
        <p:spPr>
          <a:xfrm>
            <a:off x="476280" y="6043680"/>
            <a:ext cx="54640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Left — Level 1: directed core-pair rows × 32 time bins. Darker = more migrations.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7" name=""/>
          <p:cNvSpPr txBox="1"/>
          <p:nvPr/>
        </p:nvSpPr>
        <p:spPr>
          <a:xfrm>
            <a:off x="476280" y="6272280"/>
            <a:ext cx="78782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Right — Level 2: per-task sub-bins after clicking a hot cell. Click a task cell to zoom the timeline and filter to that task.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2" name=""/>
          <p:cNvSpPr/>
          <p:nvPr/>
        </p:nvSpPr>
        <p:spPr>
          <a:xfrm>
            <a:off x="475920" y="171432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3" name=""/>
          <p:cNvSpPr/>
          <p:nvPr/>
        </p:nvSpPr>
        <p:spPr>
          <a:xfrm>
            <a:off x="485640" y="2609640"/>
            <a:ext cx="2267280" cy="314640"/>
          </a:xfrm>
          <a:custGeom>
            <a:avLst/>
            <a:gdLst/>
            <a:ahLst/>
            <a:rect l="0" t="0" r="r" b="b"/>
            <a:pathLst>
              <a:path w="6298" h="874">
                <a:moveTo>
                  <a:pt x="0" y="0"/>
                </a:moveTo>
                <a:lnTo>
                  <a:pt x="6298" y="0"/>
                </a:lnTo>
                <a:lnTo>
                  <a:pt x="629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4" name=""/>
          <p:cNvSpPr/>
          <p:nvPr/>
        </p:nvSpPr>
        <p:spPr>
          <a:xfrm>
            <a:off x="2752560" y="2609640"/>
            <a:ext cx="2724480" cy="314640"/>
          </a:xfrm>
          <a:custGeom>
            <a:avLst/>
            <a:gdLst/>
            <a:ahLst/>
            <a:rect l="0" t="0" r="r" b="b"/>
            <a:pathLst>
              <a:path w="7568" h="874">
                <a:moveTo>
                  <a:pt x="0" y="0"/>
                </a:moveTo>
                <a:lnTo>
                  <a:pt x="7568" y="0"/>
                </a:lnTo>
                <a:lnTo>
                  <a:pt x="75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5" name=""/>
          <p:cNvSpPr/>
          <p:nvPr/>
        </p:nvSpPr>
        <p:spPr>
          <a:xfrm>
            <a:off x="5476680" y="260964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6" name=""/>
          <p:cNvSpPr/>
          <p:nvPr/>
        </p:nvSpPr>
        <p:spPr>
          <a:xfrm>
            <a:off x="485640" y="2609640"/>
            <a:ext cx="2267280" cy="314640"/>
          </a:xfrm>
          <a:custGeom>
            <a:avLst/>
            <a:gdLst/>
            <a:ahLst/>
            <a:rect l="0" t="0" r="r" b="b"/>
            <a:pathLst>
              <a:path w="6298" h="874">
                <a:moveTo>
                  <a:pt x="0" y="0"/>
                </a:moveTo>
                <a:lnTo>
                  <a:pt x="6298" y="0"/>
                </a:lnTo>
                <a:lnTo>
                  <a:pt x="629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7" name=""/>
          <p:cNvSpPr/>
          <p:nvPr/>
        </p:nvSpPr>
        <p:spPr>
          <a:xfrm>
            <a:off x="2752560" y="2609640"/>
            <a:ext cx="2724480" cy="314640"/>
          </a:xfrm>
          <a:custGeom>
            <a:avLst/>
            <a:gdLst/>
            <a:ahLst/>
            <a:rect l="0" t="0" r="r" b="b"/>
            <a:pathLst>
              <a:path w="7568" h="874">
                <a:moveTo>
                  <a:pt x="0" y="0"/>
                </a:moveTo>
                <a:lnTo>
                  <a:pt x="7568" y="0"/>
                </a:lnTo>
                <a:lnTo>
                  <a:pt x="75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8" name=""/>
          <p:cNvSpPr/>
          <p:nvPr/>
        </p:nvSpPr>
        <p:spPr>
          <a:xfrm>
            <a:off x="5476680" y="260964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9" name=""/>
          <p:cNvSpPr/>
          <p:nvPr/>
        </p:nvSpPr>
        <p:spPr>
          <a:xfrm>
            <a:off x="485640" y="2923920"/>
            <a:ext cx="2267280" cy="305280"/>
          </a:xfrm>
          <a:custGeom>
            <a:avLst/>
            <a:gdLst/>
            <a:ahLst/>
            <a:rect l="0" t="0" r="r" b="b"/>
            <a:pathLst>
              <a:path w="6298" h="848">
                <a:moveTo>
                  <a:pt x="0" y="0"/>
                </a:moveTo>
                <a:lnTo>
                  <a:pt x="6298" y="0"/>
                </a:lnTo>
                <a:lnTo>
                  <a:pt x="629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0" name=""/>
          <p:cNvSpPr/>
          <p:nvPr/>
        </p:nvSpPr>
        <p:spPr>
          <a:xfrm>
            <a:off x="2752560" y="2923920"/>
            <a:ext cx="2724480" cy="305280"/>
          </a:xfrm>
          <a:custGeom>
            <a:avLst/>
            <a:gdLst/>
            <a:ahLst/>
            <a:rect l="0" t="0" r="r" b="b"/>
            <a:pathLst>
              <a:path w="7568" h="848">
                <a:moveTo>
                  <a:pt x="0" y="0"/>
                </a:moveTo>
                <a:lnTo>
                  <a:pt x="7568" y="0"/>
                </a:lnTo>
                <a:lnTo>
                  <a:pt x="75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1" name=""/>
          <p:cNvSpPr/>
          <p:nvPr/>
        </p:nvSpPr>
        <p:spPr>
          <a:xfrm>
            <a:off x="5476680" y="292392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2" name=""/>
          <p:cNvSpPr/>
          <p:nvPr/>
        </p:nvSpPr>
        <p:spPr>
          <a:xfrm>
            <a:off x="485640" y="3228840"/>
            <a:ext cx="2267280" cy="314640"/>
          </a:xfrm>
          <a:custGeom>
            <a:avLst/>
            <a:gdLst/>
            <a:ahLst/>
            <a:rect l="0" t="0" r="r" b="b"/>
            <a:pathLst>
              <a:path w="6298" h="874">
                <a:moveTo>
                  <a:pt x="0" y="0"/>
                </a:moveTo>
                <a:lnTo>
                  <a:pt x="6298" y="0"/>
                </a:lnTo>
                <a:lnTo>
                  <a:pt x="629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3" name=""/>
          <p:cNvSpPr/>
          <p:nvPr/>
        </p:nvSpPr>
        <p:spPr>
          <a:xfrm>
            <a:off x="2752560" y="3228840"/>
            <a:ext cx="2724480" cy="314640"/>
          </a:xfrm>
          <a:custGeom>
            <a:avLst/>
            <a:gdLst/>
            <a:ahLst/>
            <a:rect l="0" t="0" r="r" b="b"/>
            <a:pathLst>
              <a:path w="7568" h="874">
                <a:moveTo>
                  <a:pt x="0" y="0"/>
                </a:moveTo>
                <a:lnTo>
                  <a:pt x="7568" y="0"/>
                </a:lnTo>
                <a:lnTo>
                  <a:pt x="75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4" name=""/>
          <p:cNvSpPr/>
          <p:nvPr/>
        </p:nvSpPr>
        <p:spPr>
          <a:xfrm>
            <a:off x="5476680" y="322884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5" name=""/>
          <p:cNvSpPr/>
          <p:nvPr/>
        </p:nvSpPr>
        <p:spPr>
          <a:xfrm>
            <a:off x="485640" y="3228840"/>
            <a:ext cx="2267280" cy="314640"/>
          </a:xfrm>
          <a:custGeom>
            <a:avLst/>
            <a:gdLst/>
            <a:ahLst/>
            <a:rect l="0" t="0" r="r" b="b"/>
            <a:pathLst>
              <a:path w="6298" h="874">
                <a:moveTo>
                  <a:pt x="0" y="0"/>
                </a:moveTo>
                <a:lnTo>
                  <a:pt x="6298" y="0"/>
                </a:lnTo>
                <a:lnTo>
                  <a:pt x="629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6" name=""/>
          <p:cNvSpPr/>
          <p:nvPr/>
        </p:nvSpPr>
        <p:spPr>
          <a:xfrm>
            <a:off x="2752560" y="3228840"/>
            <a:ext cx="2724480" cy="314640"/>
          </a:xfrm>
          <a:custGeom>
            <a:avLst/>
            <a:gdLst/>
            <a:ahLst/>
            <a:rect l="0" t="0" r="r" b="b"/>
            <a:pathLst>
              <a:path w="7568" h="874">
                <a:moveTo>
                  <a:pt x="0" y="0"/>
                </a:moveTo>
                <a:lnTo>
                  <a:pt x="7568" y="0"/>
                </a:lnTo>
                <a:lnTo>
                  <a:pt x="75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7" name=""/>
          <p:cNvSpPr/>
          <p:nvPr/>
        </p:nvSpPr>
        <p:spPr>
          <a:xfrm>
            <a:off x="5476680" y="322884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8" name=""/>
          <p:cNvSpPr/>
          <p:nvPr/>
        </p:nvSpPr>
        <p:spPr>
          <a:xfrm>
            <a:off x="485640" y="3543120"/>
            <a:ext cx="2267280" cy="314640"/>
          </a:xfrm>
          <a:custGeom>
            <a:avLst/>
            <a:gdLst/>
            <a:ahLst/>
            <a:rect l="0" t="0" r="r" b="b"/>
            <a:pathLst>
              <a:path w="6298" h="874">
                <a:moveTo>
                  <a:pt x="0" y="0"/>
                </a:moveTo>
                <a:lnTo>
                  <a:pt x="6298" y="0"/>
                </a:lnTo>
                <a:lnTo>
                  <a:pt x="629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9" name=""/>
          <p:cNvSpPr/>
          <p:nvPr/>
        </p:nvSpPr>
        <p:spPr>
          <a:xfrm>
            <a:off x="2752560" y="3543120"/>
            <a:ext cx="2724480" cy="314640"/>
          </a:xfrm>
          <a:custGeom>
            <a:avLst/>
            <a:gdLst/>
            <a:ahLst/>
            <a:rect l="0" t="0" r="r" b="b"/>
            <a:pathLst>
              <a:path w="7568" h="874">
                <a:moveTo>
                  <a:pt x="0" y="0"/>
                </a:moveTo>
                <a:lnTo>
                  <a:pt x="7568" y="0"/>
                </a:lnTo>
                <a:lnTo>
                  <a:pt x="756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0" name=""/>
          <p:cNvSpPr/>
          <p:nvPr/>
        </p:nvSpPr>
        <p:spPr>
          <a:xfrm>
            <a:off x="5476680" y="354312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1" name=""/>
          <p:cNvSpPr/>
          <p:nvPr/>
        </p:nvSpPr>
        <p:spPr>
          <a:xfrm>
            <a:off x="485640" y="3857400"/>
            <a:ext cx="2267280" cy="305280"/>
          </a:xfrm>
          <a:custGeom>
            <a:avLst/>
            <a:gdLst/>
            <a:ahLst/>
            <a:rect l="0" t="0" r="r" b="b"/>
            <a:pathLst>
              <a:path w="6298" h="848">
                <a:moveTo>
                  <a:pt x="0" y="0"/>
                </a:moveTo>
                <a:lnTo>
                  <a:pt x="6298" y="0"/>
                </a:lnTo>
                <a:lnTo>
                  <a:pt x="629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2" name=""/>
          <p:cNvSpPr/>
          <p:nvPr/>
        </p:nvSpPr>
        <p:spPr>
          <a:xfrm>
            <a:off x="2752560" y="3857400"/>
            <a:ext cx="2724480" cy="305280"/>
          </a:xfrm>
          <a:custGeom>
            <a:avLst/>
            <a:gdLst/>
            <a:ahLst/>
            <a:rect l="0" t="0" r="r" b="b"/>
            <a:pathLst>
              <a:path w="7568" h="848">
                <a:moveTo>
                  <a:pt x="0" y="0"/>
                </a:moveTo>
                <a:lnTo>
                  <a:pt x="7568" y="0"/>
                </a:lnTo>
                <a:lnTo>
                  <a:pt x="75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3" name=""/>
          <p:cNvSpPr/>
          <p:nvPr/>
        </p:nvSpPr>
        <p:spPr>
          <a:xfrm>
            <a:off x="5476680" y="385740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4" name=""/>
          <p:cNvSpPr/>
          <p:nvPr/>
        </p:nvSpPr>
        <p:spPr>
          <a:xfrm>
            <a:off x="485640" y="3857400"/>
            <a:ext cx="2267280" cy="305280"/>
          </a:xfrm>
          <a:custGeom>
            <a:avLst/>
            <a:gdLst/>
            <a:ahLst/>
            <a:rect l="0" t="0" r="r" b="b"/>
            <a:pathLst>
              <a:path w="6298" h="848">
                <a:moveTo>
                  <a:pt x="0" y="0"/>
                </a:moveTo>
                <a:lnTo>
                  <a:pt x="6298" y="0"/>
                </a:lnTo>
                <a:lnTo>
                  <a:pt x="629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5" name=""/>
          <p:cNvSpPr/>
          <p:nvPr/>
        </p:nvSpPr>
        <p:spPr>
          <a:xfrm>
            <a:off x="2752560" y="3857400"/>
            <a:ext cx="2724480" cy="305280"/>
          </a:xfrm>
          <a:custGeom>
            <a:avLst/>
            <a:gdLst/>
            <a:ahLst/>
            <a:rect l="0" t="0" r="r" b="b"/>
            <a:pathLst>
              <a:path w="7568" h="848">
                <a:moveTo>
                  <a:pt x="0" y="0"/>
                </a:moveTo>
                <a:lnTo>
                  <a:pt x="7568" y="0"/>
                </a:lnTo>
                <a:lnTo>
                  <a:pt x="756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6" name=""/>
          <p:cNvSpPr/>
          <p:nvPr/>
        </p:nvSpPr>
        <p:spPr>
          <a:xfrm>
            <a:off x="5476680" y="385740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7" name=""/>
          <p:cNvSpPr/>
          <p:nvPr/>
        </p:nvSpPr>
        <p:spPr>
          <a:xfrm>
            <a:off x="475920" y="26096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8" name=""/>
          <p:cNvSpPr/>
          <p:nvPr/>
        </p:nvSpPr>
        <p:spPr>
          <a:xfrm>
            <a:off x="475920" y="260964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9" name=""/>
          <p:cNvSpPr/>
          <p:nvPr/>
        </p:nvSpPr>
        <p:spPr>
          <a:xfrm>
            <a:off x="2752560" y="26096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0" name=""/>
          <p:cNvSpPr/>
          <p:nvPr/>
        </p:nvSpPr>
        <p:spPr>
          <a:xfrm>
            <a:off x="2761920" y="2609640"/>
            <a:ext cx="2715120" cy="10080"/>
          </a:xfrm>
          <a:custGeom>
            <a:avLst/>
            <a:gdLst/>
            <a:ahLst/>
            <a:rect l="0" t="0" r="r" b="b"/>
            <a:pathLst>
              <a:path w="7542" h="28">
                <a:moveTo>
                  <a:pt x="0" y="0"/>
                </a:moveTo>
                <a:lnTo>
                  <a:pt x="7542" y="0"/>
                </a:lnTo>
                <a:lnTo>
                  <a:pt x="754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1" name=""/>
          <p:cNvSpPr/>
          <p:nvPr/>
        </p:nvSpPr>
        <p:spPr>
          <a:xfrm>
            <a:off x="5467320" y="26096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2" name=""/>
          <p:cNvSpPr/>
          <p:nvPr/>
        </p:nvSpPr>
        <p:spPr>
          <a:xfrm>
            <a:off x="5476680" y="2609640"/>
            <a:ext cx="2772000" cy="10080"/>
          </a:xfrm>
          <a:custGeom>
            <a:avLst/>
            <a:gdLst/>
            <a:ah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3" name=""/>
          <p:cNvSpPr/>
          <p:nvPr/>
        </p:nvSpPr>
        <p:spPr>
          <a:xfrm>
            <a:off x="8238960" y="26096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4" name=""/>
          <p:cNvSpPr/>
          <p:nvPr/>
        </p:nvSpPr>
        <p:spPr>
          <a:xfrm>
            <a:off x="475920" y="291456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5" name=""/>
          <p:cNvSpPr/>
          <p:nvPr/>
        </p:nvSpPr>
        <p:spPr>
          <a:xfrm>
            <a:off x="2761920" y="291456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6" name=""/>
          <p:cNvSpPr/>
          <p:nvPr/>
        </p:nvSpPr>
        <p:spPr>
          <a:xfrm>
            <a:off x="5476680" y="291456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7" name=""/>
          <p:cNvSpPr/>
          <p:nvPr/>
        </p:nvSpPr>
        <p:spPr>
          <a:xfrm>
            <a:off x="475920" y="29239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8" name=""/>
          <p:cNvSpPr/>
          <p:nvPr/>
        </p:nvSpPr>
        <p:spPr>
          <a:xfrm>
            <a:off x="2752560" y="29239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9" name=""/>
          <p:cNvSpPr/>
          <p:nvPr/>
        </p:nvSpPr>
        <p:spPr>
          <a:xfrm>
            <a:off x="5467320" y="29239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0" name=""/>
          <p:cNvSpPr/>
          <p:nvPr/>
        </p:nvSpPr>
        <p:spPr>
          <a:xfrm>
            <a:off x="8238960" y="29239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1" name=""/>
          <p:cNvSpPr/>
          <p:nvPr/>
        </p:nvSpPr>
        <p:spPr>
          <a:xfrm>
            <a:off x="475920" y="32382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2" name=""/>
          <p:cNvSpPr/>
          <p:nvPr/>
        </p:nvSpPr>
        <p:spPr>
          <a:xfrm>
            <a:off x="475920" y="322884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3" name=""/>
          <p:cNvSpPr/>
          <p:nvPr/>
        </p:nvSpPr>
        <p:spPr>
          <a:xfrm>
            <a:off x="2752560" y="32382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4" name=""/>
          <p:cNvSpPr/>
          <p:nvPr/>
        </p:nvSpPr>
        <p:spPr>
          <a:xfrm>
            <a:off x="2761920" y="322884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5" name=""/>
          <p:cNvSpPr/>
          <p:nvPr/>
        </p:nvSpPr>
        <p:spPr>
          <a:xfrm>
            <a:off x="5467320" y="32382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6" name=""/>
          <p:cNvSpPr/>
          <p:nvPr/>
        </p:nvSpPr>
        <p:spPr>
          <a:xfrm>
            <a:off x="5476680" y="322884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7" name=""/>
          <p:cNvSpPr/>
          <p:nvPr/>
        </p:nvSpPr>
        <p:spPr>
          <a:xfrm>
            <a:off x="8238960" y="32382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8" name=""/>
          <p:cNvSpPr/>
          <p:nvPr/>
        </p:nvSpPr>
        <p:spPr>
          <a:xfrm>
            <a:off x="475920" y="355248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9" name=""/>
          <p:cNvSpPr/>
          <p:nvPr/>
        </p:nvSpPr>
        <p:spPr>
          <a:xfrm>
            <a:off x="475920" y="354312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0" name=""/>
          <p:cNvSpPr/>
          <p:nvPr/>
        </p:nvSpPr>
        <p:spPr>
          <a:xfrm>
            <a:off x="2752560" y="355248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1" name=""/>
          <p:cNvSpPr/>
          <p:nvPr/>
        </p:nvSpPr>
        <p:spPr>
          <a:xfrm>
            <a:off x="2761920" y="354312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2" name=""/>
          <p:cNvSpPr/>
          <p:nvPr/>
        </p:nvSpPr>
        <p:spPr>
          <a:xfrm>
            <a:off x="5467320" y="355248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3" name=""/>
          <p:cNvSpPr/>
          <p:nvPr/>
        </p:nvSpPr>
        <p:spPr>
          <a:xfrm>
            <a:off x="5476680" y="354312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4" name=""/>
          <p:cNvSpPr/>
          <p:nvPr/>
        </p:nvSpPr>
        <p:spPr>
          <a:xfrm>
            <a:off x="8238960" y="355248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5" name=""/>
          <p:cNvSpPr/>
          <p:nvPr/>
        </p:nvSpPr>
        <p:spPr>
          <a:xfrm>
            <a:off x="475920" y="38574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6" name=""/>
          <p:cNvSpPr/>
          <p:nvPr/>
        </p:nvSpPr>
        <p:spPr>
          <a:xfrm>
            <a:off x="475920" y="384804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7" name=""/>
          <p:cNvSpPr/>
          <p:nvPr/>
        </p:nvSpPr>
        <p:spPr>
          <a:xfrm>
            <a:off x="2752560" y="3857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8" name=""/>
          <p:cNvSpPr/>
          <p:nvPr/>
        </p:nvSpPr>
        <p:spPr>
          <a:xfrm>
            <a:off x="2761920" y="384804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9" name=""/>
          <p:cNvSpPr/>
          <p:nvPr/>
        </p:nvSpPr>
        <p:spPr>
          <a:xfrm>
            <a:off x="5467320" y="3857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0" name=""/>
          <p:cNvSpPr/>
          <p:nvPr/>
        </p:nvSpPr>
        <p:spPr>
          <a:xfrm>
            <a:off x="5476680" y="384804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1" name=""/>
          <p:cNvSpPr/>
          <p:nvPr/>
        </p:nvSpPr>
        <p:spPr>
          <a:xfrm>
            <a:off x="8238960" y="3857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2" name=""/>
          <p:cNvSpPr/>
          <p:nvPr/>
        </p:nvSpPr>
        <p:spPr>
          <a:xfrm>
            <a:off x="475920" y="416232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3" name=""/>
          <p:cNvSpPr/>
          <p:nvPr/>
        </p:nvSpPr>
        <p:spPr>
          <a:xfrm>
            <a:off x="2761920" y="4162320"/>
            <a:ext cx="2715120" cy="9720"/>
          </a:xfrm>
          <a:custGeom>
            <a:avLst/>
            <a:gdLst/>
            <a:ahLst/>
            <a:rect l="0" t="0" r="r" b="b"/>
            <a:pathLst>
              <a:path w="7542" h="27">
                <a:moveTo>
                  <a:pt x="0" y="0"/>
                </a:moveTo>
                <a:lnTo>
                  <a:pt x="7542" y="0"/>
                </a:lnTo>
                <a:lnTo>
                  <a:pt x="754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4" name=""/>
          <p:cNvSpPr/>
          <p:nvPr/>
        </p:nvSpPr>
        <p:spPr>
          <a:xfrm>
            <a:off x="5476680" y="416232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5" name=""/>
          <p:cNvSpPr txBox="1"/>
          <p:nvPr/>
        </p:nvSpPr>
        <p:spPr>
          <a:xfrm>
            <a:off x="476280" y="1370160"/>
            <a:ext cx="38354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Mutex &amp; Semaphore Correctness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6" name=""/>
          <p:cNvSpPr txBox="1"/>
          <p:nvPr/>
        </p:nvSpPr>
        <p:spPr>
          <a:xfrm>
            <a:off x="476280" y="1909800"/>
            <a:ext cx="6768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Mutex / Semaphore pairing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. Each sync object is identified by its unique pointer.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7" name=""/>
          <p:cNvSpPr txBox="1"/>
          <p:nvPr/>
        </p:nvSpPr>
        <p:spPr>
          <a:xfrm>
            <a:off x="476280" y="2273040"/>
            <a:ext cx="17694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Pairing Issues Table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8" name=""/>
          <p:cNvSpPr txBox="1"/>
          <p:nvPr/>
        </p:nvSpPr>
        <p:spPr>
          <a:xfrm>
            <a:off x="1458000" y="2696760"/>
            <a:ext cx="320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Issue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9" name=""/>
          <p:cNvSpPr txBox="1"/>
          <p:nvPr/>
        </p:nvSpPr>
        <p:spPr>
          <a:xfrm>
            <a:off x="3862080" y="2696760"/>
            <a:ext cx="507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Meaning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0" name=""/>
          <p:cNvSpPr txBox="1"/>
          <p:nvPr/>
        </p:nvSpPr>
        <p:spPr>
          <a:xfrm>
            <a:off x="6727680" y="2696760"/>
            <a:ext cx="264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Risk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1" name=""/>
          <p:cNvSpPr/>
          <p:nvPr/>
        </p:nvSpPr>
        <p:spPr>
          <a:xfrm>
            <a:off x="2885760" y="3009600"/>
            <a:ext cx="333720" cy="143280"/>
          </a:xfrm>
          <a:custGeom>
            <a:avLst/>
            <a:gdLst/>
            <a:ahLst/>
            <a:rect l="0" t="0" r="r" b="b"/>
            <a:pathLst>
              <a:path w="927" h="398">
                <a:moveTo>
                  <a:pt x="0" y="31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48" y="0"/>
                </a:lnTo>
                <a:cubicBezTo>
                  <a:pt x="859" y="0"/>
                  <a:pt x="869" y="2"/>
                  <a:pt x="878" y="6"/>
                </a:cubicBezTo>
                <a:cubicBezTo>
                  <a:pt x="888" y="10"/>
                  <a:pt x="897" y="16"/>
                  <a:pt x="904" y="24"/>
                </a:cubicBezTo>
                <a:cubicBezTo>
                  <a:pt x="912" y="31"/>
                  <a:pt x="917" y="40"/>
                  <a:pt x="921" y="49"/>
                </a:cubicBezTo>
                <a:cubicBezTo>
                  <a:pt x="925" y="59"/>
                  <a:pt x="927" y="69"/>
                  <a:pt x="927" y="80"/>
                </a:cubicBezTo>
                <a:lnTo>
                  <a:pt x="927" y="319"/>
                </a:lnTo>
                <a:cubicBezTo>
                  <a:pt x="927" y="329"/>
                  <a:pt x="925" y="339"/>
                  <a:pt x="921" y="349"/>
                </a:cubicBezTo>
                <a:cubicBezTo>
                  <a:pt x="917" y="359"/>
                  <a:pt x="912" y="368"/>
                  <a:pt x="904" y="375"/>
                </a:cubicBezTo>
                <a:cubicBezTo>
                  <a:pt x="897" y="382"/>
                  <a:pt x="888" y="388"/>
                  <a:pt x="878" y="392"/>
                </a:cubicBezTo>
                <a:cubicBezTo>
                  <a:pt x="869" y="396"/>
                  <a:pt x="859" y="398"/>
                  <a:pt x="848" y="398"/>
                </a:cubicBezTo>
                <a:lnTo>
                  <a:pt x="80" y="398"/>
                </a:lnTo>
                <a:cubicBezTo>
                  <a:pt x="69" y="398"/>
                  <a:pt x="59" y="396"/>
                  <a:pt x="49" y="392"/>
                </a:cubicBezTo>
                <a:cubicBezTo>
                  <a:pt x="40" y="388"/>
                  <a:pt x="31" y="382"/>
                  <a:pt x="24" y="375"/>
                </a:cubicBezTo>
                <a:cubicBezTo>
                  <a:pt x="16" y="368"/>
                  <a:pt x="10" y="359"/>
                  <a:pt x="6" y="349"/>
                </a:cubicBezTo>
                <a:cubicBezTo>
                  <a:pt x="2" y="339"/>
                  <a:pt x="0" y="329"/>
                  <a:pt x="0" y="31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2" name=""/>
          <p:cNvSpPr txBox="1"/>
          <p:nvPr/>
        </p:nvSpPr>
        <p:spPr>
          <a:xfrm>
            <a:off x="609480" y="3001680"/>
            <a:ext cx="729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Orphan give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3" name=""/>
          <p:cNvSpPr txBox="1"/>
          <p:nvPr/>
        </p:nvSpPr>
        <p:spPr>
          <a:xfrm>
            <a:off x="2921760" y="3024360"/>
            <a:ext cx="2642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give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4" name=""/>
          <p:cNvSpPr/>
          <p:nvPr/>
        </p:nvSpPr>
        <p:spPr>
          <a:xfrm>
            <a:off x="4228920" y="3009600"/>
            <a:ext cx="343080" cy="143280"/>
          </a:xfrm>
          <a:custGeom>
            <a:avLst/>
            <a:gdLst/>
            <a:ahLst/>
            <a:rect l="0" t="0" r="r" b="b"/>
            <a:pathLst>
              <a:path w="953" h="398">
                <a:moveTo>
                  <a:pt x="0" y="31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74" y="0"/>
                </a:lnTo>
                <a:cubicBezTo>
                  <a:pt x="885" y="0"/>
                  <a:pt x="895" y="2"/>
                  <a:pt x="904" y="6"/>
                </a:cubicBezTo>
                <a:cubicBezTo>
                  <a:pt x="914" y="10"/>
                  <a:pt x="923" y="16"/>
                  <a:pt x="930" y="24"/>
                </a:cubicBezTo>
                <a:cubicBezTo>
                  <a:pt x="938" y="31"/>
                  <a:pt x="943" y="40"/>
                  <a:pt x="947" y="49"/>
                </a:cubicBezTo>
                <a:cubicBezTo>
                  <a:pt x="951" y="59"/>
                  <a:pt x="953" y="69"/>
                  <a:pt x="953" y="80"/>
                </a:cubicBezTo>
                <a:lnTo>
                  <a:pt x="953" y="319"/>
                </a:lnTo>
                <a:cubicBezTo>
                  <a:pt x="953" y="329"/>
                  <a:pt x="951" y="339"/>
                  <a:pt x="947" y="349"/>
                </a:cubicBezTo>
                <a:cubicBezTo>
                  <a:pt x="943" y="359"/>
                  <a:pt x="938" y="368"/>
                  <a:pt x="930" y="375"/>
                </a:cubicBezTo>
                <a:cubicBezTo>
                  <a:pt x="923" y="382"/>
                  <a:pt x="914" y="388"/>
                  <a:pt x="904" y="392"/>
                </a:cubicBezTo>
                <a:cubicBezTo>
                  <a:pt x="895" y="396"/>
                  <a:pt x="885" y="398"/>
                  <a:pt x="874" y="398"/>
                </a:cubicBezTo>
                <a:lnTo>
                  <a:pt x="79" y="398"/>
                </a:lnTo>
                <a:cubicBezTo>
                  <a:pt x="69" y="398"/>
                  <a:pt x="59" y="396"/>
                  <a:pt x="49" y="392"/>
                </a:cubicBezTo>
                <a:cubicBezTo>
                  <a:pt x="39" y="388"/>
                  <a:pt x="31" y="382"/>
                  <a:pt x="23" y="375"/>
                </a:cubicBezTo>
                <a:cubicBezTo>
                  <a:pt x="16" y="368"/>
                  <a:pt x="10" y="359"/>
                  <a:pt x="6" y="349"/>
                </a:cubicBezTo>
                <a:cubicBezTo>
                  <a:pt x="2" y="339"/>
                  <a:pt x="0" y="329"/>
                  <a:pt x="0" y="31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5" name=""/>
          <p:cNvSpPr txBox="1"/>
          <p:nvPr/>
        </p:nvSpPr>
        <p:spPr>
          <a:xfrm>
            <a:off x="3223800" y="3001680"/>
            <a:ext cx="1008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with no matching 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6" name=""/>
          <p:cNvSpPr txBox="1"/>
          <p:nvPr/>
        </p:nvSpPr>
        <p:spPr>
          <a:xfrm>
            <a:off x="4268520" y="3024360"/>
            <a:ext cx="2642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take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7" name=""/>
          <p:cNvSpPr txBox="1"/>
          <p:nvPr/>
        </p:nvSpPr>
        <p:spPr>
          <a:xfrm>
            <a:off x="5604480" y="3001680"/>
            <a:ext cx="1091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Double-release bug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8" name=""/>
          <p:cNvSpPr/>
          <p:nvPr/>
        </p:nvSpPr>
        <p:spPr>
          <a:xfrm>
            <a:off x="2885760" y="3323880"/>
            <a:ext cx="333720" cy="143280"/>
          </a:xfrm>
          <a:custGeom>
            <a:avLst/>
            <a:gdLst/>
            <a:ahLst/>
            <a:rect l="0" t="0" r="r" b="b"/>
            <a:pathLst>
              <a:path w="927" h="398">
                <a:moveTo>
                  <a:pt x="0" y="319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48" y="0"/>
                </a:lnTo>
                <a:cubicBezTo>
                  <a:pt x="859" y="0"/>
                  <a:pt x="869" y="2"/>
                  <a:pt x="878" y="6"/>
                </a:cubicBezTo>
                <a:cubicBezTo>
                  <a:pt x="888" y="11"/>
                  <a:pt x="897" y="16"/>
                  <a:pt x="904" y="24"/>
                </a:cubicBezTo>
                <a:cubicBezTo>
                  <a:pt x="912" y="31"/>
                  <a:pt x="917" y="40"/>
                  <a:pt x="921" y="49"/>
                </a:cubicBezTo>
                <a:cubicBezTo>
                  <a:pt x="925" y="59"/>
                  <a:pt x="927" y="69"/>
                  <a:pt x="927" y="81"/>
                </a:cubicBezTo>
                <a:lnTo>
                  <a:pt x="927" y="319"/>
                </a:lnTo>
                <a:cubicBezTo>
                  <a:pt x="927" y="329"/>
                  <a:pt x="925" y="340"/>
                  <a:pt x="921" y="349"/>
                </a:cubicBezTo>
                <a:cubicBezTo>
                  <a:pt x="917" y="359"/>
                  <a:pt x="912" y="368"/>
                  <a:pt x="904" y="375"/>
                </a:cubicBezTo>
                <a:cubicBezTo>
                  <a:pt x="897" y="383"/>
                  <a:pt x="888" y="388"/>
                  <a:pt x="878" y="392"/>
                </a:cubicBezTo>
                <a:cubicBezTo>
                  <a:pt x="869" y="396"/>
                  <a:pt x="859" y="398"/>
                  <a:pt x="848" y="398"/>
                </a:cubicBezTo>
                <a:lnTo>
                  <a:pt x="80" y="398"/>
                </a:lnTo>
                <a:cubicBezTo>
                  <a:pt x="69" y="398"/>
                  <a:pt x="59" y="396"/>
                  <a:pt x="49" y="392"/>
                </a:cubicBezTo>
                <a:cubicBezTo>
                  <a:pt x="40" y="388"/>
                  <a:pt x="31" y="383"/>
                  <a:pt x="24" y="375"/>
                </a:cubicBezTo>
                <a:cubicBezTo>
                  <a:pt x="16" y="368"/>
                  <a:pt x="10" y="359"/>
                  <a:pt x="6" y="349"/>
                </a:cubicBezTo>
                <a:cubicBezTo>
                  <a:pt x="2" y="340"/>
                  <a:pt x="0" y="329"/>
                  <a:pt x="0" y="31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9" name=""/>
          <p:cNvSpPr txBox="1"/>
          <p:nvPr/>
        </p:nvSpPr>
        <p:spPr>
          <a:xfrm>
            <a:off x="609480" y="3315960"/>
            <a:ext cx="931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Cross-task give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0" name=""/>
          <p:cNvSpPr txBox="1"/>
          <p:nvPr/>
        </p:nvSpPr>
        <p:spPr>
          <a:xfrm>
            <a:off x="2921760" y="3338640"/>
            <a:ext cx="2642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give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1" name=""/>
          <p:cNvSpPr/>
          <p:nvPr/>
        </p:nvSpPr>
        <p:spPr>
          <a:xfrm>
            <a:off x="4448160" y="3323880"/>
            <a:ext cx="343080" cy="143280"/>
          </a:xfrm>
          <a:custGeom>
            <a:avLst/>
            <a:gdLst/>
            <a:ahLst/>
            <a:rect l="0" t="0" r="r" b="b"/>
            <a:pathLst>
              <a:path w="953" h="398">
                <a:moveTo>
                  <a:pt x="0" y="319"/>
                </a:moveTo>
                <a:lnTo>
                  <a:pt x="0" y="81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1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874" y="0"/>
                </a:lnTo>
                <a:cubicBezTo>
                  <a:pt x="884" y="0"/>
                  <a:pt x="894" y="2"/>
                  <a:pt x="904" y="6"/>
                </a:cubicBezTo>
                <a:cubicBezTo>
                  <a:pt x="914" y="11"/>
                  <a:pt x="922" y="16"/>
                  <a:pt x="930" y="24"/>
                </a:cubicBezTo>
                <a:cubicBezTo>
                  <a:pt x="937" y="31"/>
                  <a:pt x="943" y="40"/>
                  <a:pt x="947" y="49"/>
                </a:cubicBezTo>
                <a:cubicBezTo>
                  <a:pt x="951" y="59"/>
                  <a:pt x="953" y="69"/>
                  <a:pt x="953" y="81"/>
                </a:cubicBezTo>
                <a:lnTo>
                  <a:pt x="953" y="319"/>
                </a:lnTo>
                <a:cubicBezTo>
                  <a:pt x="953" y="329"/>
                  <a:pt x="951" y="340"/>
                  <a:pt x="947" y="349"/>
                </a:cubicBezTo>
                <a:cubicBezTo>
                  <a:pt x="943" y="359"/>
                  <a:pt x="937" y="368"/>
                  <a:pt x="930" y="375"/>
                </a:cubicBezTo>
                <a:cubicBezTo>
                  <a:pt x="922" y="383"/>
                  <a:pt x="914" y="388"/>
                  <a:pt x="904" y="392"/>
                </a:cubicBezTo>
                <a:cubicBezTo>
                  <a:pt x="894" y="396"/>
                  <a:pt x="884" y="398"/>
                  <a:pt x="874" y="398"/>
                </a:cubicBezTo>
                <a:lnTo>
                  <a:pt x="79" y="398"/>
                </a:lnTo>
                <a:cubicBezTo>
                  <a:pt x="68" y="398"/>
                  <a:pt x="58" y="396"/>
                  <a:pt x="49" y="392"/>
                </a:cubicBezTo>
                <a:cubicBezTo>
                  <a:pt x="39" y="388"/>
                  <a:pt x="30" y="383"/>
                  <a:pt x="23" y="375"/>
                </a:cubicBezTo>
                <a:cubicBezTo>
                  <a:pt x="15" y="368"/>
                  <a:pt x="10" y="359"/>
                  <a:pt x="6" y="349"/>
                </a:cubicBezTo>
                <a:cubicBezTo>
                  <a:pt x="2" y="340"/>
                  <a:pt x="0" y="329"/>
                  <a:pt x="0" y="31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2" name=""/>
          <p:cNvSpPr txBox="1"/>
          <p:nvPr/>
        </p:nvSpPr>
        <p:spPr>
          <a:xfrm>
            <a:off x="3223800" y="3315960"/>
            <a:ext cx="1230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by different task than 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3" name=""/>
          <p:cNvSpPr txBox="1"/>
          <p:nvPr/>
        </p:nvSpPr>
        <p:spPr>
          <a:xfrm>
            <a:off x="4488480" y="3338640"/>
            <a:ext cx="2642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take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4" name=""/>
          <p:cNvSpPr txBox="1"/>
          <p:nvPr/>
        </p:nvSpPr>
        <p:spPr>
          <a:xfrm>
            <a:off x="5604480" y="3315960"/>
            <a:ext cx="25221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Valid for binary semaphores; bug for mutexes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5" name=""/>
          <p:cNvSpPr/>
          <p:nvPr/>
        </p:nvSpPr>
        <p:spPr>
          <a:xfrm>
            <a:off x="2885760" y="3628800"/>
            <a:ext cx="333720" cy="152640"/>
          </a:xfrm>
          <a:custGeom>
            <a:avLst/>
            <a:gdLst/>
            <a:ahLst/>
            <a:rect l="0" t="0" r="r" b="b"/>
            <a:pathLst>
              <a:path w="927" h="424">
                <a:moveTo>
                  <a:pt x="0" y="34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48" y="0"/>
                </a:lnTo>
                <a:cubicBezTo>
                  <a:pt x="859" y="0"/>
                  <a:pt x="869" y="2"/>
                  <a:pt x="878" y="6"/>
                </a:cubicBezTo>
                <a:cubicBezTo>
                  <a:pt x="888" y="10"/>
                  <a:pt x="897" y="16"/>
                  <a:pt x="904" y="23"/>
                </a:cubicBezTo>
                <a:cubicBezTo>
                  <a:pt x="912" y="31"/>
                  <a:pt x="917" y="39"/>
                  <a:pt x="921" y="49"/>
                </a:cubicBezTo>
                <a:cubicBezTo>
                  <a:pt x="925" y="59"/>
                  <a:pt x="927" y="69"/>
                  <a:pt x="927" y="79"/>
                </a:cubicBezTo>
                <a:lnTo>
                  <a:pt x="927" y="345"/>
                </a:lnTo>
                <a:cubicBezTo>
                  <a:pt x="927" y="356"/>
                  <a:pt x="925" y="366"/>
                  <a:pt x="921" y="375"/>
                </a:cubicBezTo>
                <a:cubicBezTo>
                  <a:pt x="917" y="385"/>
                  <a:pt x="912" y="394"/>
                  <a:pt x="904" y="401"/>
                </a:cubicBezTo>
                <a:cubicBezTo>
                  <a:pt x="897" y="409"/>
                  <a:pt x="888" y="414"/>
                  <a:pt x="878" y="418"/>
                </a:cubicBezTo>
                <a:cubicBezTo>
                  <a:pt x="869" y="422"/>
                  <a:pt x="859" y="424"/>
                  <a:pt x="848" y="424"/>
                </a:cubicBezTo>
                <a:lnTo>
                  <a:pt x="80" y="424"/>
                </a:lnTo>
                <a:cubicBezTo>
                  <a:pt x="69" y="424"/>
                  <a:pt x="59" y="422"/>
                  <a:pt x="49" y="418"/>
                </a:cubicBezTo>
                <a:cubicBezTo>
                  <a:pt x="40" y="414"/>
                  <a:pt x="31" y="409"/>
                  <a:pt x="24" y="401"/>
                </a:cubicBezTo>
                <a:cubicBezTo>
                  <a:pt x="16" y="394"/>
                  <a:pt x="10" y="385"/>
                  <a:pt x="6" y="375"/>
                </a:cubicBezTo>
                <a:cubicBezTo>
                  <a:pt x="2" y="366"/>
                  <a:pt x="0" y="356"/>
                  <a:pt x="0" y="345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6" name=""/>
          <p:cNvSpPr txBox="1"/>
          <p:nvPr/>
        </p:nvSpPr>
        <p:spPr>
          <a:xfrm>
            <a:off x="609480" y="3630240"/>
            <a:ext cx="965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Unmatched take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7" name=""/>
          <p:cNvSpPr txBox="1"/>
          <p:nvPr/>
        </p:nvSpPr>
        <p:spPr>
          <a:xfrm>
            <a:off x="2921760" y="3643560"/>
            <a:ext cx="2642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take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8" name=""/>
          <p:cNvSpPr/>
          <p:nvPr/>
        </p:nvSpPr>
        <p:spPr>
          <a:xfrm>
            <a:off x="3686040" y="3628800"/>
            <a:ext cx="343080" cy="152640"/>
          </a:xfrm>
          <a:custGeom>
            <a:avLst/>
            <a:gdLst/>
            <a:ahLst/>
            <a:rect l="0" t="0" r="r" b="b"/>
            <a:pathLst>
              <a:path w="953" h="424">
                <a:moveTo>
                  <a:pt x="0" y="34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74" y="0"/>
                </a:lnTo>
                <a:cubicBezTo>
                  <a:pt x="885" y="0"/>
                  <a:pt x="895" y="2"/>
                  <a:pt x="904" y="6"/>
                </a:cubicBezTo>
                <a:cubicBezTo>
                  <a:pt x="914" y="10"/>
                  <a:pt x="923" y="16"/>
                  <a:pt x="930" y="23"/>
                </a:cubicBezTo>
                <a:cubicBezTo>
                  <a:pt x="938" y="31"/>
                  <a:pt x="943" y="39"/>
                  <a:pt x="947" y="49"/>
                </a:cubicBezTo>
                <a:cubicBezTo>
                  <a:pt x="951" y="59"/>
                  <a:pt x="953" y="69"/>
                  <a:pt x="953" y="79"/>
                </a:cubicBezTo>
                <a:lnTo>
                  <a:pt x="953" y="345"/>
                </a:lnTo>
                <a:cubicBezTo>
                  <a:pt x="953" y="356"/>
                  <a:pt x="951" y="366"/>
                  <a:pt x="947" y="375"/>
                </a:cubicBezTo>
                <a:cubicBezTo>
                  <a:pt x="943" y="385"/>
                  <a:pt x="938" y="394"/>
                  <a:pt x="930" y="401"/>
                </a:cubicBezTo>
                <a:cubicBezTo>
                  <a:pt x="923" y="409"/>
                  <a:pt x="914" y="414"/>
                  <a:pt x="904" y="418"/>
                </a:cubicBezTo>
                <a:cubicBezTo>
                  <a:pt x="895" y="422"/>
                  <a:pt x="885" y="424"/>
                  <a:pt x="874" y="424"/>
                </a:cubicBezTo>
                <a:lnTo>
                  <a:pt x="79" y="424"/>
                </a:lnTo>
                <a:cubicBezTo>
                  <a:pt x="69" y="424"/>
                  <a:pt x="59" y="422"/>
                  <a:pt x="49" y="418"/>
                </a:cubicBezTo>
                <a:cubicBezTo>
                  <a:pt x="39" y="414"/>
                  <a:pt x="31" y="409"/>
                  <a:pt x="23" y="401"/>
                </a:cubicBezTo>
                <a:cubicBezTo>
                  <a:pt x="16" y="394"/>
                  <a:pt x="10" y="385"/>
                  <a:pt x="6" y="375"/>
                </a:cubicBezTo>
                <a:cubicBezTo>
                  <a:pt x="2" y="366"/>
                  <a:pt x="0" y="356"/>
                  <a:pt x="0" y="345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9" name=""/>
          <p:cNvSpPr txBox="1"/>
          <p:nvPr/>
        </p:nvSpPr>
        <p:spPr>
          <a:xfrm>
            <a:off x="3223800" y="3630240"/>
            <a:ext cx="466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with no 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0" name=""/>
          <p:cNvSpPr txBox="1"/>
          <p:nvPr/>
        </p:nvSpPr>
        <p:spPr>
          <a:xfrm>
            <a:off x="3727080" y="3643560"/>
            <a:ext cx="264240" cy="12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give</a:t>
            </a:r>
            <a:endParaRPr lang="en-US" sz="8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1" name=""/>
          <p:cNvSpPr txBox="1"/>
          <p:nvPr/>
        </p:nvSpPr>
        <p:spPr>
          <a:xfrm>
            <a:off x="4029480" y="3630240"/>
            <a:ext cx="695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at trace end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2" name=""/>
          <p:cNvSpPr txBox="1"/>
          <p:nvPr/>
        </p:nvSpPr>
        <p:spPr>
          <a:xfrm>
            <a:off x="5604480" y="3630240"/>
            <a:ext cx="15012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Leaked lock / deadlock risk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3" name=""/>
          <p:cNvSpPr txBox="1"/>
          <p:nvPr/>
        </p:nvSpPr>
        <p:spPr>
          <a:xfrm>
            <a:off x="609480" y="3935160"/>
            <a:ext cx="2028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CORE_MIGRATION_WHILE_HELD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4" name=""/>
          <p:cNvSpPr txBox="1"/>
          <p:nvPr/>
        </p:nvSpPr>
        <p:spPr>
          <a:xfrm>
            <a:off x="2883240" y="3935160"/>
            <a:ext cx="2480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 crossed core boundary holding the lock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5" name=""/>
          <p:cNvSpPr txBox="1"/>
          <p:nvPr/>
        </p:nvSpPr>
        <p:spPr>
          <a:xfrm>
            <a:off x="5604480" y="3935160"/>
            <a:ext cx="1306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Race condition on SMP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6" name=""/>
          <p:cNvSpPr txBox="1"/>
          <p:nvPr/>
        </p:nvSpPr>
        <p:spPr>
          <a:xfrm>
            <a:off x="476280" y="4348440"/>
            <a:ext cx="6498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Click any issue row → timeline zooms to that event, segment is highlighted, annotation is added.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7" name=""/>
          <p:cNvSpPr txBox="1"/>
          <p:nvPr/>
        </p:nvSpPr>
        <p:spPr>
          <a:xfrm>
            <a:off x="476280" y="4711320"/>
            <a:ext cx="23176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Core Bounce Investigation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8" name=""/>
          <p:cNvSpPr txBox="1"/>
          <p:nvPr/>
        </p:nvSpPr>
        <p:spPr>
          <a:xfrm>
            <a:off x="476280" y="5062680"/>
            <a:ext cx="10503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High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bounce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 a mutex → cross-reference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Core-Pair Migration Summary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→ zoom to that pair/window → decide if affinity pinning or critical-section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9" name=""/>
          <p:cNvSpPr txBox="1"/>
          <p:nvPr/>
        </p:nvSpPr>
        <p:spPr>
          <a:xfrm>
            <a:off x="476280" y="5291280"/>
            <a:ext cx="1296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restructuring helps.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4" name=""/>
          <p:cNvSpPr txBox="1"/>
          <p:nvPr/>
        </p:nvSpPr>
        <p:spPr>
          <a:xfrm>
            <a:off x="5638680" y="3010320"/>
            <a:ext cx="91548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Step 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5" name=""/>
          <p:cNvSpPr txBox="1"/>
          <p:nvPr/>
        </p:nvSpPr>
        <p:spPr>
          <a:xfrm>
            <a:off x="3604320" y="3610800"/>
            <a:ext cx="498564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Compliance &amp; Regression — Deadlines, Scope, Compare &amp; Export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0" name=""/>
          <p:cNvSpPr/>
          <p:nvPr/>
        </p:nvSpPr>
        <p:spPr>
          <a:xfrm>
            <a:off x="475920" y="159048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1" name=""/>
          <p:cNvSpPr/>
          <p:nvPr/>
        </p:nvSpPr>
        <p:spPr>
          <a:xfrm>
            <a:off x="495000" y="2147760"/>
            <a:ext cx="11216160" cy="743400"/>
          </a:xfrm>
          <a:custGeom>
            <a:avLst/>
            <a:gdLst/>
            <a:ahLst/>
            <a:rect l="0" t="0" r="r" b="b"/>
            <a:pathLst>
              <a:path w="31156" h="2065">
                <a:moveTo>
                  <a:pt x="0" y="1972"/>
                </a:moveTo>
                <a:lnTo>
                  <a:pt x="0" y="92"/>
                </a:lnTo>
                <a:cubicBezTo>
                  <a:pt x="0" y="80"/>
                  <a:pt x="2" y="68"/>
                  <a:pt x="4" y="57"/>
                </a:cubicBezTo>
                <a:cubicBezTo>
                  <a:pt x="7" y="46"/>
                  <a:pt x="11" y="36"/>
                  <a:pt x="16" y="27"/>
                </a:cubicBezTo>
                <a:cubicBezTo>
                  <a:pt x="21" y="18"/>
                  <a:pt x="27" y="12"/>
                  <a:pt x="33" y="7"/>
                </a:cubicBezTo>
                <a:cubicBezTo>
                  <a:pt x="39" y="2"/>
                  <a:pt x="46" y="0"/>
                  <a:pt x="53" y="0"/>
                </a:cubicBezTo>
                <a:lnTo>
                  <a:pt x="31063" y="0"/>
                </a:lnTo>
                <a:cubicBezTo>
                  <a:pt x="31076" y="0"/>
                  <a:pt x="31088" y="2"/>
                  <a:pt x="31099" y="7"/>
                </a:cubicBezTo>
                <a:cubicBezTo>
                  <a:pt x="31110" y="12"/>
                  <a:pt x="31120" y="18"/>
                  <a:pt x="31129" y="27"/>
                </a:cubicBezTo>
                <a:cubicBezTo>
                  <a:pt x="31138" y="36"/>
                  <a:pt x="31144" y="46"/>
                  <a:pt x="31149" y="57"/>
                </a:cubicBezTo>
                <a:cubicBezTo>
                  <a:pt x="31154" y="68"/>
                  <a:pt x="31156" y="80"/>
                  <a:pt x="31156" y="92"/>
                </a:cubicBezTo>
                <a:lnTo>
                  <a:pt x="31156" y="1972"/>
                </a:lnTo>
                <a:cubicBezTo>
                  <a:pt x="31156" y="1984"/>
                  <a:pt x="31154" y="1996"/>
                  <a:pt x="31149" y="2007"/>
                </a:cubicBezTo>
                <a:cubicBezTo>
                  <a:pt x="31144" y="2019"/>
                  <a:pt x="31138" y="2029"/>
                  <a:pt x="31129" y="2037"/>
                </a:cubicBezTo>
                <a:cubicBezTo>
                  <a:pt x="31120" y="2046"/>
                  <a:pt x="31110" y="2053"/>
                  <a:pt x="31099" y="2058"/>
                </a:cubicBezTo>
                <a:cubicBezTo>
                  <a:pt x="31088" y="2062"/>
                  <a:pt x="31076" y="2065"/>
                  <a:pt x="31063" y="2065"/>
                </a:cubicBezTo>
                <a:lnTo>
                  <a:pt x="53" y="2065"/>
                </a:lnTo>
                <a:cubicBezTo>
                  <a:pt x="46" y="2065"/>
                  <a:pt x="39" y="2062"/>
                  <a:pt x="33" y="2058"/>
                </a:cubicBezTo>
                <a:cubicBezTo>
                  <a:pt x="27" y="2053"/>
                  <a:pt x="21" y="2046"/>
                  <a:pt x="16" y="2037"/>
                </a:cubicBezTo>
                <a:cubicBezTo>
                  <a:pt x="11" y="2029"/>
                  <a:pt x="7" y="2019"/>
                  <a:pt x="4" y="2007"/>
                </a:cubicBezTo>
                <a:cubicBezTo>
                  <a:pt x="2" y="1996"/>
                  <a:pt x="0" y="1984"/>
                  <a:pt x="0" y="1972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2" name=""/>
          <p:cNvSpPr/>
          <p:nvPr/>
        </p:nvSpPr>
        <p:spPr>
          <a:xfrm>
            <a:off x="495000" y="214308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31121" y="52"/>
                </a:moveTo>
                <a:cubicBezTo>
                  <a:pt x="31120" y="51"/>
                  <a:pt x="31120" y="51"/>
                  <a:pt x="31120" y="50"/>
                </a:cubicBezTo>
                <a:cubicBezTo>
                  <a:pt x="31104" y="34"/>
                  <a:pt x="31085" y="26"/>
                  <a:pt x="31063" y="26"/>
                </a:cubicBezTo>
                <a:lnTo>
                  <a:pt x="53" y="26"/>
                </a:lnTo>
                <a:lnTo>
                  <a:pt x="53" y="27"/>
                </a:lnTo>
                <a:lnTo>
                  <a:pt x="0" y="14"/>
                </a:lnTo>
                <a:cubicBezTo>
                  <a:pt x="16" y="4"/>
                  <a:pt x="34" y="0"/>
                  <a:pt x="53" y="0"/>
                </a:cubicBezTo>
                <a:lnTo>
                  <a:pt x="31063" y="0"/>
                </a:lnTo>
                <a:cubicBezTo>
                  <a:pt x="31093" y="0"/>
                  <a:pt x="31118" y="10"/>
                  <a:pt x="31138" y="31"/>
                </a:cubicBezTo>
                <a:cubicBezTo>
                  <a:pt x="31139" y="31"/>
                  <a:pt x="31139" y="32"/>
                  <a:pt x="31140" y="32"/>
                </a:cubicBezTo>
                <a:lnTo>
                  <a:pt x="31121" y="5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3" name=""/>
          <p:cNvSpPr/>
          <p:nvPr/>
        </p:nvSpPr>
        <p:spPr>
          <a:xfrm>
            <a:off x="495000" y="287712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53" y="24"/>
                </a:moveTo>
                <a:lnTo>
                  <a:pt x="31063" y="24"/>
                </a:lnTo>
                <a:cubicBezTo>
                  <a:pt x="31085" y="24"/>
                  <a:pt x="31104" y="17"/>
                  <a:pt x="31120" y="1"/>
                </a:cubicBezTo>
                <a:cubicBezTo>
                  <a:pt x="31120" y="1"/>
                  <a:pt x="31120" y="0"/>
                  <a:pt x="31121" y="0"/>
                </a:cubicBezTo>
                <a:lnTo>
                  <a:pt x="31140" y="18"/>
                </a:lnTo>
                <a:cubicBezTo>
                  <a:pt x="31139" y="19"/>
                  <a:pt x="31139" y="19"/>
                  <a:pt x="31138" y="20"/>
                </a:cubicBezTo>
                <a:cubicBezTo>
                  <a:pt x="31118" y="40"/>
                  <a:pt x="31093" y="52"/>
                  <a:pt x="31063" y="52"/>
                </a:cubicBezTo>
                <a:lnTo>
                  <a:pt x="53" y="52"/>
                </a:lnTo>
                <a:cubicBezTo>
                  <a:pt x="34" y="52"/>
                  <a:pt x="16" y="47"/>
                  <a:pt x="0" y="37"/>
                </a:cubicBezTo>
                <a:lnTo>
                  <a:pt x="53" y="24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4" name=""/>
          <p:cNvSpPr/>
          <p:nvPr/>
        </p:nvSpPr>
        <p:spPr>
          <a:xfrm>
            <a:off x="11697840" y="2154240"/>
            <a:ext cx="18000" cy="730440"/>
          </a:xfrm>
          <a:custGeom>
            <a:avLst/>
            <a:gdLst/>
            <a:ahLst/>
            <a:rect l="0" t="0" r="r" b="b"/>
            <a:pathLst>
              <a:path w="50" h="2029">
                <a:moveTo>
                  <a:pt x="0" y="2010"/>
                </a:moveTo>
                <a:cubicBezTo>
                  <a:pt x="15" y="1995"/>
                  <a:pt x="24" y="1976"/>
                  <a:pt x="24" y="1954"/>
                </a:cubicBezTo>
                <a:lnTo>
                  <a:pt x="24" y="74"/>
                </a:lnTo>
                <a:cubicBezTo>
                  <a:pt x="24" y="53"/>
                  <a:pt x="15" y="34"/>
                  <a:pt x="0" y="18"/>
                </a:cubicBezTo>
                <a:lnTo>
                  <a:pt x="19" y="0"/>
                </a:lnTo>
                <a:cubicBezTo>
                  <a:pt x="40" y="20"/>
                  <a:pt x="50" y="45"/>
                  <a:pt x="50" y="74"/>
                </a:cubicBezTo>
                <a:lnTo>
                  <a:pt x="50" y="1954"/>
                </a:lnTo>
                <a:cubicBezTo>
                  <a:pt x="50" y="1983"/>
                  <a:pt x="40" y="2008"/>
                  <a:pt x="19" y="2029"/>
                </a:cubicBezTo>
                <a:lnTo>
                  <a:pt x="0" y="201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5" name=""/>
          <p:cNvSpPr/>
          <p:nvPr/>
        </p:nvSpPr>
        <p:spPr>
          <a:xfrm>
            <a:off x="475920" y="2147760"/>
            <a:ext cx="38520" cy="743040"/>
          </a:xfrm>
          <a:custGeom>
            <a:avLst/>
            <a:gdLst/>
            <a:ahLst/>
            <a:rect l="0" t="0" r="r" b="b"/>
            <a:pathLst>
              <a:path w="107" h="2064">
                <a:moveTo>
                  <a:pt x="107" y="13"/>
                </a:moveTo>
                <a:lnTo>
                  <a:pt x="107" y="2051"/>
                </a:lnTo>
                <a:lnTo>
                  <a:pt x="54" y="2064"/>
                </a:lnTo>
                <a:cubicBezTo>
                  <a:pt x="46" y="2060"/>
                  <a:pt x="38" y="2054"/>
                  <a:pt x="31" y="2047"/>
                </a:cubicBezTo>
                <a:cubicBezTo>
                  <a:pt x="11" y="2026"/>
                  <a:pt x="0" y="2001"/>
                  <a:pt x="0" y="1972"/>
                </a:cubicBezTo>
                <a:lnTo>
                  <a:pt x="0" y="92"/>
                </a:lnTo>
                <a:cubicBezTo>
                  <a:pt x="0" y="63"/>
                  <a:pt x="11" y="38"/>
                  <a:pt x="31" y="18"/>
                </a:cubicBezTo>
                <a:cubicBezTo>
                  <a:pt x="38" y="11"/>
                  <a:pt x="46" y="5"/>
                  <a:pt x="54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6" name=""/>
          <p:cNvSpPr/>
          <p:nvPr/>
        </p:nvSpPr>
        <p:spPr>
          <a:xfrm>
            <a:off x="485640" y="3771720"/>
            <a:ext cx="1571760" cy="314640"/>
          </a:xfrm>
          <a:custGeom>
            <a:avLst/>
            <a:gdLst/>
            <a:ahLst/>
            <a:rect l="0" t="0" r="r" b="b"/>
            <a:pathLst>
              <a:path w="4366" h="874">
                <a:moveTo>
                  <a:pt x="0" y="0"/>
                </a:moveTo>
                <a:lnTo>
                  <a:pt x="4366" y="0"/>
                </a:lnTo>
                <a:lnTo>
                  <a:pt x="436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7" name=""/>
          <p:cNvSpPr/>
          <p:nvPr/>
        </p:nvSpPr>
        <p:spPr>
          <a:xfrm>
            <a:off x="2057040" y="3771720"/>
            <a:ext cx="3877200" cy="314640"/>
          </a:xfrm>
          <a:custGeom>
            <a:avLst/>
            <a:gdLst/>
            <a:ahLst/>
            <a:rect l="0" t="0" r="r" b="b"/>
            <a:pathLst>
              <a:path w="10770" h="874">
                <a:moveTo>
                  <a:pt x="0" y="0"/>
                </a:moveTo>
                <a:lnTo>
                  <a:pt x="10770" y="0"/>
                </a:lnTo>
                <a:lnTo>
                  <a:pt x="1077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8" name=""/>
          <p:cNvSpPr/>
          <p:nvPr/>
        </p:nvSpPr>
        <p:spPr>
          <a:xfrm>
            <a:off x="485640" y="3771720"/>
            <a:ext cx="1571760" cy="314640"/>
          </a:xfrm>
          <a:custGeom>
            <a:avLst/>
            <a:gdLst/>
            <a:ahLst/>
            <a:rect l="0" t="0" r="r" b="b"/>
            <a:pathLst>
              <a:path w="4366" h="874">
                <a:moveTo>
                  <a:pt x="0" y="0"/>
                </a:moveTo>
                <a:lnTo>
                  <a:pt x="4366" y="0"/>
                </a:lnTo>
                <a:lnTo>
                  <a:pt x="436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09" name=""/>
          <p:cNvSpPr/>
          <p:nvPr/>
        </p:nvSpPr>
        <p:spPr>
          <a:xfrm>
            <a:off x="2057040" y="3771720"/>
            <a:ext cx="3877200" cy="314640"/>
          </a:xfrm>
          <a:custGeom>
            <a:avLst/>
            <a:gdLst/>
            <a:ahLst/>
            <a:rect l="0" t="0" r="r" b="b"/>
            <a:pathLst>
              <a:path w="10770" h="874">
                <a:moveTo>
                  <a:pt x="0" y="0"/>
                </a:moveTo>
                <a:lnTo>
                  <a:pt x="10770" y="0"/>
                </a:lnTo>
                <a:lnTo>
                  <a:pt x="1077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0" name=""/>
          <p:cNvSpPr/>
          <p:nvPr/>
        </p:nvSpPr>
        <p:spPr>
          <a:xfrm>
            <a:off x="485640" y="4086000"/>
            <a:ext cx="1571760" cy="305280"/>
          </a:xfrm>
          <a:custGeom>
            <a:avLst/>
            <a:gdLst/>
            <a:ahLst/>
            <a:rect l="0" t="0" r="r" b="b"/>
            <a:pathLst>
              <a:path w="4366" h="848">
                <a:moveTo>
                  <a:pt x="0" y="0"/>
                </a:moveTo>
                <a:lnTo>
                  <a:pt x="4366" y="0"/>
                </a:lnTo>
                <a:lnTo>
                  <a:pt x="4366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1" name=""/>
          <p:cNvSpPr/>
          <p:nvPr/>
        </p:nvSpPr>
        <p:spPr>
          <a:xfrm>
            <a:off x="2057040" y="4086000"/>
            <a:ext cx="3877200" cy="305280"/>
          </a:xfrm>
          <a:custGeom>
            <a:avLst/>
            <a:gdLst/>
            <a:ahLst/>
            <a:rect l="0" t="0" r="r" b="b"/>
            <a:pathLst>
              <a:path w="10770" h="848">
                <a:moveTo>
                  <a:pt x="0" y="0"/>
                </a:moveTo>
                <a:lnTo>
                  <a:pt x="10770" y="0"/>
                </a:lnTo>
                <a:lnTo>
                  <a:pt x="10770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2" name=""/>
          <p:cNvSpPr/>
          <p:nvPr/>
        </p:nvSpPr>
        <p:spPr>
          <a:xfrm>
            <a:off x="485640" y="4390920"/>
            <a:ext cx="1571760" cy="314640"/>
          </a:xfrm>
          <a:custGeom>
            <a:avLst/>
            <a:gdLst/>
            <a:ahLst/>
            <a:rect l="0" t="0" r="r" b="b"/>
            <a:pathLst>
              <a:path w="4366" h="874">
                <a:moveTo>
                  <a:pt x="0" y="0"/>
                </a:moveTo>
                <a:lnTo>
                  <a:pt x="4366" y="0"/>
                </a:lnTo>
                <a:lnTo>
                  <a:pt x="436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3" name=""/>
          <p:cNvSpPr/>
          <p:nvPr/>
        </p:nvSpPr>
        <p:spPr>
          <a:xfrm>
            <a:off x="2057040" y="4390920"/>
            <a:ext cx="3877200" cy="314640"/>
          </a:xfrm>
          <a:custGeom>
            <a:avLst/>
            <a:gdLst/>
            <a:ahLst/>
            <a:rect l="0" t="0" r="r" b="b"/>
            <a:pathLst>
              <a:path w="10770" h="874">
                <a:moveTo>
                  <a:pt x="0" y="0"/>
                </a:moveTo>
                <a:lnTo>
                  <a:pt x="10770" y="0"/>
                </a:lnTo>
                <a:lnTo>
                  <a:pt x="1077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4" name=""/>
          <p:cNvSpPr/>
          <p:nvPr/>
        </p:nvSpPr>
        <p:spPr>
          <a:xfrm>
            <a:off x="485640" y="4390920"/>
            <a:ext cx="1571760" cy="314640"/>
          </a:xfrm>
          <a:custGeom>
            <a:avLst/>
            <a:gdLst/>
            <a:ahLst/>
            <a:rect l="0" t="0" r="r" b="b"/>
            <a:pathLst>
              <a:path w="4366" h="874">
                <a:moveTo>
                  <a:pt x="0" y="0"/>
                </a:moveTo>
                <a:lnTo>
                  <a:pt x="4366" y="0"/>
                </a:lnTo>
                <a:lnTo>
                  <a:pt x="436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5" name=""/>
          <p:cNvSpPr/>
          <p:nvPr/>
        </p:nvSpPr>
        <p:spPr>
          <a:xfrm>
            <a:off x="2057040" y="4390920"/>
            <a:ext cx="3877200" cy="314640"/>
          </a:xfrm>
          <a:custGeom>
            <a:avLst/>
            <a:gdLst/>
            <a:ahLst/>
            <a:rect l="0" t="0" r="r" b="b"/>
            <a:pathLst>
              <a:path w="10770" h="874">
                <a:moveTo>
                  <a:pt x="0" y="0"/>
                </a:moveTo>
                <a:lnTo>
                  <a:pt x="10770" y="0"/>
                </a:lnTo>
                <a:lnTo>
                  <a:pt x="1077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6" name=""/>
          <p:cNvSpPr/>
          <p:nvPr/>
        </p:nvSpPr>
        <p:spPr>
          <a:xfrm>
            <a:off x="475920" y="37717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7" name=""/>
          <p:cNvSpPr/>
          <p:nvPr/>
        </p:nvSpPr>
        <p:spPr>
          <a:xfrm>
            <a:off x="475920" y="377172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8" name=""/>
          <p:cNvSpPr/>
          <p:nvPr/>
        </p:nvSpPr>
        <p:spPr>
          <a:xfrm>
            <a:off x="2047680" y="3771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9" name=""/>
          <p:cNvSpPr/>
          <p:nvPr/>
        </p:nvSpPr>
        <p:spPr>
          <a:xfrm>
            <a:off x="2057040" y="377172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0" name=""/>
          <p:cNvSpPr/>
          <p:nvPr/>
        </p:nvSpPr>
        <p:spPr>
          <a:xfrm>
            <a:off x="5933880" y="37717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1" name=""/>
          <p:cNvSpPr/>
          <p:nvPr/>
        </p:nvSpPr>
        <p:spPr>
          <a:xfrm>
            <a:off x="475920" y="407664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2" name=""/>
          <p:cNvSpPr/>
          <p:nvPr/>
        </p:nvSpPr>
        <p:spPr>
          <a:xfrm>
            <a:off x="2057040" y="407664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3" name=""/>
          <p:cNvSpPr/>
          <p:nvPr/>
        </p:nvSpPr>
        <p:spPr>
          <a:xfrm>
            <a:off x="475920" y="40860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4" name=""/>
          <p:cNvSpPr/>
          <p:nvPr/>
        </p:nvSpPr>
        <p:spPr>
          <a:xfrm>
            <a:off x="2047680" y="4086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5" name=""/>
          <p:cNvSpPr/>
          <p:nvPr/>
        </p:nvSpPr>
        <p:spPr>
          <a:xfrm>
            <a:off x="5933880" y="40860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6" name=""/>
          <p:cNvSpPr/>
          <p:nvPr/>
        </p:nvSpPr>
        <p:spPr>
          <a:xfrm>
            <a:off x="475920" y="44002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7" name=""/>
          <p:cNvSpPr/>
          <p:nvPr/>
        </p:nvSpPr>
        <p:spPr>
          <a:xfrm>
            <a:off x="475920" y="439092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8" name=""/>
          <p:cNvSpPr/>
          <p:nvPr/>
        </p:nvSpPr>
        <p:spPr>
          <a:xfrm>
            <a:off x="2047680" y="44002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9" name=""/>
          <p:cNvSpPr/>
          <p:nvPr/>
        </p:nvSpPr>
        <p:spPr>
          <a:xfrm>
            <a:off x="2057040" y="439092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0" name=""/>
          <p:cNvSpPr/>
          <p:nvPr/>
        </p:nvSpPr>
        <p:spPr>
          <a:xfrm>
            <a:off x="5933880" y="44002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1" name=""/>
          <p:cNvSpPr/>
          <p:nvPr/>
        </p:nvSpPr>
        <p:spPr>
          <a:xfrm>
            <a:off x="475920" y="4705200"/>
            <a:ext cx="1581480" cy="9720"/>
          </a:xfrm>
          <a:custGeom>
            <a:avLst/>
            <a:gdLst/>
            <a:ahLst/>
            <a:rect l="0" t="0" r="r" b="b"/>
            <a:pathLst>
              <a:path w="4393" h="27">
                <a:moveTo>
                  <a:pt x="0" y="0"/>
                </a:moveTo>
                <a:lnTo>
                  <a:pt x="4393" y="0"/>
                </a:lnTo>
                <a:lnTo>
                  <a:pt x="43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2" name=""/>
          <p:cNvSpPr/>
          <p:nvPr/>
        </p:nvSpPr>
        <p:spPr>
          <a:xfrm>
            <a:off x="2057040" y="4705200"/>
            <a:ext cx="3886560" cy="9720"/>
          </a:xfrm>
          <a:custGeom>
            <a:avLst/>
            <a:gdLst/>
            <a:ahLst/>
            <a:rect l="0" t="0" r="r" b="b"/>
            <a:pathLst>
              <a:path w="10796" h="27">
                <a:moveTo>
                  <a:pt x="0" y="0"/>
                </a:moveTo>
                <a:lnTo>
                  <a:pt x="10796" y="0"/>
                </a:lnTo>
                <a:lnTo>
                  <a:pt x="1079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3" name=""/>
          <p:cNvSpPr/>
          <p:nvPr/>
        </p:nvSpPr>
        <p:spPr>
          <a:xfrm>
            <a:off x="475920" y="5248080"/>
            <a:ext cx="11239920" cy="381240"/>
          </a:xfrm>
          <a:custGeom>
            <a:avLst/>
            <a:gdLst/>
            <a:ahLst/>
            <a:rect l="0" t="0" r="r" b="b"/>
            <a:pathLst>
              <a:path w="31222" h="1059">
                <a:moveTo>
                  <a:pt x="0" y="0"/>
                </a:moveTo>
                <a:lnTo>
                  <a:pt x="31222" y="0"/>
                </a:lnTo>
                <a:lnTo>
                  <a:pt x="3122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B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4" name=""/>
          <p:cNvSpPr/>
          <p:nvPr/>
        </p:nvSpPr>
        <p:spPr>
          <a:xfrm>
            <a:off x="475920" y="5248080"/>
            <a:ext cx="38520" cy="381240"/>
          </a:xfrm>
          <a:custGeom>
            <a:avLst/>
            <a:gdLst/>
            <a:ahLst/>
            <a:rect l="0" t="0" r="r" b="b"/>
            <a:pathLst>
              <a:path w="107" h="1059">
                <a:moveTo>
                  <a:pt x="0" y="0"/>
                </a:moveTo>
                <a:lnTo>
                  <a:pt x="107" y="0"/>
                </a:lnTo>
                <a:lnTo>
                  <a:pt x="10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0A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5" name=""/>
          <p:cNvSpPr txBox="1"/>
          <p:nvPr/>
        </p:nvSpPr>
        <p:spPr>
          <a:xfrm>
            <a:off x="476280" y="1236600"/>
            <a:ext cx="41331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Verifying Deadlines &amp; CPU Budgets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6" name=""/>
          <p:cNvSpPr/>
          <p:nvPr/>
        </p:nvSpPr>
        <p:spPr>
          <a:xfrm>
            <a:off x="3152520" y="1790640"/>
            <a:ext cx="581400" cy="181080"/>
          </a:xfrm>
          <a:custGeom>
            <a:avLst/>
            <a:gdLst/>
            <a:ahLst/>
            <a:rect l="0" t="0" r="r" b="b"/>
            <a:pathLst>
              <a:path w="1615" h="503">
                <a:moveTo>
                  <a:pt x="0" y="424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1536" y="0"/>
                </a:lnTo>
                <a:cubicBezTo>
                  <a:pt x="1546" y="0"/>
                  <a:pt x="1556" y="2"/>
                  <a:pt x="1566" y="6"/>
                </a:cubicBezTo>
                <a:cubicBezTo>
                  <a:pt x="1576" y="10"/>
                  <a:pt x="1584" y="15"/>
                  <a:pt x="1592" y="23"/>
                </a:cubicBezTo>
                <a:cubicBezTo>
                  <a:pt x="1599" y="30"/>
                  <a:pt x="1605" y="39"/>
                  <a:pt x="1609" y="49"/>
                </a:cubicBezTo>
                <a:cubicBezTo>
                  <a:pt x="1613" y="58"/>
                  <a:pt x="1615" y="69"/>
                  <a:pt x="1615" y="79"/>
                </a:cubicBezTo>
                <a:lnTo>
                  <a:pt x="1615" y="424"/>
                </a:lnTo>
                <a:cubicBezTo>
                  <a:pt x="1615" y="435"/>
                  <a:pt x="1613" y="445"/>
                  <a:pt x="1609" y="454"/>
                </a:cubicBezTo>
                <a:cubicBezTo>
                  <a:pt x="1605" y="464"/>
                  <a:pt x="1599" y="473"/>
                  <a:pt x="1592" y="480"/>
                </a:cubicBezTo>
                <a:cubicBezTo>
                  <a:pt x="1584" y="488"/>
                  <a:pt x="1576" y="493"/>
                  <a:pt x="1566" y="497"/>
                </a:cubicBezTo>
                <a:cubicBezTo>
                  <a:pt x="1556" y="501"/>
                  <a:pt x="1546" y="503"/>
                  <a:pt x="1536" y="503"/>
                </a:cubicBezTo>
                <a:lnTo>
                  <a:pt x="80" y="503"/>
                </a:lnTo>
                <a:cubicBezTo>
                  <a:pt x="69" y="503"/>
                  <a:pt x="59" y="501"/>
                  <a:pt x="49" y="497"/>
                </a:cubicBezTo>
                <a:cubicBezTo>
                  <a:pt x="39" y="493"/>
                  <a:pt x="31" y="488"/>
                  <a:pt x="23" y="480"/>
                </a:cubicBezTo>
                <a:cubicBezTo>
                  <a:pt x="16" y="473"/>
                  <a:pt x="10" y="464"/>
                  <a:pt x="6" y="454"/>
                </a:cubicBezTo>
                <a:cubicBezTo>
                  <a:pt x="2" y="445"/>
                  <a:pt x="0" y="435"/>
                  <a:pt x="0" y="424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7" name=""/>
          <p:cNvSpPr txBox="1"/>
          <p:nvPr/>
        </p:nvSpPr>
        <p:spPr>
          <a:xfrm>
            <a:off x="476280" y="1785960"/>
            <a:ext cx="2677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Configure thresholds once in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Settings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8" name=""/>
          <p:cNvSpPr txBox="1"/>
          <p:nvPr/>
        </p:nvSpPr>
        <p:spPr>
          <a:xfrm>
            <a:off x="3200040" y="1806840"/>
            <a:ext cx="483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Ctrl+,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9" name=""/>
          <p:cNvSpPr txBox="1"/>
          <p:nvPr/>
        </p:nvSpPr>
        <p:spPr>
          <a:xfrm>
            <a:off x="3729960" y="1785960"/>
            <a:ext cx="17794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) →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Analysis thresholds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0" name=""/>
          <p:cNvSpPr txBox="1"/>
          <p:nvPr/>
        </p:nvSpPr>
        <p:spPr>
          <a:xfrm>
            <a:off x="666720" y="2298600"/>
            <a:ext cx="439056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CPU budget %:   25          ← flag any task using &gt; 25 % CPU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1" name=""/>
          <p:cNvSpPr txBox="1"/>
          <p:nvPr/>
        </p:nvSpPr>
        <p:spPr>
          <a:xfrm>
            <a:off x="666720" y="2441520"/>
            <a:ext cx="234180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Task deadlines: Worker[0]=500000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2" name=""/>
          <p:cNvSpPr txBox="1"/>
          <p:nvPr/>
        </p:nvSpPr>
        <p:spPr>
          <a:xfrm>
            <a:off x="666720" y="2575080"/>
            <a:ext cx="541476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            SensorTask[2]=250000   ← nanoseconds; one Name=ns per line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3" name=""/>
          <p:cNvSpPr txBox="1"/>
          <p:nvPr/>
        </p:nvSpPr>
        <p:spPr>
          <a:xfrm>
            <a:off x="476280" y="3053880"/>
            <a:ext cx="164664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Reading Violations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4" name=""/>
          <p:cNvSpPr txBox="1"/>
          <p:nvPr/>
        </p:nvSpPr>
        <p:spPr>
          <a:xfrm>
            <a:off x="476280" y="3414960"/>
            <a:ext cx="2676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Deadlines / CPU budget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5" name=""/>
          <p:cNvSpPr txBox="1"/>
          <p:nvPr/>
        </p:nvSpPr>
        <p:spPr>
          <a:xfrm>
            <a:off x="1110240" y="3858840"/>
            <a:ext cx="327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Table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6" name=""/>
          <p:cNvSpPr txBox="1"/>
          <p:nvPr/>
        </p:nvSpPr>
        <p:spPr>
          <a:xfrm>
            <a:off x="3795480" y="3858840"/>
            <a:ext cx="403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Shows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7" name=""/>
          <p:cNvSpPr txBox="1"/>
          <p:nvPr/>
        </p:nvSpPr>
        <p:spPr>
          <a:xfrm>
            <a:off x="609480" y="4163760"/>
            <a:ext cx="1132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Slice over deadline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8" name=""/>
          <p:cNvSpPr txBox="1"/>
          <p:nvPr/>
        </p:nvSpPr>
        <p:spPr>
          <a:xfrm>
            <a:off x="2185200" y="4163760"/>
            <a:ext cx="3626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Every slice that exceeded its per-task threshold, sorted by excess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9" name=""/>
          <p:cNvSpPr txBox="1"/>
          <p:nvPr/>
        </p:nvSpPr>
        <p:spPr>
          <a:xfrm>
            <a:off x="609480" y="4478040"/>
            <a:ext cx="1320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CPU budget exceeded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0" name=""/>
          <p:cNvSpPr txBox="1"/>
          <p:nvPr/>
        </p:nvSpPr>
        <p:spPr>
          <a:xfrm>
            <a:off x="2185200" y="4478040"/>
            <a:ext cx="36057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Tasks whose CPU% in the current scope exceeds the global limit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1" name=""/>
          <p:cNvSpPr txBox="1"/>
          <p:nvPr/>
        </p:nvSpPr>
        <p:spPr>
          <a:xfrm>
            <a:off x="476280" y="4891320"/>
            <a:ext cx="5599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Click any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Max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link in the violation table → jump directly to that slice on the timeline.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2" name=""/>
          <p:cNvSpPr txBox="1"/>
          <p:nvPr/>
        </p:nvSpPr>
        <p:spPr>
          <a:xfrm>
            <a:off x="666720" y="5348520"/>
            <a:ext cx="10614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Place cursors around a specific test phase and enable </a:t>
            </a:r>
            <a:r>
              <a:rPr lang="en-US" sz="1200" b="1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Limit to cursor range </a:t>
            </a:r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to validate compliance phase by phase, without noise from the rest of the trace.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3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7" name=""/>
          <p:cNvSpPr/>
          <p:nvPr/>
        </p:nvSpPr>
        <p:spPr>
          <a:xfrm>
            <a:off x="475920" y="99036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8" name=""/>
          <p:cNvSpPr/>
          <p:nvPr/>
        </p:nvSpPr>
        <p:spPr>
          <a:xfrm>
            <a:off x="485640" y="465768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9" name=""/>
          <p:cNvSpPr/>
          <p:nvPr/>
        </p:nvSpPr>
        <p:spPr>
          <a:xfrm>
            <a:off x="2124000" y="465768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0" name=""/>
          <p:cNvSpPr/>
          <p:nvPr/>
        </p:nvSpPr>
        <p:spPr>
          <a:xfrm>
            <a:off x="485640" y="465768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1" name=""/>
          <p:cNvSpPr/>
          <p:nvPr/>
        </p:nvSpPr>
        <p:spPr>
          <a:xfrm>
            <a:off x="2124000" y="465768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62" name=""/>
          <p:cNvSpPr/>
          <p:nvPr/>
        </p:nvSpPr>
        <p:spPr>
          <a:xfrm>
            <a:off x="485640" y="497196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3" name=""/>
          <p:cNvSpPr/>
          <p:nvPr/>
        </p:nvSpPr>
        <p:spPr>
          <a:xfrm>
            <a:off x="2124000" y="497196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4" name=""/>
          <p:cNvSpPr/>
          <p:nvPr/>
        </p:nvSpPr>
        <p:spPr>
          <a:xfrm>
            <a:off x="485640" y="528624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5" name=""/>
          <p:cNvSpPr/>
          <p:nvPr/>
        </p:nvSpPr>
        <p:spPr>
          <a:xfrm>
            <a:off x="2124000" y="528624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6" name=""/>
          <p:cNvSpPr/>
          <p:nvPr/>
        </p:nvSpPr>
        <p:spPr>
          <a:xfrm>
            <a:off x="485640" y="5286240"/>
            <a:ext cx="1638720" cy="305280"/>
          </a:xfrm>
          <a:custGeom>
            <a:avLst/>
            <a:gdLst/>
            <a:ahLst/>
            <a:rect l="0" t="0" r="r" b="b"/>
            <a:pathLst>
              <a:path w="4552" h="848">
                <a:moveTo>
                  <a:pt x="0" y="0"/>
                </a:moveTo>
                <a:lnTo>
                  <a:pt x="4552" y="0"/>
                </a:lnTo>
                <a:lnTo>
                  <a:pt x="455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7" name=""/>
          <p:cNvSpPr/>
          <p:nvPr/>
        </p:nvSpPr>
        <p:spPr>
          <a:xfrm>
            <a:off x="2124000" y="528624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8" name=""/>
          <p:cNvSpPr/>
          <p:nvPr/>
        </p:nvSpPr>
        <p:spPr>
          <a:xfrm>
            <a:off x="485640" y="559116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9" name=""/>
          <p:cNvSpPr/>
          <p:nvPr/>
        </p:nvSpPr>
        <p:spPr>
          <a:xfrm>
            <a:off x="2124000" y="559116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0" name=""/>
          <p:cNvSpPr/>
          <p:nvPr/>
        </p:nvSpPr>
        <p:spPr>
          <a:xfrm>
            <a:off x="485640" y="590544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1" name=""/>
          <p:cNvSpPr/>
          <p:nvPr/>
        </p:nvSpPr>
        <p:spPr>
          <a:xfrm>
            <a:off x="2124000" y="590544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2" name=""/>
          <p:cNvSpPr/>
          <p:nvPr/>
        </p:nvSpPr>
        <p:spPr>
          <a:xfrm>
            <a:off x="485640" y="5905440"/>
            <a:ext cx="1638720" cy="314640"/>
          </a:xfrm>
          <a:custGeom>
            <a:avLst/>
            <a:gdLst/>
            <a:ahLst/>
            <a:rect l="0" t="0" r="r" b="b"/>
            <a:pathLst>
              <a:path w="4552" h="874">
                <a:moveTo>
                  <a:pt x="0" y="0"/>
                </a:moveTo>
                <a:lnTo>
                  <a:pt x="4552" y="0"/>
                </a:lnTo>
                <a:lnTo>
                  <a:pt x="455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3" name=""/>
          <p:cNvSpPr/>
          <p:nvPr/>
        </p:nvSpPr>
        <p:spPr>
          <a:xfrm>
            <a:off x="2124000" y="590544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4" name=""/>
          <p:cNvSpPr/>
          <p:nvPr/>
        </p:nvSpPr>
        <p:spPr>
          <a:xfrm>
            <a:off x="475920" y="46576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5" name=""/>
          <p:cNvSpPr/>
          <p:nvPr/>
        </p:nvSpPr>
        <p:spPr>
          <a:xfrm>
            <a:off x="475920" y="4657680"/>
            <a:ext cx="1648440" cy="9720"/>
          </a:xfrm>
          <a:custGeom>
            <a:avLst/>
            <a:gdLst/>
            <a:ahLst/>
            <a:rect l="0" t="0" r="r" b="b"/>
            <a:pathLst>
              <a:path w="4579" h="27">
                <a:moveTo>
                  <a:pt x="0" y="0"/>
                </a:moveTo>
                <a:lnTo>
                  <a:pt x="4579" y="0"/>
                </a:lnTo>
                <a:lnTo>
                  <a:pt x="4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6" name=""/>
          <p:cNvSpPr/>
          <p:nvPr/>
        </p:nvSpPr>
        <p:spPr>
          <a:xfrm>
            <a:off x="2114280" y="46576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7" name=""/>
          <p:cNvSpPr/>
          <p:nvPr/>
        </p:nvSpPr>
        <p:spPr>
          <a:xfrm>
            <a:off x="2124000" y="465768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8" name=""/>
          <p:cNvSpPr/>
          <p:nvPr/>
        </p:nvSpPr>
        <p:spPr>
          <a:xfrm>
            <a:off x="4886280" y="46576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9" name=""/>
          <p:cNvSpPr/>
          <p:nvPr/>
        </p:nvSpPr>
        <p:spPr>
          <a:xfrm>
            <a:off x="475920" y="4962240"/>
            <a:ext cx="1648440" cy="10080"/>
          </a:xfrm>
          <a:custGeom>
            <a:avLst/>
            <a:gdLst/>
            <a:ahLst/>
            <a:rect l="0" t="0" r="r" b="b"/>
            <a:pathLst>
              <a:path w="4579" h="28">
                <a:moveTo>
                  <a:pt x="0" y="0"/>
                </a:moveTo>
                <a:lnTo>
                  <a:pt x="4579" y="0"/>
                </a:lnTo>
                <a:lnTo>
                  <a:pt x="45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0" name=""/>
          <p:cNvSpPr/>
          <p:nvPr/>
        </p:nvSpPr>
        <p:spPr>
          <a:xfrm>
            <a:off x="2124000" y="4962240"/>
            <a:ext cx="2772000" cy="10080"/>
          </a:xfrm>
          <a:custGeom>
            <a:avLst/>
            <a:gdLst/>
            <a:ah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1" name=""/>
          <p:cNvSpPr/>
          <p:nvPr/>
        </p:nvSpPr>
        <p:spPr>
          <a:xfrm>
            <a:off x="475920" y="49719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2" name=""/>
          <p:cNvSpPr/>
          <p:nvPr/>
        </p:nvSpPr>
        <p:spPr>
          <a:xfrm>
            <a:off x="2114280" y="49719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3" name=""/>
          <p:cNvSpPr/>
          <p:nvPr/>
        </p:nvSpPr>
        <p:spPr>
          <a:xfrm>
            <a:off x="4886280" y="49719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4" name=""/>
          <p:cNvSpPr/>
          <p:nvPr/>
        </p:nvSpPr>
        <p:spPr>
          <a:xfrm>
            <a:off x="475920" y="52862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5" name=""/>
          <p:cNvSpPr/>
          <p:nvPr/>
        </p:nvSpPr>
        <p:spPr>
          <a:xfrm>
            <a:off x="475920" y="5276520"/>
            <a:ext cx="1648440" cy="10080"/>
          </a:xfrm>
          <a:custGeom>
            <a:avLst/>
            <a:gdLst/>
            <a:ahLst/>
            <a:rect l="0" t="0" r="r" b="b"/>
            <a:pathLst>
              <a:path w="4579" h="28">
                <a:moveTo>
                  <a:pt x="0" y="0"/>
                </a:moveTo>
                <a:lnTo>
                  <a:pt x="4579" y="0"/>
                </a:lnTo>
                <a:lnTo>
                  <a:pt x="457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6" name=""/>
          <p:cNvSpPr/>
          <p:nvPr/>
        </p:nvSpPr>
        <p:spPr>
          <a:xfrm>
            <a:off x="2114280" y="52862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7" name=""/>
          <p:cNvSpPr/>
          <p:nvPr/>
        </p:nvSpPr>
        <p:spPr>
          <a:xfrm>
            <a:off x="2124000" y="5276520"/>
            <a:ext cx="2772000" cy="10080"/>
          </a:xfrm>
          <a:custGeom>
            <a:avLst/>
            <a:gdLst/>
            <a:ahLst/>
            <a:rect l="0" t="0" r="r" b="b"/>
            <a:pathLst>
              <a:path w="7700" h="28">
                <a:moveTo>
                  <a:pt x="0" y="0"/>
                </a:moveTo>
                <a:lnTo>
                  <a:pt x="7700" y="0"/>
                </a:lnTo>
                <a:lnTo>
                  <a:pt x="77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8" name=""/>
          <p:cNvSpPr/>
          <p:nvPr/>
        </p:nvSpPr>
        <p:spPr>
          <a:xfrm>
            <a:off x="4886280" y="52862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9" name=""/>
          <p:cNvSpPr/>
          <p:nvPr/>
        </p:nvSpPr>
        <p:spPr>
          <a:xfrm>
            <a:off x="475920" y="56005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0" name=""/>
          <p:cNvSpPr/>
          <p:nvPr/>
        </p:nvSpPr>
        <p:spPr>
          <a:xfrm>
            <a:off x="475920" y="5591160"/>
            <a:ext cx="1648440" cy="9720"/>
          </a:xfrm>
          <a:custGeom>
            <a:avLst/>
            <a:gdLst/>
            <a:ahLst/>
            <a:rect l="0" t="0" r="r" b="b"/>
            <a:pathLst>
              <a:path w="4579" h="27">
                <a:moveTo>
                  <a:pt x="0" y="0"/>
                </a:moveTo>
                <a:lnTo>
                  <a:pt x="4579" y="0"/>
                </a:lnTo>
                <a:lnTo>
                  <a:pt x="4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1" name=""/>
          <p:cNvSpPr/>
          <p:nvPr/>
        </p:nvSpPr>
        <p:spPr>
          <a:xfrm>
            <a:off x="2114280" y="560052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2" name=""/>
          <p:cNvSpPr/>
          <p:nvPr/>
        </p:nvSpPr>
        <p:spPr>
          <a:xfrm>
            <a:off x="2124000" y="559116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3" name=""/>
          <p:cNvSpPr/>
          <p:nvPr/>
        </p:nvSpPr>
        <p:spPr>
          <a:xfrm>
            <a:off x="4886280" y="560052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4" name=""/>
          <p:cNvSpPr/>
          <p:nvPr/>
        </p:nvSpPr>
        <p:spPr>
          <a:xfrm>
            <a:off x="475920" y="591480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5" name=""/>
          <p:cNvSpPr/>
          <p:nvPr/>
        </p:nvSpPr>
        <p:spPr>
          <a:xfrm>
            <a:off x="475920" y="5905440"/>
            <a:ext cx="1648440" cy="9720"/>
          </a:xfrm>
          <a:custGeom>
            <a:avLst/>
            <a:gdLst/>
            <a:ahLst/>
            <a:rect l="0" t="0" r="r" b="b"/>
            <a:pathLst>
              <a:path w="4579" h="27">
                <a:moveTo>
                  <a:pt x="0" y="0"/>
                </a:moveTo>
                <a:lnTo>
                  <a:pt x="4579" y="0"/>
                </a:lnTo>
                <a:lnTo>
                  <a:pt x="457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6" name=""/>
          <p:cNvSpPr/>
          <p:nvPr/>
        </p:nvSpPr>
        <p:spPr>
          <a:xfrm>
            <a:off x="2114280" y="591480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7" name=""/>
          <p:cNvSpPr/>
          <p:nvPr/>
        </p:nvSpPr>
        <p:spPr>
          <a:xfrm>
            <a:off x="2124000" y="5905440"/>
            <a:ext cx="2772000" cy="9720"/>
          </a:xfrm>
          <a:custGeom>
            <a:avLst/>
            <a:gdLst/>
            <a:ahLst/>
            <a:rect l="0" t="0" r="r" b="b"/>
            <a:pathLst>
              <a:path w="7700" h="27">
                <a:moveTo>
                  <a:pt x="0" y="0"/>
                </a:moveTo>
                <a:lnTo>
                  <a:pt x="7700" y="0"/>
                </a:lnTo>
                <a:lnTo>
                  <a:pt x="77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8" name=""/>
          <p:cNvSpPr/>
          <p:nvPr/>
        </p:nvSpPr>
        <p:spPr>
          <a:xfrm>
            <a:off x="4886280" y="591480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9" name=""/>
          <p:cNvSpPr/>
          <p:nvPr/>
        </p:nvSpPr>
        <p:spPr>
          <a:xfrm>
            <a:off x="475920" y="6210000"/>
            <a:ext cx="1648440" cy="10440"/>
          </a:xfrm>
          <a:custGeom>
            <a:avLst/>
            <a:gdLst/>
            <a:ahLst/>
            <a:rect l="0" t="0" r="r" b="b"/>
            <a:pathLst>
              <a:path w="4579" h="29">
                <a:moveTo>
                  <a:pt x="0" y="0"/>
                </a:moveTo>
                <a:lnTo>
                  <a:pt x="4579" y="0"/>
                </a:lnTo>
                <a:lnTo>
                  <a:pt x="457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0" name=""/>
          <p:cNvSpPr/>
          <p:nvPr/>
        </p:nvSpPr>
        <p:spPr>
          <a:xfrm>
            <a:off x="2124000" y="6210000"/>
            <a:ext cx="2772000" cy="10440"/>
          </a:xfrm>
          <a:custGeom>
            <a:avLst/>
            <a:gdLst/>
            <a:ahLst/>
            <a:rect l="0" t="0" r="r" b="b"/>
            <a:pathLst>
              <a:path w="7700" h="29">
                <a:moveTo>
                  <a:pt x="0" y="0"/>
                </a:moveTo>
                <a:lnTo>
                  <a:pt x="7700" y="0"/>
                </a:lnTo>
                <a:lnTo>
                  <a:pt x="770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01" name=""/>
          <p:cNvPicPr/>
          <p:nvPr/>
        </p:nvPicPr>
        <p:blipFill>
          <a:blip r:embed="rId1"/>
          <a:stretch/>
        </p:blipFill>
        <p:spPr>
          <a:xfrm>
            <a:off x="476280" y="1162080"/>
            <a:ext cx="7810200" cy="232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2" name=""/>
          <p:cNvSpPr txBox="1"/>
          <p:nvPr/>
        </p:nvSpPr>
        <p:spPr>
          <a:xfrm>
            <a:off x="476280" y="646200"/>
            <a:ext cx="252072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Scoping with Cursors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3" name=""/>
          <p:cNvSpPr txBox="1"/>
          <p:nvPr/>
        </p:nvSpPr>
        <p:spPr>
          <a:xfrm>
            <a:off x="476280" y="3729240"/>
            <a:ext cx="1117368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Three cursors C1, C2, C3 placed on the timeline. The Δ badges show elapsed time between consecutive cursors. Enable </a:t>
            </a:r>
            <a:r>
              <a:rPr lang="en-US" sz="1200" b="1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Limit to cursor range (C1–Cn) </a:t>
            </a:r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 Statistics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4" name=""/>
          <p:cNvSpPr txBox="1"/>
          <p:nvPr/>
        </p:nvSpPr>
        <p:spPr>
          <a:xfrm>
            <a:off x="476280" y="3957840"/>
            <a:ext cx="2889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to restrict all metrics to the C1–C3 window.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5" name=""/>
          <p:cNvSpPr txBox="1"/>
          <p:nvPr/>
        </p:nvSpPr>
        <p:spPr>
          <a:xfrm>
            <a:off x="476280" y="4320720"/>
            <a:ext cx="174888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Cursor Scope Rules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6" name=""/>
          <p:cNvSpPr txBox="1"/>
          <p:nvPr/>
        </p:nvSpPr>
        <p:spPr>
          <a:xfrm>
            <a:off x="1116360" y="4744800"/>
            <a:ext cx="368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Metric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7" name=""/>
          <p:cNvSpPr txBox="1"/>
          <p:nvPr/>
        </p:nvSpPr>
        <p:spPr>
          <a:xfrm>
            <a:off x="2486520" y="4744800"/>
            <a:ext cx="2035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What counts as "inside" the range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8" name=""/>
          <p:cNvSpPr txBox="1"/>
          <p:nvPr/>
        </p:nvSpPr>
        <p:spPr>
          <a:xfrm>
            <a:off x="609480" y="5049360"/>
            <a:ext cx="1063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&amp; task CPU%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9" name=""/>
          <p:cNvSpPr txBox="1"/>
          <p:nvPr/>
        </p:nvSpPr>
        <p:spPr>
          <a:xfrm>
            <a:off x="2248200" y="5049360"/>
            <a:ext cx="2090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Overlapping active time ÷ range width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0" name=""/>
          <p:cNvSpPr txBox="1"/>
          <p:nvPr/>
        </p:nvSpPr>
        <p:spPr>
          <a:xfrm>
            <a:off x="609480" y="5363640"/>
            <a:ext cx="13831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Execution / blocking time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1" name=""/>
          <p:cNvSpPr txBox="1"/>
          <p:nvPr/>
        </p:nvSpPr>
        <p:spPr>
          <a:xfrm>
            <a:off x="2248200" y="5363640"/>
            <a:ext cx="1806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Both slice endpoints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fully inside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2" name=""/>
          <p:cNvSpPr txBox="1"/>
          <p:nvPr/>
        </p:nvSpPr>
        <p:spPr>
          <a:xfrm>
            <a:off x="609480" y="5678280"/>
            <a:ext cx="632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Inter-arrival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3" name=""/>
          <p:cNvSpPr txBox="1"/>
          <p:nvPr/>
        </p:nvSpPr>
        <p:spPr>
          <a:xfrm>
            <a:off x="2248200" y="5678280"/>
            <a:ext cx="1771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Activation </a:t>
            </a:r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start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inside the range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4" name=""/>
          <p:cNvSpPr txBox="1"/>
          <p:nvPr/>
        </p:nvSpPr>
        <p:spPr>
          <a:xfrm>
            <a:off x="609480" y="5992560"/>
            <a:ext cx="973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Preemption chain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5" name=""/>
          <p:cNvSpPr txBox="1"/>
          <p:nvPr/>
        </p:nvSpPr>
        <p:spPr>
          <a:xfrm>
            <a:off x="2248200" y="5992560"/>
            <a:ext cx="2515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Victim gap and preemptor overlap both inside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0" name=""/>
          <p:cNvSpPr/>
          <p:nvPr/>
        </p:nvSpPr>
        <p:spPr>
          <a:xfrm>
            <a:off x="475920" y="2085840"/>
            <a:ext cx="11239920" cy="28800"/>
          </a:xfrm>
          <a:custGeom>
            <a:avLst/>
            <a:gdLst/>
            <a:ahLst/>
            <a:rect l="0" t="0" r="r" b="b"/>
            <a:pathLst>
              <a:path w="31222" h="80">
                <a:moveTo>
                  <a:pt x="0" y="0"/>
                </a:moveTo>
                <a:lnTo>
                  <a:pt x="31222" y="0"/>
                </a:lnTo>
                <a:lnTo>
                  <a:pt x="31222" y="80"/>
                </a:lnTo>
                <a:lnTo>
                  <a:pt x="0" y="8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1" name=""/>
          <p:cNvSpPr/>
          <p:nvPr/>
        </p:nvSpPr>
        <p:spPr>
          <a:xfrm>
            <a:off x="485640" y="2647800"/>
            <a:ext cx="1981440" cy="314640"/>
          </a:xfrm>
          <a:custGeom>
            <a:avLst/>
            <a:gdLst/>
            <a:ahLst/>
            <a:rect l="0" t="0" r="r" b="b"/>
            <a:pathLst>
              <a:path w="5504" h="874">
                <a:moveTo>
                  <a:pt x="0" y="0"/>
                </a:moveTo>
                <a:lnTo>
                  <a:pt x="5504" y="0"/>
                </a:lnTo>
                <a:lnTo>
                  <a:pt x="550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2" name=""/>
          <p:cNvSpPr/>
          <p:nvPr/>
        </p:nvSpPr>
        <p:spPr>
          <a:xfrm>
            <a:off x="2466720" y="264780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3" name=""/>
          <p:cNvSpPr/>
          <p:nvPr/>
        </p:nvSpPr>
        <p:spPr>
          <a:xfrm>
            <a:off x="5609880" y="264780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4" name=""/>
          <p:cNvSpPr/>
          <p:nvPr/>
        </p:nvSpPr>
        <p:spPr>
          <a:xfrm>
            <a:off x="485640" y="2647800"/>
            <a:ext cx="1981440" cy="314640"/>
          </a:xfrm>
          <a:custGeom>
            <a:avLst/>
            <a:gdLst/>
            <a:ahLst/>
            <a:rect l="0" t="0" r="r" b="b"/>
            <a:pathLst>
              <a:path w="5504" h="874">
                <a:moveTo>
                  <a:pt x="0" y="0"/>
                </a:moveTo>
                <a:lnTo>
                  <a:pt x="5504" y="0"/>
                </a:lnTo>
                <a:lnTo>
                  <a:pt x="550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5" name=""/>
          <p:cNvSpPr/>
          <p:nvPr/>
        </p:nvSpPr>
        <p:spPr>
          <a:xfrm>
            <a:off x="2466720" y="264780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6" name=""/>
          <p:cNvSpPr/>
          <p:nvPr/>
        </p:nvSpPr>
        <p:spPr>
          <a:xfrm>
            <a:off x="5609880" y="264780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27" name=""/>
          <p:cNvSpPr/>
          <p:nvPr/>
        </p:nvSpPr>
        <p:spPr>
          <a:xfrm>
            <a:off x="485640" y="296208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8" name=""/>
          <p:cNvSpPr/>
          <p:nvPr/>
        </p:nvSpPr>
        <p:spPr>
          <a:xfrm>
            <a:off x="2466720" y="296208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9" name=""/>
          <p:cNvSpPr/>
          <p:nvPr/>
        </p:nvSpPr>
        <p:spPr>
          <a:xfrm>
            <a:off x="5609880" y="296208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0" name=""/>
          <p:cNvSpPr/>
          <p:nvPr/>
        </p:nvSpPr>
        <p:spPr>
          <a:xfrm>
            <a:off x="485640" y="3267000"/>
            <a:ext cx="1981440" cy="314640"/>
          </a:xfrm>
          <a:custGeom>
            <a:avLst/>
            <a:gdLst/>
            <a:ahLst/>
            <a:rect l="0" t="0" r="r" b="b"/>
            <a:pathLst>
              <a:path w="5504" h="874">
                <a:moveTo>
                  <a:pt x="0" y="0"/>
                </a:moveTo>
                <a:lnTo>
                  <a:pt x="5504" y="0"/>
                </a:lnTo>
                <a:lnTo>
                  <a:pt x="550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1" name=""/>
          <p:cNvSpPr/>
          <p:nvPr/>
        </p:nvSpPr>
        <p:spPr>
          <a:xfrm>
            <a:off x="2466720" y="326700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2" name=""/>
          <p:cNvSpPr/>
          <p:nvPr/>
        </p:nvSpPr>
        <p:spPr>
          <a:xfrm>
            <a:off x="5609880" y="326700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3" name=""/>
          <p:cNvSpPr/>
          <p:nvPr/>
        </p:nvSpPr>
        <p:spPr>
          <a:xfrm>
            <a:off x="485640" y="3267000"/>
            <a:ext cx="1981440" cy="314640"/>
          </a:xfrm>
          <a:custGeom>
            <a:avLst/>
            <a:gdLst/>
            <a:ahLst/>
            <a:rect l="0" t="0" r="r" b="b"/>
            <a:pathLst>
              <a:path w="5504" h="874">
                <a:moveTo>
                  <a:pt x="0" y="0"/>
                </a:moveTo>
                <a:lnTo>
                  <a:pt x="5504" y="0"/>
                </a:lnTo>
                <a:lnTo>
                  <a:pt x="550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4" name=""/>
          <p:cNvSpPr/>
          <p:nvPr/>
        </p:nvSpPr>
        <p:spPr>
          <a:xfrm>
            <a:off x="2466720" y="326700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5" name=""/>
          <p:cNvSpPr/>
          <p:nvPr/>
        </p:nvSpPr>
        <p:spPr>
          <a:xfrm>
            <a:off x="5609880" y="326700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6" name=""/>
          <p:cNvSpPr/>
          <p:nvPr/>
        </p:nvSpPr>
        <p:spPr>
          <a:xfrm>
            <a:off x="485640" y="3581280"/>
            <a:ext cx="1981440" cy="314640"/>
          </a:xfrm>
          <a:custGeom>
            <a:avLst/>
            <a:gdLst/>
            <a:ahLst/>
            <a:rect l="0" t="0" r="r" b="b"/>
            <a:pathLst>
              <a:path w="5504" h="874">
                <a:moveTo>
                  <a:pt x="0" y="0"/>
                </a:moveTo>
                <a:lnTo>
                  <a:pt x="5504" y="0"/>
                </a:lnTo>
                <a:lnTo>
                  <a:pt x="550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7" name=""/>
          <p:cNvSpPr/>
          <p:nvPr/>
        </p:nvSpPr>
        <p:spPr>
          <a:xfrm>
            <a:off x="2466720" y="358128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8" name=""/>
          <p:cNvSpPr/>
          <p:nvPr/>
        </p:nvSpPr>
        <p:spPr>
          <a:xfrm>
            <a:off x="5609880" y="3581280"/>
            <a:ext cx="2762640" cy="314640"/>
          </a:xfrm>
          <a:custGeom>
            <a:avLst/>
            <a:gdLst/>
            <a:ahLst/>
            <a:rect l="0" t="0" r="r" b="b"/>
            <a:pathLst>
              <a:path w="7674" h="874">
                <a:moveTo>
                  <a:pt x="0" y="0"/>
                </a:moveTo>
                <a:lnTo>
                  <a:pt x="7674" y="0"/>
                </a:lnTo>
                <a:lnTo>
                  <a:pt x="7674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9" name=""/>
          <p:cNvSpPr/>
          <p:nvPr/>
        </p:nvSpPr>
        <p:spPr>
          <a:xfrm>
            <a:off x="485640" y="389556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0" name=""/>
          <p:cNvSpPr/>
          <p:nvPr/>
        </p:nvSpPr>
        <p:spPr>
          <a:xfrm>
            <a:off x="2466720" y="389556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1" name=""/>
          <p:cNvSpPr/>
          <p:nvPr/>
        </p:nvSpPr>
        <p:spPr>
          <a:xfrm>
            <a:off x="5609880" y="389556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2" name=""/>
          <p:cNvSpPr/>
          <p:nvPr/>
        </p:nvSpPr>
        <p:spPr>
          <a:xfrm>
            <a:off x="485640" y="3895560"/>
            <a:ext cx="1981440" cy="305280"/>
          </a:xfrm>
          <a:custGeom>
            <a:avLst/>
            <a:gdLst/>
            <a:ahLst/>
            <a:rect l="0" t="0" r="r" b="b"/>
            <a:pathLst>
              <a:path w="5504" h="848">
                <a:moveTo>
                  <a:pt x="0" y="0"/>
                </a:moveTo>
                <a:lnTo>
                  <a:pt x="5504" y="0"/>
                </a:lnTo>
                <a:lnTo>
                  <a:pt x="550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3" name=""/>
          <p:cNvSpPr/>
          <p:nvPr/>
        </p:nvSpPr>
        <p:spPr>
          <a:xfrm>
            <a:off x="2466720" y="389556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4" name=""/>
          <p:cNvSpPr/>
          <p:nvPr/>
        </p:nvSpPr>
        <p:spPr>
          <a:xfrm>
            <a:off x="5609880" y="3895560"/>
            <a:ext cx="2762640" cy="305280"/>
          </a:xfrm>
          <a:custGeom>
            <a:avLst/>
            <a:gdLst/>
            <a:ahLst/>
            <a:rect l="0" t="0" r="r" b="b"/>
            <a:pathLst>
              <a:path w="7674" h="848">
                <a:moveTo>
                  <a:pt x="0" y="0"/>
                </a:moveTo>
                <a:lnTo>
                  <a:pt x="7674" y="0"/>
                </a:lnTo>
                <a:lnTo>
                  <a:pt x="767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5" name=""/>
          <p:cNvSpPr/>
          <p:nvPr/>
        </p:nvSpPr>
        <p:spPr>
          <a:xfrm>
            <a:off x="475920" y="26478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6" name=""/>
          <p:cNvSpPr/>
          <p:nvPr/>
        </p:nvSpPr>
        <p:spPr>
          <a:xfrm>
            <a:off x="475920" y="264780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7" name=""/>
          <p:cNvSpPr/>
          <p:nvPr/>
        </p:nvSpPr>
        <p:spPr>
          <a:xfrm>
            <a:off x="2457360" y="26478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8" name=""/>
          <p:cNvSpPr/>
          <p:nvPr/>
        </p:nvSpPr>
        <p:spPr>
          <a:xfrm>
            <a:off x="2466720" y="264780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9" name=""/>
          <p:cNvSpPr/>
          <p:nvPr/>
        </p:nvSpPr>
        <p:spPr>
          <a:xfrm>
            <a:off x="5600520" y="26478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0" name=""/>
          <p:cNvSpPr/>
          <p:nvPr/>
        </p:nvSpPr>
        <p:spPr>
          <a:xfrm>
            <a:off x="5609880" y="264780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1" name=""/>
          <p:cNvSpPr/>
          <p:nvPr/>
        </p:nvSpPr>
        <p:spPr>
          <a:xfrm>
            <a:off x="8362800" y="26478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2" name=""/>
          <p:cNvSpPr/>
          <p:nvPr/>
        </p:nvSpPr>
        <p:spPr>
          <a:xfrm>
            <a:off x="475920" y="295272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3" name=""/>
          <p:cNvSpPr/>
          <p:nvPr/>
        </p:nvSpPr>
        <p:spPr>
          <a:xfrm>
            <a:off x="2466720" y="295272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4" name=""/>
          <p:cNvSpPr/>
          <p:nvPr/>
        </p:nvSpPr>
        <p:spPr>
          <a:xfrm>
            <a:off x="5609880" y="295272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5" name=""/>
          <p:cNvSpPr/>
          <p:nvPr/>
        </p:nvSpPr>
        <p:spPr>
          <a:xfrm>
            <a:off x="475920" y="29620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6" name=""/>
          <p:cNvSpPr/>
          <p:nvPr/>
        </p:nvSpPr>
        <p:spPr>
          <a:xfrm>
            <a:off x="2457360" y="29620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7" name=""/>
          <p:cNvSpPr/>
          <p:nvPr/>
        </p:nvSpPr>
        <p:spPr>
          <a:xfrm>
            <a:off x="5600520" y="29620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8" name=""/>
          <p:cNvSpPr/>
          <p:nvPr/>
        </p:nvSpPr>
        <p:spPr>
          <a:xfrm>
            <a:off x="8362800" y="29620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9" name=""/>
          <p:cNvSpPr/>
          <p:nvPr/>
        </p:nvSpPr>
        <p:spPr>
          <a:xfrm>
            <a:off x="475920" y="32763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0" name=""/>
          <p:cNvSpPr/>
          <p:nvPr/>
        </p:nvSpPr>
        <p:spPr>
          <a:xfrm>
            <a:off x="475920" y="326700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1" name=""/>
          <p:cNvSpPr/>
          <p:nvPr/>
        </p:nvSpPr>
        <p:spPr>
          <a:xfrm>
            <a:off x="2457360" y="32763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2" name=""/>
          <p:cNvSpPr/>
          <p:nvPr/>
        </p:nvSpPr>
        <p:spPr>
          <a:xfrm>
            <a:off x="2466720" y="326700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3" name=""/>
          <p:cNvSpPr/>
          <p:nvPr/>
        </p:nvSpPr>
        <p:spPr>
          <a:xfrm>
            <a:off x="5600520" y="32763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4" name=""/>
          <p:cNvSpPr/>
          <p:nvPr/>
        </p:nvSpPr>
        <p:spPr>
          <a:xfrm>
            <a:off x="5609880" y="326700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5" name=""/>
          <p:cNvSpPr/>
          <p:nvPr/>
        </p:nvSpPr>
        <p:spPr>
          <a:xfrm>
            <a:off x="8362800" y="32763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6" name=""/>
          <p:cNvSpPr/>
          <p:nvPr/>
        </p:nvSpPr>
        <p:spPr>
          <a:xfrm>
            <a:off x="475920" y="3590640"/>
            <a:ext cx="10080" cy="305280"/>
          </a:xfrm>
          <a:custGeom>
            <a:avLst/>
            <a:gdLst/>
            <a:ah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7" name=""/>
          <p:cNvSpPr/>
          <p:nvPr/>
        </p:nvSpPr>
        <p:spPr>
          <a:xfrm>
            <a:off x="475920" y="358128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8" name=""/>
          <p:cNvSpPr/>
          <p:nvPr/>
        </p:nvSpPr>
        <p:spPr>
          <a:xfrm>
            <a:off x="2457360" y="359064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9" name=""/>
          <p:cNvSpPr/>
          <p:nvPr/>
        </p:nvSpPr>
        <p:spPr>
          <a:xfrm>
            <a:off x="2466720" y="35812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0" name=""/>
          <p:cNvSpPr/>
          <p:nvPr/>
        </p:nvSpPr>
        <p:spPr>
          <a:xfrm>
            <a:off x="5600520" y="359064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1" name=""/>
          <p:cNvSpPr/>
          <p:nvPr/>
        </p:nvSpPr>
        <p:spPr>
          <a:xfrm>
            <a:off x="5609880" y="358128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2" name=""/>
          <p:cNvSpPr/>
          <p:nvPr/>
        </p:nvSpPr>
        <p:spPr>
          <a:xfrm>
            <a:off x="8362800" y="3590640"/>
            <a:ext cx="9720" cy="305280"/>
          </a:xfrm>
          <a:custGeom>
            <a:avLst/>
            <a:gdLst/>
            <a:ah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3" name=""/>
          <p:cNvSpPr/>
          <p:nvPr/>
        </p:nvSpPr>
        <p:spPr>
          <a:xfrm>
            <a:off x="475920" y="38955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4" name=""/>
          <p:cNvSpPr/>
          <p:nvPr/>
        </p:nvSpPr>
        <p:spPr>
          <a:xfrm>
            <a:off x="475920" y="3885840"/>
            <a:ext cx="1991160" cy="10080"/>
          </a:xfrm>
          <a:custGeom>
            <a:avLst/>
            <a:gdLst/>
            <a:ahLst/>
            <a:rect l="0" t="0" r="r" b="b"/>
            <a:pathLst>
              <a:path w="5531" h="28">
                <a:moveTo>
                  <a:pt x="0" y="0"/>
                </a:moveTo>
                <a:lnTo>
                  <a:pt x="5531" y="0"/>
                </a:lnTo>
                <a:lnTo>
                  <a:pt x="553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5" name=""/>
          <p:cNvSpPr/>
          <p:nvPr/>
        </p:nvSpPr>
        <p:spPr>
          <a:xfrm>
            <a:off x="2457360" y="38955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6" name=""/>
          <p:cNvSpPr/>
          <p:nvPr/>
        </p:nvSpPr>
        <p:spPr>
          <a:xfrm>
            <a:off x="2466720" y="388584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7" name=""/>
          <p:cNvSpPr/>
          <p:nvPr/>
        </p:nvSpPr>
        <p:spPr>
          <a:xfrm>
            <a:off x="5600520" y="38955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8" name=""/>
          <p:cNvSpPr/>
          <p:nvPr/>
        </p:nvSpPr>
        <p:spPr>
          <a:xfrm>
            <a:off x="5609880" y="388584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0" y="0"/>
                </a:moveTo>
                <a:lnTo>
                  <a:pt x="7674" y="0"/>
                </a:lnTo>
                <a:lnTo>
                  <a:pt x="7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9" name=""/>
          <p:cNvSpPr/>
          <p:nvPr/>
        </p:nvSpPr>
        <p:spPr>
          <a:xfrm>
            <a:off x="8362800" y="38955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0" name=""/>
          <p:cNvSpPr/>
          <p:nvPr/>
        </p:nvSpPr>
        <p:spPr>
          <a:xfrm>
            <a:off x="475920" y="4200480"/>
            <a:ext cx="1991160" cy="9720"/>
          </a:xfrm>
          <a:custGeom>
            <a:avLst/>
            <a:gdLst/>
            <a:ahLst/>
            <a:rect l="0" t="0" r="r" b="b"/>
            <a:pathLst>
              <a:path w="5531" h="27">
                <a:moveTo>
                  <a:pt x="0" y="0"/>
                </a:moveTo>
                <a:lnTo>
                  <a:pt x="5531" y="0"/>
                </a:lnTo>
                <a:lnTo>
                  <a:pt x="553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1" name=""/>
          <p:cNvSpPr/>
          <p:nvPr/>
        </p:nvSpPr>
        <p:spPr>
          <a:xfrm>
            <a:off x="2466720" y="42004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2" name=""/>
          <p:cNvSpPr/>
          <p:nvPr/>
        </p:nvSpPr>
        <p:spPr>
          <a:xfrm>
            <a:off x="5609880" y="420048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3" name=""/>
          <p:cNvSpPr/>
          <p:nvPr/>
        </p:nvSpPr>
        <p:spPr>
          <a:xfrm>
            <a:off x="475920" y="4743360"/>
            <a:ext cx="11239920" cy="381240"/>
          </a:xfrm>
          <a:custGeom>
            <a:avLst/>
            <a:gdLst/>
            <a:ahLst/>
            <a:rect l="0" t="0" r="r" b="b"/>
            <a:pathLst>
              <a:path w="31222" h="1059">
                <a:moveTo>
                  <a:pt x="0" y="0"/>
                </a:moveTo>
                <a:lnTo>
                  <a:pt x="31222" y="0"/>
                </a:lnTo>
                <a:lnTo>
                  <a:pt x="3122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B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4" name=""/>
          <p:cNvSpPr/>
          <p:nvPr/>
        </p:nvSpPr>
        <p:spPr>
          <a:xfrm>
            <a:off x="475920" y="4743360"/>
            <a:ext cx="38520" cy="381240"/>
          </a:xfrm>
          <a:custGeom>
            <a:avLst/>
            <a:gdLst/>
            <a:ahLst/>
            <a:rect l="0" t="0" r="r" b="b"/>
            <a:pathLst>
              <a:path w="107" h="1059">
                <a:moveTo>
                  <a:pt x="0" y="0"/>
                </a:moveTo>
                <a:lnTo>
                  <a:pt x="107" y="0"/>
                </a:lnTo>
                <a:lnTo>
                  <a:pt x="10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0A5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5" name=""/>
          <p:cNvSpPr txBox="1"/>
          <p:nvPr/>
        </p:nvSpPr>
        <p:spPr>
          <a:xfrm>
            <a:off x="476280" y="1741320"/>
            <a:ext cx="3524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Tick Health &amp; Scheduler Timer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6" name=""/>
          <p:cNvSpPr txBox="1"/>
          <p:nvPr/>
        </p:nvSpPr>
        <p:spPr>
          <a:xfrm>
            <a:off x="476280" y="2291040"/>
            <a:ext cx="61329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Trace Health (TICK)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always check this before drawing timing conclusions.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7" name=""/>
          <p:cNvSpPr txBox="1"/>
          <p:nvPr/>
        </p:nvSpPr>
        <p:spPr>
          <a:xfrm>
            <a:off x="1187640" y="2734920"/>
            <a:ext cx="5702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Symptom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8" name=""/>
          <p:cNvSpPr txBox="1"/>
          <p:nvPr/>
        </p:nvSpPr>
        <p:spPr>
          <a:xfrm>
            <a:off x="3632760" y="2734920"/>
            <a:ext cx="806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Interpretation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9" name=""/>
          <p:cNvSpPr txBox="1"/>
          <p:nvPr/>
        </p:nvSpPr>
        <p:spPr>
          <a:xfrm>
            <a:off x="6794280" y="2734920"/>
            <a:ext cx="389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0" name=""/>
          <p:cNvSpPr txBox="1"/>
          <p:nvPr/>
        </p:nvSpPr>
        <p:spPr>
          <a:xfrm>
            <a:off x="609480" y="3039840"/>
            <a:ext cx="1726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TICKLESS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badge + large gaps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1" name=""/>
          <p:cNvSpPr txBox="1"/>
          <p:nvPr/>
        </p:nvSpPr>
        <p:spPr>
          <a:xfrm>
            <a:off x="2591640" y="3039840"/>
            <a:ext cx="1764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Low-power tickless mode active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2" name=""/>
          <p:cNvSpPr txBox="1"/>
          <p:nvPr/>
        </p:nvSpPr>
        <p:spPr>
          <a:xfrm>
            <a:off x="5735880" y="3039840"/>
            <a:ext cx="1796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Confirm it's intentionally enabled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3" name=""/>
          <p:cNvSpPr txBox="1"/>
          <p:nvPr/>
        </p:nvSpPr>
        <p:spPr>
          <a:xfrm>
            <a:off x="609480" y="3354120"/>
            <a:ext cx="1508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Max tick period &gt;&gt; average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4" name=""/>
          <p:cNvSpPr txBox="1"/>
          <p:nvPr/>
        </p:nvSpPr>
        <p:spPr>
          <a:xfrm>
            <a:off x="2591640" y="3354120"/>
            <a:ext cx="2890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Missed tick — blocked by long critical section or ISR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5" name=""/>
          <p:cNvSpPr txBox="1"/>
          <p:nvPr/>
        </p:nvSpPr>
        <p:spPr>
          <a:xfrm>
            <a:off x="5735880" y="3354120"/>
            <a:ext cx="2035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Find the long slice in Execution Time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6" name=""/>
          <p:cNvSpPr txBox="1"/>
          <p:nvPr/>
        </p:nvSpPr>
        <p:spPr>
          <a:xfrm>
            <a:off x="609480" y="3668400"/>
            <a:ext cx="1396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High CoV of tick intervals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7" name=""/>
          <p:cNvSpPr txBox="1"/>
          <p:nvPr/>
        </p:nvSpPr>
        <p:spPr>
          <a:xfrm>
            <a:off x="2591640" y="3668400"/>
            <a:ext cx="2827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Jitter — ISR latency or SMP scheduler interference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8" name=""/>
          <p:cNvSpPr txBox="1"/>
          <p:nvPr/>
        </p:nvSpPr>
        <p:spPr>
          <a:xfrm>
            <a:off x="5735880" y="3668400"/>
            <a:ext cx="2508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Investigate Preemption Chain on the tick task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9" name=""/>
          <p:cNvSpPr txBox="1"/>
          <p:nvPr/>
        </p:nvSpPr>
        <p:spPr>
          <a:xfrm>
            <a:off x="609480" y="3972960"/>
            <a:ext cx="1344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Missed-tick estimate &gt; 0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0" name=""/>
          <p:cNvSpPr txBox="1"/>
          <p:nvPr/>
        </p:nvSpPr>
        <p:spPr>
          <a:xfrm>
            <a:off x="2591640" y="3972960"/>
            <a:ext cx="20988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Ring buffer saturated; events dropped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1" name=""/>
          <p:cNvSpPr txBox="1"/>
          <p:nvPr/>
        </p:nvSpPr>
        <p:spPr>
          <a:xfrm>
            <a:off x="5735880" y="3972960"/>
            <a:ext cx="1570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Increase ring buffer capacity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2" name=""/>
          <p:cNvSpPr txBox="1"/>
          <p:nvPr/>
        </p:nvSpPr>
        <p:spPr>
          <a:xfrm>
            <a:off x="476280" y="4386600"/>
            <a:ext cx="38793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Click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Tick Distribution…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for a histogram of tick intervals.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3" name=""/>
          <p:cNvSpPr txBox="1"/>
          <p:nvPr/>
        </p:nvSpPr>
        <p:spPr>
          <a:xfrm>
            <a:off x="666720" y="4843800"/>
            <a:ext cx="82584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A missed tick distorts </a:t>
            </a:r>
            <a:r>
              <a:rPr lang="en-US" sz="1200" b="0" i="1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all </a:t>
            </a:r>
            <a:r>
              <a:rPr lang="en-US" sz="1200" b="0" u="none" strike="noStrike">
                <a:solidFill>
                  <a:srgbClr val="5A4000"/>
                </a:solidFill>
                <a:effectLst/>
                <a:uFillTx/>
                <a:latin typeface="Arial"/>
                <a:ea typeface="Arial"/>
              </a:rPr>
              <a:t>derived metrics (CPU%, blocking, inter-arrival). Resolve tick issues before trusting other numbers.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8" name=""/>
          <p:cNvSpPr/>
          <p:nvPr/>
        </p:nvSpPr>
        <p:spPr>
          <a:xfrm>
            <a:off x="475920" y="139032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9" name=""/>
          <p:cNvSpPr/>
          <p:nvPr/>
        </p:nvSpPr>
        <p:spPr>
          <a:xfrm>
            <a:off x="495000" y="3433680"/>
            <a:ext cx="11216160" cy="2000520"/>
          </a:xfrm>
          <a:custGeom>
            <a:avLst/>
            <a:gdLst/>
            <a:ahLst/>
            <a:rect l="0" t="0" r="r" b="b"/>
            <a:pathLst>
              <a:path w="31156" h="5557">
                <a:moveTo>
                  <a:pt x="0" y="5464"/>
                </a:moveTo>
                <a:lnTo>
                  <a:pt x="0" y="92"/>
                </a:lnTo>
                <a:cubicBezTo>
                  <a:pt x="0" y="80"/>
                  <a:pt x="2" y="68"/>
                  <a:pt x="4" y="57"/>
                </a:cubicBezTo>
                <a:cubicBezTo>
                  <a:pt x="7" y="46"/>
                  <a:pt x="11" y="36"/>
                  <a:pt x="16" y="27"/>
                </a:cubicBezTo>
                <a:cubicBezTo>
                  <a:pt x="21" y="18"/>
                  <a:pt x="27" y="11"/>
                  <a:pt x="33" y="7"/>
                </a:cubicBezTo>
                <a:cubicBezTo>
                  <a:pt x="39" y="2"/>
                  <a:pt x="46" y="0"/>
                  <a:pt x="53" y="0"/>
                </a:cubicBezTo>
                <a:lnTo>
                  <a:pt x="31063" y="0"/>
                </a:lnTo>
                <a:cubicBezTo>
                  <a:pt x="31076" y="0"/>
                  <a:pt x="31088" y="2"/>
                  <a:pt x="31099" y="7"/>
                </a:cubicBezTo>
                <a:cubicBezTo>
                  <a:pt x="31110" y="11"/>
                  <a:pt x="31120" y="18"/>
                  <a:pt x="31129" y="27"/>
                </a:cubicBezTo>
                <a:cubicBezTo>
                  <a:pt x="31138" y="36"/>
                  <a:pt x="31144" y="46"/>
                  <a:pt x="31149" y="57"/>
                </a:cubicBezTo>
                <a:cubicBezTo>
                  <a:pt x="31154" y="68"/>
                  <a:pt x="31156" y="80"/>
                  <a:pt x="31156" y="92"/>
                </a:cubicBezTo>
                <a:lnTo>
                  <a:pt x="31156" y="5464"/>
                </a:lnTo>
                <a:cubicBezTo>
                  <a:pt x="31156" y="5477"/>
                  <a:pt x="31154" y="5488"/>
                  <a:pt x="31149" y="5500"/>
                </a:cubicBezTo>
                <a:cubicBezTo>
                  <a:pt x="31144" y="5511"/>
                  <a:pt x="31138" y="5521"/>
                  <a:pt x="31129" y="5530"/>
                </a:cubicBezTo>
                <a:cubicBezTo>
                  <a:pt x="31120" y="5539"/>
                  <a:pt x="31110" y="5545"/>
                  <a:pt x="31099" y="5550"/>
                </a:cubicBezTo>
                <a:cubicBezTo>
                  <a:pt x="31088" y="5555"/>
                  <a:pt x="31076" y="5557"/>
                  <a:pt x="31063" y="5557"/>
                </a:cubicBezTo>
                <a:lnTo>
                  <a:pt x="53" y="5557"/>
                </a:lnTo>
                <a:cubicBezTo>
                  <a:pt x="46" y="5557"/>
                  <a:pt x="39" y="5555"/>
                  <a:pt x="33" y="5550"/>
                </a:cubicBezTo>
                <a:cubicBezTo>
                  <a:pt x="27" y="5545"/>
                  <a:pt x="21" y="5539"/>
                  <a:pt x="16" y="5530"/>
                </a:cubicBezTo>
                <a:cubicBezTo>
                  <a:pt x="11" y="5521"/>
                  <a:pt x="7" y="5511"/>
                  <a:pt x="4" y="5500"/>
                </a:cubicBezTo>
                <a:cubicBezTo>
                  <a:pt x="2" y="5488"/>
                  <a:pt x="0" y="5477"/>
                  <a:pt x="0" y="5464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0" name=""/>
          <p:cNvSpPr/>
          <p:nvPr/>
        </p:nvSpPr>
        <p:spPr>
          <a:xfrm>
            <a:off x="495000" y="3428640"/>
            <a:ext cx="11210400" cy="19080"/>
          </a:xfrm>
          <a:custGeom>
            <a:avLst/>
            <a:gdLst/>
            <a:ahLst/>
            <a:rect l="0" t="0" r="r" b="b"/>
            <a:pathLst>
              <a:path w="31140" h="53">
                <a:moveTo>
                  <a:pt x="31121" y="53"/>
                </a:moveTo>
                <a:cubicBezTo>
                  <a:pt x="31120" y="52"/>
                  <a:pt x="31120" y="52"/>
                  <a:pt x="31120" y="51"/>
                </a:cubicBezTo>
                <a:cubicBezTo>
                  <a:pt x="31104" y="35"/>
                  <a:pt x="31085" y="27"/>
                  <a:pt x="31063" y="27"/>
                </a:cubicBezTo>
                <a:lnTo>
                  <a:pt x="53" y="27"/>
                </a:lnTo>
                <a:lnTo>
                  <a:pt x="53" y="28"/>
                </a:lnTo>
                <a:lnTo>
                  <a:pt x="0" y="14"/>
                </a:lnTo>
                <a:cubicBezTo>
                  <a:pt x="16" y="5"/>
                  <a:pt x="34" y="1"/>
                  <a:pt x="53" y="0"/>
                </a:cubicBezTo>
                <a:lnTo>
                  <a:pt x="31063" y="0"/>
                </a:lnTo>
                <a:cubicBezTo>
                  <a:pt x="31093" y="1"/>
                  <a:pt x="31118" y="11"/>
                  <a:pt x="31138" y="31"/>
                </a:cubicBezTo>
                <a:cubicBezTo>
                  <a:pt x="31139" y="32"/>
                  <a:pt x="31139" y="32"/>
                  <a:pt x="31140" y="33"/>
                </a:cubicBezTo>
                <a:lnTo>
                  <a:pt x="31121" y="5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1" name=""/>
          <p:cNvSpPr/>
          <p:nvPr/>
        </p:nvSpPr>
        <p:spPr>
          <a:xfrm>
            <a:off x="495000" y="542016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53" y="25"/>
                </a:moveTo>
                <a:lnTo>
                  <a:pt x="53" y="26"/>
                </a:lnTo>
                <a:lnTo>
                  <a:pt x="31063" y="26"/>
                </a:lnTo>
                <a:cubicBezTo>
                  <a:pt x="31085" y="26"/>
                  <a:pt x="31104" y="18"/>
                  <a:pt x="31120" y="1"/>
                </a:cubicBezTo>
                <a:lnTo>
                  <a:pt x="31121" y="0"/>
                </a:lnTo>
                <a:lnTo>
                  <a:pt x="31140" y="20"/>
                </a:lnTo>
                <a:cubicBezTo>
                  <a:pt x="31139" y="20"/>
                  <a:pt x="31139" y="21"/>
                  <a:pt x="31138" y="21"/>
                </a:cubicBezTo>
                <a:cubicBezTo>
                  <a:pt x="31118" y="42"/>
                  <a:pt x="31093" y="52"/>
                  <a:pt x="31063" y="52"/>
                </a:cubicBezTo>
                <a:lnTo>
                  <a:pt x="53" y="52"/>
                </a:lnTo>
                <a:cubicBezTo>
                  <a:pt x="34" y="52"/>
                  <a:pt x="16" y="48"/>
                  <a:pt x="0" y="38"/>
                </a:cubicBezTo>
                <a:lnTo>
                  <a:pt x="53" y="2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2" name=""/>
          <p:cNvSpPr/>
          <p:nvPr/>
        </p:nvSpPr>
        <p:spPr>
          <a:xfrm>
            <a:off x="11697840" y="3439800"/>
            <a:ext cx="18000" cy="1987920"/>
          </a:xfrm>
          <a:custGeom>
            <a:avLst/>
            <a:gdLst/>
            <a:ahLst/>
            <a:rect l="0" t="0" r="r" b="b"/>
            <a:pathLst>
              <a:path w="50" h="5522">
                <a:moveTo>
                  <a:pt x="0" y="5503"/>
                </a:moveTo>
                <a:cubicBezTo>
                  <a:pt x="15" y="5488"/>
                  <a:pt x="24" y="5469"/>
                  <a:pt x="24" y="5447"/>
                </a:cubicBezTo>
                <a:lnTo>
                  <a:pt x="24" y="75"/>
                </a:lnTo>
                <a:cubicBezTo>
                  <a:pt x="24" y="53"/>
                  <a:pt x="15" y="35"/>
                  <a:pt x="0" y="19"/>
                </a:cubicBezTo>
                <a:lnTo>
                  <a:pt x="19" y="0"/>
                </a:lnTo>
                <a:cubicBezTo>
                  <a:pt x="40" y="21"/>
                  <a:pt x="50" y="46"/>
                  <a:pt x="50" y="75"/>
                </a:cubicBezTo>
                <a:lnTo>
                  <a:pt x="50" y="5447"/>
                </a:lnTo>
                <a:cubicBezTo>
                  <a:pt x="50" y="5477"/>
                  <a:pt x="40" y="5502"/>
                  <a:pt x="19" y="5522"/>
                </a:cubicBezTo>
                <a:lnTo>
                  <a:pt x="0" y="5503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3" name=""/>
          <p:cNvSpPr/>
          <p:nvPr/>
        </p:nvSpPr>
        <p:spPr>
          <a:xfrm>
            <a:off x="475920" y="3433680"/>
            <a:ext cx="38520" cy="2000520"/>
          </a:xfrm>
          <a:custGeom>
            <a:avLst/>
            <a:gdLst/>
            <a:ahLst/>
            <a:rect l="0" t="0" r="r" b="b"/>
            <a:pathLst>
              <a:path w="107" h="5557">
                <a:moveTo>
                  <a:pt x="107" y="13"/>
                </a:moveTo>
                <a:lnTo>
                  <a:pt x="107" y="5544"/>
                </a:lnTo>
                <a:lnTo>
                  <a:pt x="54" y="5557"/>
                </a:lnTo>
                <a:cubicBezTo>
                  <a:pt x="46" y="5552"/>
                  <a:pt x="38" y="5546"/>
                  <a:pt x="31" y="5539"/>
                </a:cubicBezTo>
                <a:cubicBezTo>
                  <a:pt x="11" y="5519"/>
                  <a:pt x="0" y="5494"/>
                  <a:pt x="0" y="5464"/>
                </a:cubicBezTo>
                <a:lnTo>
                  <a:pt x="0" y="92"/>
                </a:lnTo>
                <a:cubicBezTo>
                  <a:pt x="0" y="63"/>
                  <a:pt x="11" y="38"/>
                  <a:pt x="31" y="17"/>
                </a:cubicBezTo>
                <a:cubicBezTo>
                  <a:pt x="38" y="10"/>
                  <a:pt x="46" y="5"/>
                  <a:pt x="54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4" name=""/>
          <p:cNvSpPr txBox="1"/>
          <p:nvPr/>
        </p:nvSpPr>
        <p:spPr>
          <a:xfrm>
            <a:off x="476280" y="1046160"/>
            <a:ext cx="467496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Build Comparison &amp; Regression Testing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5" name=""/>
          <p:cNvSpPr txBox="1"/>
          <p:nvPr/>
        </p:nvSpPr>
        <p:spPr>
          <a:xfrm>
            <a:off x="476280" y="1577520"/>
            <a:ext cx="119952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GUI Workflow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6" name=""/>
          <p:cNvSpPr txBox="1"/>
          <p:nvPr/>
        </p:nvSpPr>
        <p:spPr>
          <a:xfrm>
            <a:off x="611640" y="1928880"/>
            <a:ext cx="24660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1. Open both traces in separate tabs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7" name=""/>
          <p:cNvSpPr txBox="1"/>
          <p:nvPr/>
        </p:nvSpPr>
        <p:spPr>
          <a:xfrm>
            <a:off x="611640" y="2195640"/>
            <a:ext cx="44305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2.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Trace Compare…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— select Trace A and Trace 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8" name=""/>
          <p:cNvSpPr txBox="1"/>
          <p:nvPr/>
        </p:nvSpPr>
        <p:spPr>
          <a:xfrm>
            <a:off x="611640" y="2462400"/>
            <a:ext cx="5894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3. Browse: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Summary · Top Tasks · Core Migrations · Blocking · Preemption · Sync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9" name=""/>
          <p:cNvSpPr txBox="1"/>
          <p:nvPr/>
        </p:nvSpPr>
        <p:spPr>
          <a:xfrm>
            <a:off x="611640" y="2729160"/>
            <a:ext cx="617580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4. The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Δ column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= B − A: negative blocking Δ = improvement; positive CPU Δ = regression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0" name=""/>
          <p:cNvSpPr txBox="1"/>
          <p:nvPr/>
        </p:nvSpPr>
        <p:spPr>
          <a:xfrm>
            <a:off x="476280" y="3092040"/>
            <a:ext cx="22266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Headless CLI — CI-Ready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1" name=""/>
          <p:cNvSpPr txBox="1"/>
          <p:nvPr/>
        </p:nvSpPr>
        <p:spPr>
          <a:xfrm>
            <a:off x="666720" y="3584520"/>
            <a:ext cx="182988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Before/after comparison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2" name=""/>
          <p:cNvSpPr txBox="1"/>
          <p:nvPr/>
        </p:nvSpPr>
        <p:spPr>
          <a:xfrm>
            <a:off x="666720" y="3727440"/>
            <a:ext cx="373212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python btf_viewer.py compare before.btf after.btf \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3" name=""/>
          <p:cNvSpPr txBox="1"/>
          <p:nvPr/>
        </p:nvSpPr>
        <p:spPr>
          <a:xfrm>
            <a:off x="666720" y="3861000"/>
            <a:ext cx="300060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--output compare.html --format html \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4" name=""/>
          <p:cNvSpPr txBox="1"/>
          <p:nvPr/>
        </p:nvSpPr>
        <p:spPr>
          <a:xfrm>
            <a:off x="666720" y="4003560"/>
            <a:ext cx="256104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--name-a </a:t>
            </a:r>
            <a:r>
              <a:rPr lang="en-US" sz="96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"v1.2"</a:t>
            </a:r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--name-b </a:t>
            </a:r>
            <a:r>
              <a:rPr lang="en-US" sz="960" b="0" u="none" strike="noStrike">
                <a:solidFill>
                  <a:srgbClr val="0A3069"/>
                </a:solidFill>
                <a:effectLst/>
                <a:uFillTx/>
                <a:latin typeface="Courier New"/>
                <a:ea typeface="Courier New"/>
              </a:rPr>
              <a:t>"v1.3"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5" name=""/>
          <p:cNvSpPr txBox="1"/>
          <p:nvPr/>
        </p:nvSpPr>
        <p:spPr>
          <a:xfrm>
            <a:off x="666720" y="4289400"/>
            <a:ext cx="321984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Full statistics report, scoped to a window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6" name=""/>
          <p:cNvSpPr txBox="1"/>
          <p:nvPr/>
        </p:nvSpPr>
        <p:spPr>
          <a:xfrm>
            <a:off x="666720" y="4422960"/>
            <a:ext cx="285408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python btf_viewer.py report trace.btf \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7" name=""/>
          <p:cNvSpPr txBox="1"/>
          <p:nvPr/>
        </p:nvSpPr>
        <p:spPr>
          <a:xfrm>
            <a:off x="666720" y="4565520"/>
            <a:ext cx="292716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--output report.html --format html \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8" name=""/>
          <p:cNvSpPr txBox="1"/>
          <p:nvPr/>
        </p:nvSpPr>
        <p:spPr>
          <a:xfrm>
            <a:off x="666720" y="4708440"/>
            <a:ext cx="197604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    --lo 100000 --hi 500000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9" name=""/>
          <p:cNvSpPr txBox="1"/>
          <p:nvPr/>
        </p:nvSpPr>
        <p:spPr>
          <a:xfrm>
            <a:off x="666720" y="4984920"/>
            <a:ext cx="212256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# Core migration table as CSV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0" name=""/>
          <p:cNvSpPr txBox="1"/>
          <p:nvPr/>
        </p:nvSpPr>
        <p:spPr>
          <a:xfrm>
            <a:off x="666720" y="5127840"/>
            <a:ext cx="431748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python btf_viewer.py migrations trace.btf -o migrations.csv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1" name=""/>
          <p:cNvSpPr txBox="1"/>
          <p:nvPr/>
        </p:nvSpPr>
        <p:spPr>
          <a:xfrm>
            <a:off x="476280" y="5615280"/>
            <a:ext cx="6954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Headless commands exit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0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 success,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non-zero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on parse error — plug directly into CI pass/fail gates.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2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6" name=""/>
          <p:cNvSpPr/>
          <p:nvPr/>
        </p:nvSpPr>
        <p:spPr>
          <a:xfrm>
            <a:off x="475920" y="172368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7" name=""/>
          <p:cNvSpPr/>
          <p:nvPr/>
        </p:nvSpPr>
        <p:spPr>
          <a:xfrm>
            <a:off x="495000" y="2242800"/>
            <a:ext cx="11216160" cy="457560"/>
          </a:xfrm>
          <a:custGeom>
            <a:avLst/>
            <a:gdLst/>
            <a:ahLst/>
            <a:rect l="0" t="0" r="r" b="b"/>
            <a:pathLst>
              <a:path w="31156" h="1271">
                <a:moveTo>
                  <a:pt x="0" y="1179"/>
                </a:moveTo>
                <a:lnTo>
                  <a:pt x="0" y="93"/>
                </a:lnTo>
                <a:cubicBezTo>
                  <a:pt x="0" y="81"/>
                  <a:pt x="2" y="69"/>
                  <a:pt x="4" y="58"/>
                </a:cubicBezTo>
                <a:cubicBezTo>
                  <a:pt x="7" y="46"/>
                  <a:pt x="11" y="36"/>
                  <a:pt x="16" y="28"/>
                </a:cubicBezTo>
                <a:cubicBezTo>
                  <a:pt x="21" y="19"/>
                  <a:pt x="27" y="12"/>
                  <a:pt x="33" y="7"/>
                </a:cubicBezTo>
                <a:cubicBezTo>
                  <a:pt x="39" y="3"/>
                  <a:pt x="46" y="0"/>
                  <a:pt x="53" y="0"/>
                </a:cubicBezTo>
                <a:lnTo>
                  <a:pt x="31063" y="0"/>
                </a:lnTo>
                <a:cubicBezTo>
                  <a:pt x="31076" y="0"/>
                  <a:pt x="31088" y="3"/>
                  <a:pt x="31099" y="7"/>
                </a:cubicBezTo>
                <a:cubicBezTo>
                  <a:pt x="31110" y="12"/>
                  <a:pt x="31120" y="19"/>
                  <a:pt x="31129" y="28"/>
                </a:cubicBezTo>
                <a:cubicBezTo>
                  <a:pt x="31138" y="36"/>
                  <a:pt x="31144" y="46"/>
                  <a:pt x="31149" y="58"/>
                </a:cubicBezTo>
                <a:cubicBezTo>
                  <a:pt x="31154" y="69"/>
                  <a:pt x="31156" y="81"/>
                  <a:pt x="31156" y="93"/>
                </a:cubicBezTo>
                <a:lnTo>
                  <a:pt x="31156" y="1179"/>
                </a:lnTo>
                <a:cubicBezTo>
                  <a:pt x="31156" y="1191"/>
                  <a:pt x="31154" y="1203"/>
                  <a:pt x="31149" y="1214"/>
                </a:cubicBezTo>
                <a:cubicBezTo>
                  <a:pt x="31144" y="1226"/>
                  <a:pt x="31138" y="1236"/>
                  <a:pt x="31129" y="1244"/>
                </a:cubicBezTo>
                <a:cubicBezTo>
                  <a:pt x="31120" y="1253"/>
                  <a:pt x="31110" y="1260"/>
                  <a:pt x="31099" y="1264"/>
                </a:cubicBezTo>
                <a:cubicBezTo>
                  <a:pt x="31088" y="1269"/>
                  <a:pt x="31076" y="1271"/>
                  <a:pt x="31063" y="1271"/>
                </a:cubicBezTo>
                <a:lnTo>
                  <a:pt x="53" y="1271"/>
                </a:lnTo>
                <a:cubicBezTo>
                  <a:pt x="46" y="1271"/>
                  <a:pt x="39" y="1269"/>
                  <a:pt x="33" y="1264"/>
                </a:cubicBezTo>
                <a:cubicBezTo>
                  <a:pt x="27" y="1260"/>
                  <a:pt x="21" y="1253"/>
                  <a:pt x="16" y="1244"/>
                </a:cubicBezTo>
                <a:cubicBezTo>
                  <a:pt x="11" y="1236"/>
                  <a:pt x="7" y="1226"/>
                  <a:pt x="4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8" name=""/>
          <p:cNvSpPr/>
          <p:nvPr/>
        </p:nvSpPr>
        <p:spPr>
          <a:xfrm>
            <a:off x="495000" y="223812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31121" y="52"/>
                </a:moveTo>
                <a:cubicBezTo>
                  <a:pt x="31120" y="52"/>
                  <a:pt x="31120" y="51"/>
                  <a:pt x="31120" y="51"/>
                </a:cubicBezTo>
                <a:cubicBezTo>
                  <a:pt x="31104" y="35"/>
                  <a:pt x="31085" y="27"/>
                  <a:pt x="31063" y="27"/>
                </a:cubicBezTo>
                <a:lnTo>
                  <a:pt x="53" y="27"/>
                </a:lnTo>
                <a:lnTo>
                  <a:pt x="0" y="14"/>
                </a:lnTo>
                <a:cubicBezTo>
                  <a:pt x="16" y="5"/>
                  <a:pt x="34" y="0"/>
                  <a:pt x="53" y="0"/>
                </a:cubicBezTo>
                <a:lnTo>
                  <a:pt x="31063" y="0"/>
                </a:lnTo>
                <a:cubicBezTo>
                  <a:pt x="31093" y="0"/>
                  <a:pt x="31118" y="11"/>
                  <a:pt x="31138" y="32"/>
                </a:cubicBezTo>
                <a:cubicBezTo>
                  <a:pt x="31139" y="33"/>
                  <a:pt x="31139" y="33"/>
                  <a:pt x="31140" y="34"/>
                </a:cubicBezTo>
                <a:lnTo>
                  <a:pt x="31121" y="5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9" name=""/>
          <p:cNvSpPr/>
          <p:nvPr/>
        </p:nvSpPr>
        <p:spPr>
          <a:xfrm>
            <a:off x="495000" y="268668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53" y="25"/>
                </a:moveTo>
                <a:lnTo>
                  <a:pt x="31063" y="25"/>
                </a:lnTo>
                <a:cubicBezTo>
                  <a:pt x="31085" y="25"/>
                  <a:pt x="31104" y="17"/>
                  <a:pt x="31120" y="1"/>
                </a:cubicBezTo>
                <a:cubicBezTo>
                  <a:pt x="31120" y="1"/>
                  <a:pt x="31120" y="0"/>
                  <a:pt x="31121" y="0"/>
                </a:cubicBezTo>
                <a:lnTo>
                  <a:pt x="31140" y="19"/>
                </a:lnTo>
                <a:cubicBezTo>
                  <a:pt x="31139" y="20"/>
                  <a:pt x="31139" y="20"/>
                  <a:pt x="31138" y="21"/>
                </a:cubicBezTo>
                <a:cubicBezTo>
                  <a:pt x="31118" y="41"/>
                  <a:pt x="31093" y="52"/>
                  <a:pt x="31063" y="52"/>
                </a:cubicBezTo>
                <a:lnTo>
                  <a:pt x="53" y="52"/>
                </a:lnTo>
                <a:cubicBezTo>
                  <a:pt x="34" y="52"/>
                  <a:pt x="16" y="47"/>
                  <a:pt x="0" y="38"/>
                </a:cubicBezTo>
                <a:lnTo>
                  <a:pt x="53" y="2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0" name=""/>
          <p:cNvSpPr/>
          <p:nvPr/>
        </p:nvSpPr>
        <p:spPr>
          <a:xfrm>
            <a:off x="11697840" y="2249280"/>
            <a:ext cx="18000" cy="444960"/>
          </a:xfrm>
          <a:custGeom>
            <a:avLst/>
            <a:gdLst/>
            <a:ahLst/>
            <a:rect l="0" t="0" r="r" b="b"/>
            <a:pathLst>
              <a:path w="50" h="1236">
                <a:moveTo>
                  <a:pt x="0" y="1217"/>
                </a:moveTo>
                <a:cubicBezTo>
                  <a:pt x="15" y="1201"/>
                  <a:pt x="24" y="1183"/>
                  <a:pt x="24" y="1161"/>
                </a:cubicBezTo>
                <a:lnTo>
                  <a:pt x="24" y="75"/>
                </a:lnTo>
                <a:cubicBezTo>
                  <a:pt x="24" y="53"/>
                  <a:pt x="15" y="34"/>
                  <a:pt x="0" y="19"/>
                </a:cubicBezTo>
                <a:lnTo>
                  <a:pt x="19" y="0"/>
                </a:lnTo>
                <a:cubicBezTo>
                  <a:pt x="40" y="21"/>
                  <a:pt x="50" y="46"/>
                  <a:pt x="50" y="75"/>
                </a:cubicBezTo>
                <a:lnTo>
                  <a:pt x="50" y="1161"/>
                </a:lnTo>
                <a:cubicBezTo>
                  <a:pt x="50" y="1190"/>
                  <a:pt x="40" y="1215"/>
                  <a:pt x="19" y="1236"/>
                </a:cubicBezTo>
                <a:lnTo>
                  <a:pt x="0" y="1217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1" name=""/>
          <p:cNvSpPr/>
          <p:nvPr/>
        </p:nvSpPr>
        <p:spPr>
          <a:xfrm>
            <a:off x="475920" y="2243160"/>
            <a:ext cx="38520" cy="457200"/>
          </a:xfrm>
          <a:custGeom>
            <a:avLst/>
            <a:gdLst/>
            <a:ahLst/>
            <a:rect l="0" t="0" r="r" b="b"/>
            <a:pathLst>
              <a:path w="107" h="1270">
                <a:moveTo>
                  <a:pt x="107" y="13"/>
                </a:moveTo>
                <a:lnTo>
                  <a:pt x="107" y="1257"/>
                </a:lnTo>
                <a:lnTo>
                  <a:pt x="54" y="1270"/>
                </a:lnTo>
                <a:cubicBezTo>
                  <a:pt x="46" y="1266"/>
                  <a:pt x="38" y="1260"/>
                  <a:pt x="31" y="1253"/>
                </a:cubicBezTo>
                <a:cubicBezTo>
                  <a:pt x="11" y="1232"/>
                  <a:pt x="0" y="1207"/>
                  <a:pt x="0" y="1178"/>
                </a:cubicBezTo>
                <a:lnTo>
                  <a:pt x="0" y="92"/>
                </a:lnTo>
                <a:cubicBezTo>
                  <a:pt x="0" y="63"/>
                  <a:pt x="11" y="38"/>
                  <a:pt x="31" y="17"/>
                </a:cubicBezTo>
                <a:cubicBezTo>
                  <a:pt x="38" y="10"/>
                  <a:pt x="46" y="4"/>
                  <a:pt x="54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2" name=""/>
          <p:cNvSpPr/>
          <p:nvPr/>
        </p:nvSpPr>
        <p:spPr>
          <a:xfrm>
            <a:off x="495000" y="4643280"/>
            <a:ext cx="11216160" cy="457560"/>
          </a:xfrm>
          <a:custGeom>
            <a:avLst/>
            <a:gdLst/>
            <a:ahLst/>
            <a:rect l="0" t="0" r="r" b="b"/>
            <a:pathLst>
              <a:path w="31156" h="1271">
                <a:moveTo>
                  <a:pt x="0" y="1178"/>
                </a:moveTo>
                <a:lnTo>
                  <a:pt x="0" y="93"/>
                </a:lnTo>
                <a:cubicBezTo>
                  <a:pt x="0" y="80"/>
                  <a:pt x="2" y="68"/>
                  <a:pt x="4" y="57"/>
                </a:cubicBezTo>
                <a:cubicBezTo>
                  <a:pt x="7" y="46"/>
                  <a:pt x="11" y="36"/>
                  <a:pt x="16" y="27"/>
                </a:cubicBezTo>
                <a:cubicBezTo>
                  <a:pt x="21" y="18"/>
                  <a:pt x="27" y="12"/>
                  <a:pt x="33" y="7"/>
                </a:cubicBezTo>
                <a:cubicBezTo>
                  <a:pt x="39" y="2"/>
                  <a:pt x="46" y="0"/>
                  <a:pt x="53" y="0"/>
                </a:cubicBezTo>
                <a:lnTo>
                  <a:pt x="31063" y="0"/>
                </a:lnTo>
                <a:cubicBezTo>
                  <a:pt x="31076" y="0"/>
                  <a:pt x="31088" y="2"/>
                  <a:pt x="31099" y="7"/>
                </a:cubicBezTo>
                <a:cubicBezTo>
                  <a:pt x="31110" y="12"/>
                  <a:pt x="31120" y="18"/>
                  <a:pt x="31129" y="27"/>
                </a:cubicBezTo>
                <a:cubicBezTo>
                  <a:pt x="31138" y="36"/>
                  <a:pt x="31144" y="46"/>
                  <a:pt x="31149" y="57"/>
                </a:cubicBezTo>
                <a:cubicBezTo>
                  <a:pt x="31154" y="68"/>
                  <a:pt x="31156" y="80"/>
                  <a:pt x="31156" y="93"/>
                </a:cubicBezTo>
                <a:lnTo>
                  <a:pt x="31156" y="1178"/>
                </a:lnTo>
                <a:cubicBezTo>
                  <a:pt x="31156" y="1191"/>
                  <a:pt x="31154" y="1202"/>
                  <a:pt x="31149" y="1214"/>
                </a:cubicBezTo>
                <a:cubicBezTo>
                  <a:pt x="31144" y="1225"/>
                  <a:pt x="31138" y="1235"/>
                  <a:pt x="31129" y="1244"/>
                </a:cubicBezTo>
                <a:cubicBezTo>
                  <a:pt x="31120" y="1252"/>
                  <a:pt x="31110" y="1259"/>
                  <a:pt x="31099" y="1264"/>
                </a:cubicBezTo>
                <a:cubicBezTo>
                  <a:pt x="31088" y="1269"/>
                  <a:pt x="31076" y="1271"/>
                  <a:pt x="31063" y="1271"/>
                </a:cubicBezTo>
                <a:lnTo>
                  <a:pt x="53" y="1271"/>
                </a:lnTo>
                <a:cubicBezTo>
                  <a:pt x="46" y="1271"/>
                  <a:pt x="39" y="1269"/>
                  <a:pt x="33" y="1264"/>
                </a:cubicBezTo>
                <a:cubicBezTo>
                  <a:pt x="27" y="1259"/>
                  <a:pt x="21" y="1252"/>
                  <a:pt x="16" y="1244"/>
                </a:cubicBezTo>
                <a:cubicBezTo>
                  <a:pt x="11" y="1235"/>
                  <a:pt x="7" y="1225"/>
                  <a:pt x="4" y="1214"/>
                </a:cubicBezTo>
                <a:cubicBezTo>
                  <a:pt x="2" y="1202"/>
                  <a:pt x="0" y="1191"/>
                  <a:pt x="0" y="1178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3" name=""/>
          <p:cNvSpPr/>
          <p:nvPr/>
        </p:nvSpPr>
        <p:spPr>
          <a:xfrm>
            <a:off x="495000" y="463860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31121" y="52"/>
                </a:moveTo>
                <a:cubicBezTo>
                  <a:pt x="31120" y="51"/>
                  <a:pt x="31120" y="51"/>
                  <a:pt x="31120" y="50"/>
                </a:cubicBezTo>
                <a:cubicBezTo>
                  <a:pt x="31104" y="34"/>
                  <a:pt x="31085" y="26"/>
                  <a:pt x="31063" y="26"/>
                </a:cubicBezTo>
                <a:lnTo>
                  <a:pt x="53" y="26"/>
                </a:lnTo>
                <a:lnTo>
                  <a:pt x="53" y="27"/>
                </a:lnTo>
                <a:lnTo>
                  <a:pt x="0" y="14"/>
                </a:lnTo>
                <a:cubicBezTo>
                  <a:pt x="16" y="4"/>
                  <a:pt x="34" y="0"/>
                  <a:pt x="53" y="0"/>
                </a:cubicBezTo>
                <a:lnTo>
                  <a:pt x="31063" y="0"/>
                </a:lnTo>
                <a:cubicBezTo>
                  <a:pt x="31093" y="0"/>
                  <a:pt x="31118" y="10"/>
                  <a:pt x="31138" y="31"/>
                </a:cubicBezTo>
                <a:cubicBezTo>
                  <a:pt x="31139" y="31"/>
                  <a:pt x="31139" y="32"/>
                  <a:pt x="31140" y="32"/>
                </a:cubicBezTo>
                <a:lnTo>
                  <a:pt x="31121" y="52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4" name=""/>
          <p:cNvSpPr/>
          <p:nvPr/>
        </p:nvSpPr>
        <p:spPr>
          <a:xfrm>
            <a:off x="495000" y="5086800"/>
            <a:ext cx="11210400" cy="18720"/>
          </a:xfrm>
          <a:custGeom>
            <a:avLst/>
            <a:gdLst/>
            <a:ahLst/>
            <a:rect l="0" t="0" r="r" b="b"/>
            <a:pathLst>
              <a:path w="31140" h="52">
                <a:moveTo>
                  <a:pt x="53" y="25"/>
                </a:moveTo>
                <a:lnTo>
                  <a:pt x="53" y="26"/>
                </a:lnTo>
                <a:lnTo>
                  <a:pt x="31063" y="26"/>
                </a:lnTo>
                <a:cubicBezTo>
                  <a:pt x="31085" y="26"/>
                  <a:pt x="31104" y="17"/>
                  <a:pt x="31120" y="1"/>
                </a:cubicBezTo>
                <a:lnTo>
                  <a:pt x="31121" y="0"/>
                </a:lnTo>
                <a:lnTo>
                  <a:pt x="31140" y="19"/>
                </a:lnTo>
                <a:cubicBezTo>
                  <a:pt x="31139" y="19"/>
                  <a:pt x="31139" y="20"/>
                  <a:pt x="31138" y="20"/>
                </a:cubicBezTo>
                <a:cubicBezTo>
                  <a:pt x="31118" y="42"/>
                  <a:pt x="31093" y="52"/>
                  <a:pt x="31063" y="52"/>
                </a:cubicBezTo>
                <a:lnTo>
                  <a:pt x="53" y="52"/>
                </a:lnTo>
                <a:cubicBezTo>
                  <a:pt x="34" y="52"/>
                  <a:pt x="16" y="48"/>
                  <a:pt x="0" y="38"/>
                </a:cubicBezTo>
                <a:lnTo>
                  <a:pt x="53" y="25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5" name=""/>
          <p:cNvSpPr/>
          <p:nvPr/>
        </p:nvSpPr>
        <p:spPr>
          <a:xfrm>
            <a:off x="11697840" y="4649760"/>
            <a:ext cx="18000" cy="444600"/>
          </a:xfrm>
          <a:custGeom>
            <a:avLst/>
            <a:gdLst/>
            <a:ahLst/>
            <a:rect l="0" t="0" r="r" b="b"/>
            <a:pathLst>
              <a:path w="50" h="1235">
                <a:moveTo>
                  <a:pt x="0" y="1216"/>
                </a:moveTo>
                <a:cubicBezTo>
                  <a:pt x="15" y="1201"/>
                  <a:pt x="24" y="1182"/>
                  <a:pt x="24" y="1160"/>
                </a:cubicBezTo>
                <a:lnTo>
                  <a:pt x="24" y="76"/>
                </a:lnTo>
                <a:cubicBezTo>
                  <a:pt x="24" y="54"/>
                  <a:pt x="15" y="34"/>
                  <a:pt x="0" y="18"/>
                </a:cubicBezTo>
                <a:lnTo>
                  <a:pt x="19" y="0"/>
                </a:lnTo>
                <a:cubicBezTo>
                  <a:pt x="40" y="20"/>
                  <a:pt x="50" y="46"/>
                  <a:pt x="50" y="76"/>
                </a:cubicBezTo>
                <a:lnTo>
                  <a:pt x="50" y="1160"/>
                </a:lnTo>
                <a:cubicBezTo>
                  <a:pt x="50" y="1190"/>
                  <a:pt x="40" y="1215"/>
                  <a:pt x="19" y="1235"/>
                </a:cubicBezTo>
                <a:lnTo>
                  <a:pt x="0" y="1216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6" name=""/>
          <p:cNvSpPr/>
          <p:nvPr/>
        </p:nvSpPr>
        <p:spPr>
          <a:xfrm>
            <a:off x="475920" y="4643280"/>
            <a:ext cx="38520" cy="457560"/>
          </a:xfrm>
          <a:custGeom>
            <a:avLst/>
            <a:gdLst/>
            <a:ahLst/>
            <a:rect l="0" t="0" r="r" b="b"/>
            <a:pathLst>
              <a:path w="107" h="1271">
                <a:moveTo>
                  <a:pt x="107" y="13"/>
                </a:moveTo>
                <a:lnTo>
                  <a:pt x="107" y="1258"/>
                </a:lnTo>
                <a:lnTo>
                  <a:pt x="54" y="1271"/>
                </a:lnTo>
                <a:cubicBezTo>
                  <a:pt x="46" y="1266"/>
                  <a:pt x="38" y="1260"/>
                  <a:pt x="31" y="1253"/>
                </a:cubicBezTo>
                <a:cubicBezTo>
                  <a:pt x="11" y="1233"/>
                  <a:pt x="0" y="1208"/>
                  <a:pt x="0" y="1178"/>
                </a:cubicBezTo>
                <a:lnTo>
                  <a:pt x="0" y="93"/>
                </a:lnTo>
                <a:cubicBezTo>
                  <a:pt x="0" y="63"/>
                  <a:pt x="11" y="38"/>
                  <a:pt x="31" y="18"/>
                </a:cubicBezTo>
                <a:cubicBezTo>
                  <a:pt x="38" y="11"/>
                  <a:pt x="46" y="5"/>
                  <a:pt x="54" y="0"/>
                </a:cubicBezTo>
                <a:lnTo>
                  <a:pt x="107" y="13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47" name=""/>
          <p:cNvSpPr txBox="1"/>
          <p:nvPr/>
        </p:nvSpPr>
        <p:spPr>
          <a:xfrm>
            <a:off x="476280" y="1379520"/>
            <a:ext cx="478404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Custom Observability — Tags &amp; Intervals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8" name=""/>
          <p:cNvSpPr txBox="1"/>
          <p:nvPr/>
        </p:nvSpPr>
        <p:spPr>
          <a:xfrm>
            <a:off x="476280" y="1901520"/>
            <a:ext cx="35784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Tag Events — Scalar Metrics in the Trace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9" name=""/>
          <p:cNvSpPr txBox="1"/>
          <p:nvPr/>
        </p:nvSpPr>
        <p:spPr>
          <a:xfrm>
            <a:off x="666720" y="2394000"/>
            <a:ext cx="607356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trace_tag_emit(</a:t>
            </a:r>
            <a:r>
              <a:rPr lang="en-US" sz="96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0</a:t>
            </a:r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, (</a:t>
            </a:r>
            <a:r>
              <a:rPr lang="en-US" sz="960" b="0" u="none" strike="noStrike">
                <a:solidFill>
                  <a:srgbClr val="CF222E"/>
                </a:solidFill>
                <a:effectLst/>
                <a:uFillTx/>
                <a:latin typeface="Courier New"/>
                <a:ea typeface="Courier New"/>
              </a:rPr>
              <a:t>int</a:t>
            </a:r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)xPortGetFreeHeapSize());   </a:t>
            </a:r>
            <a:r>
              <a:rPr lang="en-US" sz="960" b="0" u="none" strike="noStrike">
                <a:solidFill>
                  <a:srgbClr val="59636E"/>
                </a:solidFill>
                <a:effectLst/>
                <a:uFillTx/>
                <a:latin typeface="Courier New"/>
                <a:ea typeface="Courier New"/>
              </a:rPr>
              <a:t>/* channel 0–7, 32-bit payload */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750" name=""/>
          <p:cNvPicPr/>
          <p:nvPr/>
        </p:nvPicPr>
        <p:blipFill>
          <a:blip r:embed="rId1"/>
          <a:stretch/>
        </p:blipFill>
        <p:spPr>
          <a:xfrm>
            <a:off x="476280" y="3238560"/>
            <a:ext cx="5714640" cy="46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1" name=""/>
          <p:cNvSpPr/>
          <p:nvPr/>
        </p:nvSpPr>
        <p:spPr>
          <a:xfrm>
            <a:off x="475920" y="3952800"/>
            <a:ext cx="895680" cy="181080"/>
          </a:xfrm>
          <a:custGeom>
            <a:avLst/>
            <a:gdLst/>
            <a:ahLst/>
            <a:rect l="0" t="0" r="r" b="b"/>
            <a:pathLst>
              <a:path w="2488" h="503">
                <a:moveTo>
                  <a:pt x="0" y="424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408" y="0"/>
                </a:lnTo>
                <a:cubicBezTo>
                  <a:pt x="2420" y="0"/>
                  <a:pt x="2430" y="2"/>
                  <a:pt x="2439" y="6"/>
                </a:cubicBezTo>
                <a:cubicBezTo>
                  <a:pt x="2449" y="10"/>
                  <a:pt x="2458" y="16"/>
                  <a:pt x="2465" y="23"/>
                </a:cubicBezTo>
                <a:cubicBezTo>
                  <a:pt x="2473" y="30"/>
                  <a:pt x="2478" y="39"/>
                  <a:pt x="2482" y="49"/>
                </a:cubicBezTo>
                <a:cubicBezTo>
                  <a:pt x="2486" y="58"/>
                  <a:pt x="2488" y="69"/>
                  <a:pt x="2488" y="79"/>
                </a:cubicBezTo>
                <a:lnTo>
                  <a:pt x="2488" y="424"/>
                </a:lnTo>
                <a:cubicBezTo>
                  <a:pt x="2488" y="435"/>
                  <a:pt x="2486" y="445"/>
                  <a:pt x="2482" y="454"/>
                </a:cubicBezTo>
                <a:cubicBezTo>
                  <a:pt x="2478" y="464"/>
                  <a:pt x="2473" y="473"/>
                  <a:pt x="2465" y="480"/>
                </a:cubicBezTo>
                <a:cubicBezTo>
                  <a:pt x="2458" y="488"/>
                  <a:pt x="2449" y="493"/>
                  <a:pt x="2439" y="497"/>
                </a:cubicBezTo>
                <a:cubicBezTo>
                  <a:pt x="2430" y="501"/>
                  <a:pt x="2420" y="503"/>
                  <a:pt x="2408" y="503"/>
                </a:cubicBezTo>
                <a:lnTo>
                  <a:pt x="80" y="503"/>
                </a:lnTo>
                <a:cubicBezTo>
                  <a:pt x="69" y="503"/>
                  <a:pt x="59" y="501"/>
                  <a:pt x="49" y="497"/>
                </a:cubicBezTo>
                <a:cubicBezTo>
                  <a:pt x="40" y="493"/>
                  <a:pt x="31" y="488"/>
                  <a:pt x="24" y="480"/>
                </a:cubicBezTo>
                <a:cubicBezTo>
                  <a:pt x="16" y="473"/>
                  <a:pt x="10" y="464"/>
                  <a:pt x="6" y="454"/>
                </a:cubicBezTo>
                <a:cubicBezTo>
                  <a:pt x="2" y="445"/>
                  <a:pt x="0" y="435"/>
                  <a:pt x="0" y="424"/>
                </a:cubicBezTo>
                <a:close/>
              </a:path>
            </a:pathLst>
          </a:custGeom>
          <a:solidFill>
            <a:srgbClr val="EEF4F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2" name=""/>
          <p:cNvSpPr txBox="1"/>
          <p:nvPr/>
        </p:nvSpPr>
        <p:spPr>
          <a:xfrm>
            <a:off x="476280" y="2881440"/>
            <a:ext cx="760716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Appears as a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waveform row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 the timeline. Open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Tag Analysis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for min/avg/max/p95 per channel.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3" name=""/>
          <p:cNvSpPr txBox="1"/>
          <p:nvPr/>
        </p:nvSpPr>
        <p:spPr>
          <a:xfrm>
            <a:off x="523080" y="3969000"/>
            <a:ext cx="8056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0" i="1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tag0_event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4" name=""/>
          <p:cNvSpPr txBox="1"/>
          <p:nvPr/>
        </p:nvSpPr>
        <p:spPr>
          <a:xfrm>
            <a:off x="1374840" y="3948480"/>
            <a:ext cx="86497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i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 row expanded: heap bytes in use sampled on every RTOS tick. Drops = allocations freed; plateaus = steady-state consumption.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5" name=""/>
          <p:cNvSpPr txBox="1"/>
          <p:nvPr/>
        </p:nvSpPr>
        <p:spPr>
          <a:xfrm>
            <a:off x="476280" y="4311360"/>
            <a:ext cx="336420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440" b="1" u="none" strike="noStrike">
                <a:solidFill>
                  <a:srgbClr val="1A6EB5"/>
                </a:solidFill>
                <a:effectLst/>
                <a:uFillTx/>
                <a:latin typeface="Arial"/>
                <a:ea typeface="Arial"/>
              </a:rPr>
              <a:t>Interval Events — Code Region Timing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6" name=""/>
          <p:cNvSpPr txBox="1"/>
          <p:nvPr/>
        </p:nvSpPr>
        <p:spPr>
          <a:xfrm>
            <a:off x="666720" y="4794120"/>
            <a:ext cx="4609800" cy="139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trace_interval_start(</a:t>
            </a:r>
            <a:r>
              <a:rPr lang="en-US" sz="96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);   do_work();   trace_interval_stop(</a:t>
            </a:r>
            <a:r>
              <a:rPr lang="en-US" sz="960" b="0" u="none" strike="noStrike">
                <a:solidFill>
                  <a:srgbClr val="0550AE"/>
                </a:solidFill>
                <a:effectLst/>
                <a:uFillTx/>
                <a:latin typeface="Courier New"/>
                <a:ea typeface="Courier New"/>
              </a:rPr>
              <a:t>1</a:t>
            </a:r>
            <a:r>
              <a:rPr lang="en-US" sz="960" b="0" u="none" strike="noStrike">
                <a:solidFill>
                  <a:srgbClr val="1A3A5C"/>
                </a:solidFill>
                <a:effectLst/>
                <a:uFillTx/>
                <a:latin typeface="Courier New"/>
                <a:ea typeface="Courier New"/>
              </a:rPr>
              <a:t>);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7" name=""/>
          <p:cNvSpPr txBox="1"/>
          <p:nvPr/>
        </p:nvSpPr>
        <p:spPr>
          <a:xfrm>
            <a:off x="476280" y="5281920"/>
            <a:ext cx="92588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Appears as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Interval N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bars in the timeline. </a:t>
            </a:r>
            <a:r>
              <a:rPr lang="en-US" sz="120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Statistics → Interval Analysis </a:t>
            </a:r>
            <a:r>
              <a:rPr lang="en-US" sz="120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gives min/avg/max/p95 and a distribution chart per interval ID.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2" name=""/>
          <p:cNvSpPr txBox="1"/>
          <p:nvPr/>
        </p:nvSpPr>
        <p:spPr>
          <a:xfrm>
            <a:off x="5401440" y="3010320"/>
            <a:ext cx="13899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Summary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3" name=""/>
          <p:cNvSpPr txBox="1"/>
          <p:nvPr/>
        </p:nvSpPr>
        <p:spPr>
          <a:xfrm>
            <a:off x="4736160" y="3610800"/>
            <a:ext cx="272088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20" b="0" u="none" strike="noStrike">
                <a:solidFill>
                  <a:srgbClr val="CCE3F8"/>
                </a:solidFill>
                <a:effectLst/>
                <a:uFillTx/>
                <a:latin typeface="Arial"/>
                <a:ea typeface="Arial"/>
              </a:rPr>
              <a:t>Symptom → Metric Quick Reference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4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8" name=""/>
          <p:cNvSpPr/>
          <p:nvPr/>
        </p:nvSpPr>
        <p:spPr>
          <a:xfrm>
            <a:off x="475920" y="1952280"/>
            <a:ext cx="11239920" cy="29160"/>
          </a:xfrm>
          <a:custGeom>
            <a:avLst/>
            <a:gdLst/>
            <a:ahLst/>
            <a:rect l="0" t="0" r="r" b="b"/>
            <a:pathLst>
              <a:path w="31222" h="81">
                <a:moveTo>
                  <a:pt x="0" y="0"/>
                </a:moveTo>
                <a:lnTo>
                  <a:pt x="31222" y="0"/>
                </a:lnTo>
                <a:lnTo>
                  <a:pt x="31222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9" name=""/>
          <p:cNvSpPr/>
          <p:nvPr/>
        </p:nvSpPr>
        <p:spPr>
          <a:xfrm>
            <a:off x="485640" y="213336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0" name=""/>
          <p:cNvSpPr/>
          <p:nvPr/>
        </p:nvSpPr>
        <p:spPr>
          <a:xfrm>
            <a:off x="2581200" y="213336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1" name=""/>
          <p:cNvSpPr/>
          <p:nvPr/>
        </p:nvSpPr>
        <p:spPr>
          <a:xfrm>
            <a:off x="5448240" y="213336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2" name=""/>
          <p:cNvSpPr/>
          <p:nvPr/>
        </p:nvSpPr>
        <p:spPr>
          <a:xfrm>
            <a:off x="485640" y="213336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3" name=""/>
          <p:cNvSpPr/>
          <p:nvPr/>
        </p:nvSpPr>
        <p:spPr>
          <a:xfrm>
            <a:off x="2581200" y="213336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4" name=""/>
          <p:cNvSpPr/>
          <p:nvPr/>
        </p:nvSpPr>
        <p:spPr>
          <a:xfrm>
            <a:off x="5448240" y="213336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5" name=""/>
          <p:cNvSpPr/>
          <p:nvPr/>
        </p:nvSpPr>
        <p:spPr>
          <a:xfrm>
            <a:off x="485640" y="244764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6" name=""/>
          <p:cNvSpPr/>
          <p:nvPr/>
        </p:nvSpPr>
        <p:spPr>
          <a:xfrm>
            <a:off x="2581200" y="244764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7" name=""/>
          <p:cNvSpPr/>
          <p:nvPr/>
        </p:nvSpPr>
        <p:spPr>
          <a:xfrm>
            <a:off x="5448240" y="244764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8" name=""/>
          <p:cNvSpPr/>
          <p:nvPr/>
        </p:nvSpPr>
        <p:spPr>
          <a:xfrm>
            <a:off x="485640" y="2761920"/>
            <a:ext cx="2095920" cy="305280"/>
          </a:xfrm>
          <a:custGeom>
            <a:avLst/>
            <a:gdLst/>
            <a:ahLst/>
            <a:rect l="0" t="0" r="r" b="b"/>
            <a:pathLst>
              <a:path w="5822" h="848">
                <a:moveTo>
                  <a:pt x="0" y="0"/>
                </a:moveTo>
                <a:lnTo>
                  <a:pt x="5822" y="0"/>
                </a:lnTo>
                <a:lnTo>
                  <a:pt x="58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9" name=""/>
          <p:cNvSpPr/>
          <p:nvPr/>
        </p:nvSpPr>
        <p:spPr>
          <a:xfrm>
            <a:off x="2581200" y="2761920"/>
            <a:ext cx="2867400" cy="305280"/>
          </a:xfrm>
          <a:custGeom>
            <a:avLst/>
            <a:gdLst/>
            <a:ahLst/>
            <a:rect l="0" t="0" r="r" b="b"/>
            <a:pathLst>
              <a:path w="7965" h="848">
                <a:moveTo>
                  <a:pt x="0" y="0"/>
                </a:moveTo>
                <a:lnTo>
                  <a:pt x="7965" y="0"/>
                </a:lnTo>
                <a:lnTo>
                  <a:pt x="796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0" name=""/>
          <p:cNvSpPr/>
          <p:nvPr/>
        </p:nvSpPr>
        <p:spPr>
          <a:xfrm>
            <a:off x="5448240" y="276192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1" name=""/>
          <p:cNvSpPr/>
          <p:nvPr/>
        </p:nvSpPr>
        <p:spPr>
          <a:xfrm>
            <a:off x="485640" y="2761920"/>
            <a:ext cx="2095920" cy="305280"/>
          </a:xfrm>
          <a:custGeom>
            <a:avLst/>
            <a:gdLst/>
            <a:ahLst/>
            <a:rect l="0" t="0" r="r" b="b"/>
            <a:pathLst>
              <a:path w="5822" h="848">
                <a:moveTo>
                  <a:pt x="0" y="0"/>
                </a:moveTo>
                <a:lnTo>
                  <a:pt x="5822" y="0"/>
                </a:lnTo>
                <a:lnTo>
                  <a:pt x="58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2" name=""/>
          <p:cNvSpPr/>
          <p:nvPr/>
        </p:nvSpPr>
        <p:spPr>
          <a:xfrm>
            <a:off x="2581200" y="2761920"/>
            <a:ext cx="2867400" cy="305280"/>
          </a:xfrm>
          <a:custGeom>
            <a:avLst/>
            <a:gdLst/>
            <a:ahLst/>
            <a:rect l="0" t="0" r="r" b="b"/>
            <a:pathLst>
              <a:path w="7965" h="848">
                <a:moveTo>
                  <a:pt x="0" y="0"/>
                </a:moveTo>
                <a:lnTo>
                  <a:pt x="7965" y="0"/>
                </a:lnTo>
                <a:lnTo>
                  <a:pt x="796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3" name=""/>
          <p:cNvSpPr/>
          <p:nvPr/>
        </p:nvSpPr>
        <p:spPr>
          <a:xfrm>
            <a:off x="5448240" y="276192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4" name=""/>
          <p:cNvSpPr/>
          <p:nvPr/>
        </p:nvSpPr>
        <p:spPr>
          <a:xfrm>
            <a:off x="485640" y="306684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5" name=""/>
          <p:cNvSpPr/>
          <p:nvPr/>
        </p:nvSpPr>
        <p:spPr>
          <a:xfrm>
            <a:off x="2581200" y="306684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6" name=""/>
          <p:cNvSpPr/>
          <p:nvPr/>
        </p:nvSpPr>
        <p:spPr>
          <a:xfrm>
            <a:off x="5448240" y="306684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7" name=""/>
          <p:cNvSpPr/>
          <p:nvPr/>
        </p:nvSpPr>
        <p:spPr>
          <a:xfrm>
            <a:off x="485640" y="338112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8" name=""/>
          <p:cNvSpPr/>
          <p:nvPr/>
        </p:nvSpPr>
        <p:spPr>
          <a:xfrm>
            <a:off x="2581200" y="338112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9" name=""/>
          <p:cNvSpPr/>
          <p:nvPr/>
        </p:nvSpPr>
        <p:spPr>
          <a:xfrm>
            <a:off x="5448240" y="338112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0" name=""/>
          <p:cNvSpPr/>
          <p:nvPr/>
        </p:nvSpPr>
        <p:spPr>
          <a:xfrm>
            <a:off x="485640" y="338112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1" name=""/>
          <p:cNvSpPr/>
          <p:nvPr/>
        </p:nvSpPr>
        <p:spPr>
          <a:xfrm>
            <a:off x="2581200" y="338112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2" name=""/>
          <p:cNvSpPr/>
          <p:nvPr/>
        </p:nvSpPr>
        <p:spPr>
          <a:xfrm>
            <a:off x="5448240" y="338112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3" name=""/>
          <p:cNvSpPr/>
          <p:nvPr/>
        </p:nvSpPr>
        <p:spPr>
          <a:xfrm>
            <a:off x="485640" y="3695400"/>
            <a:ext cx="2095920" cy="305280"/>
          </a:xfrm>
          <a:custGeom>
            <a:avLst/>
            <a:gdLst/>
            <a:ahLst/>
            <a:rect l="0" t="0" r="r" b="b"/>
            <a:pathLst>
              <a:path w="5822" h="848">
                <a:moveTo>
                  <a:pt x="0" y="0"/>
                </a:moveTo>
                <a:lnTo>
                  <a:pt x="5822" y="0"/>
                </a:lnTo>
                <a:lnTo>
                  <a:pt x="58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4" name=""/>
          <p:cNvSpPr/>
          <p:nvPr/>
        </p:nvSpPr>
        <p:spPr>
          <a:xfrm>
            <a:off x="2581200" y="3695400"/>
            <a:ext cx="2867400" cy="305280"/>
          </a:xfrm>
          <a:custGeom>
            <a:avLst/>
            <a:gdLst/>
            <a:ahLst/>
            <a:rect l="0" t="0" r="r" b="b"/>
            <a:pathLst>
              <a:path w="7965" h="848">
                <a:moveTo>
                  <a:pt x="0" y="0"/>
                </a:moveTo>
                <a:lnTo>
                  <a:pt x="7965" y="0"/>
                </a:lnTo>
                <a:lnTo>
                  <a:pt x="796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5" name=""/>
          <p:cNvSpPr/>
          <p:nvPr/>
        </p:nvSpPr>
        <p:spPr>
          <a:xfrm>
            <a:off x="5448240" y="369540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6" name=""/>
          <p:cNvSpPr/>
          <p:nvPr/>
        </p:nvSpPr>
        <p:spPr>
          <a:xfrm>
            <a:off x="485640" y="400032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7" name=""/>
          <p:cNvSpPr/>
          <p:nvPr/>
        </p:nvSpPr>
        <p:spPr>
          <a:xfrm>
            <a:off x="2581200" y="400032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8" name=""/>
          <p:cNvSpPr/>
          <p:nvPr/>
        </p:nvSpPr>
        <p:spPr>
          <a:xfrm>
            <a:off x="5448240" y="400032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9" name=""/>
          <p:cNvSpPr/>
          <p:nvPr/>
        </p:nvSpPr>
        <p:spPr>
          <a:xfrm>
            <a:off x="485640" y="400032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0" name=""/>
          <p:cNvSpPr/>
          <p:nvPr/>
        </p:nvSpPr>
        <p:spPr>
          <a:xfrm>
            <a:off x="2581200" y="400032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1" name=""/>
          <p:cNvSpPr/>
          <p:nvPr/>
        </p:nvSpPr>
        <p:spPr>
          <a:xfrm>
            <a:off x="5448240" y="400032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2" name=""/>
          <p:cNvSpPr/>
          <p:nvPr/>
        </p:nvSpPr>
        <p:spPr>
          <a:xfrm>
            <a:off x="485640" y="431460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3" name=""/>
          <p:cNvSpPr/>
          <p:nvPr/>
        </p:nvSpPr>
        <p:spPr>
          <a:xfrm>
            <a:off x="2581200" y="431460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4" name=""/>
          <p:cNvSpPr/>
          <p:nvPr/>
        </p:nvSpPr>
        <p:spPr>
          <a:xfrm>
            <a:off x="5448240" y="431460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5" name=""/>
          <p:cNvSpPr/>
          <p:nvPr/>
        </p:nvSpPr>
        <p:spPr>
          <a:xfrm>
            <a:off x="485640" y="4628880"/>
            <a:ext cx="2095920" cy="305280"/>
          </a:xfrm>
          <a:custGeom>
            <a:avLst/>
            <a:gdLst/>
            <a:ahLst/>
            <a:rect l="0" t="0" r="r" b="b"/>
            <a:pathLst>
              <a:path w="5822" h="848">
                <a:moveTo>
                  <a:pt x="0" y="0"/>
                </a:moveTo>
                <a:lnTo>
                  <a:pt x="5822" y="0"/>
                </a:lnTo>
                <a:lnTo>
                  <a:pt x="58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6" name=""/>
          <p:cNvSpPr/>
          <p:nvPr/>
        </p:nvSpPr>
        <p:spPr>
          <a:xfrm>
            <a:off x="2581200" y="4628880"/>
            <a:ext cx="2867400" cy="305280"/>
          </a:xfrm>
          <a:custGeom>
            <a:avLst/>
            <a:gdLst/>
            <a:ahLst/>
            <a:rect l="0" t="0" r="r" b="b"/>
            <a:pathLst>
              <a:path w="7965" h="848">
                <a:moveTo>
                  <a:pt x="0" y="0"/>
                </a:moveTo>
                <a:lnTo>
                  <a:pt x="7965" y="0"/>
                </a:lnTo>
                <a:lnTo>
                  <a:pt x="796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7" name=""/>
          <p:cNvSpPr/>
          <p:nvPr/>
        </p:nvSpPr>
        <p:spPr>
          <a:xfrm>
            <a:off x="5448240" y="462888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8" name=""/>
          <p:cNvSpPr/>
          <p:nvPr/>
        </p:nvSpPr>
        <p:spPr>
          <a:xfrm>
            <a:off x="485640" y="4628880"/>
            <a:ext cx="2095920" cy="305280"/>
          </a:xfrm>
          <a:custGeom>
            <a:avLst/>
            <a:gdLst/>
            <a:ahLst/>
            <a:rect l="0" t="0" r="r" b="b"/>
            <a:pathLst>
              <a:path w="5822" h="848">
                <a:moveTo>
                  <a:pt x="0" y="0"/>
                </a:moveTo>
                <a:lnTo>
                  <a:pt x="5822" y="0"/>
                </a:lnTo>
                <a:lnTo>
                  <a:pt x="582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9" name=""/>
          <p:cNvSpPr/>
          <p:nvPr/>
        </p:nvSpPr>
        <p:spPr>
          <a:xfrm>
            <a:off x="2581200" y="4628880"/>
            <a:ext cx="2867400" cy="305280"/>
          </a:xfrm>
          <a:custGeom>
            <a:avLst/>
            <a:gdLst/>
            <a:ahLst/>
            <a:rect l="0" t="0" r="r" b="b"/>
            <a:pathLst>
              <a:path w="7965" h="848">
                <a:moveTo>
                  <a:pt x="0" y="0"/>
                </a:moveTo>
                <a:lnTo>
                  <a:pt x="7965" y="0"/>
                </a:lnTo>
                <a:lnTo>
                  <a:pt x="7965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0" name=""/>
          <p:cNvSpPr/>
          <p:nvPr/>
        </p:nvSpPr>
        <p:spPr>
          <a:xfrm>
            <a:off x="5448240" y="4628880"/>
            <a:ext cx="3143520" cy="305280"/>
          </a:xfrm>
          <a:custGeom>
            <a:avLst/>
            <a:gdLst/>
            <a:ahLst/>
            <a:rect l="0" t="0" r="r" b="b"/>
            <a:pathLst>
              <a:path w="8732" h="848">
                <a:moveTo>
                  <a:pt x="0" y="0"/>
                </a:moveTo>
                <a:lnTo>
                  <a:pt x="8732" y="0"/>
                </a:lnTo>
                <a:lnTo>
                  <a:pt x="8732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F4F8F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1" name=""/>
          <p:cNvSpPr/>
          <p:nvPr/>
        </p:nvSpPr>
        <p:spPr>
          <a:xfrm>
            <a:off x="485640" y="4933800"/>
            <a:ext cx="2095920" cy="314640"/>
          </a:xfrm>
          <a:custGeom>
            <a:avLst/>
            <a:gdLst/>
            <a:ahLst/>
            <a:rect l="0" t="0" r="r" b="b"/>
            <a:pathLst>
              <a:path w="5822" h="874">
                <a:moveTo>
                  <a:pt x="0" y="0"/>
                </a:moveTo>
                <a:lnTo>
                  <a:pt x="5822" y="0"/>
                </a:lnTo>
                <a:lnTo>
                  <a:pt x="582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2" name=""/>
          <p:cNvSpPr/>
          <p:nvPr/>
        </p:nvSpPr>
        <p:spPr>
          <a:xfrm>
            <a:off x="2581200" y="4933800"/>
            <a:ext cx="2867400" cy="314640"/>
          </a:xfrm>
          <a:custGeom>
            <a:avLst/>
            <a:gdLst/>
            <a:ahLst/>
            <a:rect l="0" t="0" r="r" b="b"/>
            <a:pathLst>
              <a:path w="7965" h="874">
                <a:moveTo>
                  <a:pt x="0" y="0"/>
                </a:moveTo>
                <a:lnTo>
                  <a:pt x="7965" y="0"/>
                </a:lnTo>
                <a:lnTo>
                  <a:pt x="796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3" name=""/>
          <p:cNvSpPr/>
          <p:nvPr/>
        </p:nvSpPr>
        <p:spPr>
          <a:xfrm>
            <a:off x="5448240" y="4933800"/>
            <a:ext cx="3143520" cy="314640"/>
          </a:xfrm>
          <a:custGeom>
            <a:avLst/>
            <a:gdLst/>
            <a:ahLst/>
            <a:rect l="0" t="0" r="r" b="b"/>
            <a:pathLst>
              <a:path w="8732" h="874">
                <a:moveTo>
                  <a:pt x="0" y="0"/>
                </a:moveTo>
                <a:lnTo>
                  <a:pt x="8732" y="0"/>
                </a:lnTo>
                <a:lnTo>
                  <a:pt x="8732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4" name=""/>
          <p:cNvSpPr/>
          <p:nvPr/>
        </p:nvSpPr>
        <p:spPr>
          <a:xfrm>
            <a:off x="475920" y="21333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5" name=""/>
          <p:cNvSpPr/>
          <p:nvPr/>
        </p:nvSpPr>
        <p:spPr>
          <a:xfrm>
            <a:off x="475920" y="2133360"/>
            <a:ext cx="2105640" cy="10080"/>
          </a:xfrm>
          <a:custGeom>
            <a:avLst/>
            <a:gdLst/>
            <a:ahLst/>
            <a:rect l="0" t="0" r="r" b="b"/>
            <a:pathLst>
              <a:path w="5849" h="28">
                <a:moveTo>
                  <a:pt x="0" y="0"/>
                </a:moveTo>
                <a:lnTo>
                  <a:pt x="5849" y="0"/>
                </a:lnTo>
                <a:lnTo>
                  <a:pt x="5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6" name=""/>
          <p:cNvSpPr/>
          <p:nvPr/>
        </p:nvSpPr>
        <p:spPr>
          <a:xfrm>
            <a:off x="2571480" y="21333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7" name=""/>
          <p:cNvSpPr/>
          <p:nvPr/>
        </p:nvSpPr>
        <p:spPr>
          <a:xfrm>
            <a:off x="2581200" y="2133360"/>
            <a:ext cx="2876760" cy="10080"/>
          </a:xfrm>
          <a:custGeom>
            <a:avLst/>
            <a:gdLst/>
            <a:ahLst/>
            <a:rect l="0" t="0" r="r" b="b"/>
            <a:pathLst>
              <a:path w="7991" h="28">
                <a:moveTo>
                  <a:pt x="0" y="0"/>
                </a:moveTo>
                <a:lnTo>
                  <a:pt x="7991" y="0"/>
                </a:lnTo>
                <a:lnTo>
                  <a:pt x="7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8" name=""/>
          <p:cNvSpPr/>
          <p:nvPr/>
        </p:nvSpPr>
        <p:spPr>
          <a:xfrm>
            <a:off x="5448240" y="21333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9" name=""/>
          <p:cNvSpPr/>
          <p:nvPr/>
        </p:nvSpPr>
        <p:spPr>
          <a:xfrm>
            <a:off x="5457600" y="213336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0" name=""/>
          <p:cNvSpPr/>
          <p:nvPr/>
        </p:nvSpPr>
        <p:spPr>
          <a:xfrm>
            <a:off x="8591400" y="21333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1" name=""/>
          <p:cNvSpPr/>
          <p:nvPr/>
        </p:nvSpPr>
        <p:spPr>
          <a:xfrm>
            <a:off x="475920" y="243828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2" name=""/>
          <p:cNvSpPr/>
          <p:nvPr/>
        </p:nvSpPr>
        <p:spPr>
          <a:xfrm>
            <a:off x="2581200" y="243828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3" name=""/>
          <p:cNvSpPr/>
          <p:nvPr/>
        </p:nvSpPr>
        <p:spPr>
          <a:xfrm>
            <a:off x="5457600" y="24382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4" name=""/>
          <p:cNvSpPr/>
          <p:nvPr/>
        </p:nvSpPr>
        <p:spPr>
          <a:xfrm>
            <a:off x="475920" y="24476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5" name=""/>
          <p:cNvSpPr/>
          <p:nvPr/>
        </p:nvSpPr>
        <p:spPr>
          <a:xfrm>
            <a:off x="2571480" y="244764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6" name=""/>
          <p:cNvSpPr/>
          <p:nvPr/>
        </p:nvSpPr>
        <p:spPr>
          <a:xfrm>
            <a:off x="5448240" y="24476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7" name=""/>
          <p:cNvSpPr/>
          <p:nvPr/>
        </p:nvSpPr>
        <p:spPr>
          <a:xfrm>
            <a:off x="8591400" y="244764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8" name=""/>
          <p:cNvSpPr/>
          <p:nvPr/>
        </p:nvSpPr>
        <p:spPr>
          <a:xfrm>
            <a:off x="475920" y="2761920"/>
            <a:ext cx="10080" cy="315000"/>
          </a:xfrm>
          <a:custGeom>
            <a:avLst/>
            <a:gdLst/>
            <a:ahLst/>
            <a:rect l="0" t="0" r="r" b="b"/>
            <a:pathLst>
              <a:path w="28" h="875">
                <a:moveTo>
                  <a:pt x="0" y="0"/>
                </a:moveTo>
                <a:lnTo>
                  <a:pt x="28" y="0"/>
                </a:lnTo>
                <a:lnTo>
                  <a:pt x="28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9" name=""/>
          <p:cNvSpPr/>
          <p:nvPr/>
        </p:nvSpPr>
        <p:spPr>
          <a:xfrm>
            <a:off x="475920" y="275256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0" name=""/>
          <p:cNvSpPr/>
          <p:nvPr/>
        </p:nvSpPr>
        <p:spPr>
          <a:xfrm>
            <a:off x="2571480" y="2761920"/>
            <a:ext cx="10080" cy="315000"/>
          </a:xfrm>
          <a:custGeom>
            <a:avLst/>
            <a:gdLst/>
            <a:ahLst/>
            <a:rect l="0" t="0" r="r" b="b"/>
            <a:pathLst>
              <a:path w="28" h="875">
                <a:moveTo>
                  <a:pt x="0" y="0"/>
                </a:moveTo>
                <a:lnTo>
                  <a:pt x="28" y="0"/>
                </a:lnTo>
                <a:lnTo>
                  <a:pt x="28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1" name=""/>
          <p:cNvSpPr/>
          <p:nvPr/>
        </p:nvSpPr>
        <p:spPr>
          <a:xfrm>
            <a:off x="2581200" y="275256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2" name=""/>
          <p:cNvSpPr/>
          <p:nvPr/>
        </p:nvSpPr>
        <p:spPr>
          <a:xfrm>
            <a:off x="5448240" y="2761920"/>
            <a:ext cx="9720" cy="315000"/>
          </a:xfrm>
          <a:custGeom>
            <a:avLst/>
            <a:gdLst/>
            <a:ah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3" name=""/>
          <p:cNvSpPr/>
          <p:nvPr/>
        </p:nvSpPr>
        <p:spPr>
          <a:xfrm>
            <a:off x="5457600" y="275256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4" name=""/>
          <p:cNvSpPr/>
          <p:nvPr/>
        </p:nvSpPr>
        <p:spPr>
          <a:xfrm>
            <a:off x="8591400" y="2761920"/>
            <a:ext cx="9720" cy="315000"/>
          </a:xfrm>
          <a:custGeom>
            <a:avLst/>
            <a:gdLst/>
            <a:ah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5" name=""/>
          <p:cNvSpPr/>
          <p:nvPr/>
        </p:nvSpPr>
        <p:spPr>
          <a:xfrm>
            <a:off x="475920" y="30765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6" name=""/>
          <p:cNvSpPr/>
          <p:nvPr/>
        </p:nvSpPr>
        <p:spPr>
          <a:xfrm>
            <a:off x="475920" y="3066840"/>
            <a:ext cx="2105640" cy="10080"/>
          </a:xfrm>
          <a:custGeom>
            <a:avLst/>
            <a:gdLst/>
            <a:ahLst/>
            <a:rect l="0" t="0" r="r" b="b"/>
            <a:pathLst>
              <a:path w="5849" h="28">
                <a:moveTo>
                  <a:pt x="0" y="0"/>
                </a:moveTo>
                <a:lnTo>
                  <a:pt x="5849" y="0"/>
                </a:lnTo>
                <a:lnTo>
                  <a:pt x="5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7" name=""/>
          <p:cNvSpPr/>
          <p:nvPr/>
        </p:nvSpPr>
        <p:spPr>
          <a:xfrm>
            <a:off x="2571480" y="30765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8" name=""/>
          <p:cNvSpPr/>
          <p:nvPr/>
        </p:nvSpPr>
        <p:spPr>
          <a:xfrm>
            <a:off x="2581200" y="3066840"/>
            <a:ext cx="2876760" cy="10080"/>
          </a:xfrm>
          <a:custGeom>
            <a:avLst/>
            <a:gdLst/>
            <a:ahLst/>
            <a:rect l="0" t="0" r="r" b="b"/>
            <a:pathLst>
              <a:path w="7991" h="28">
                <a:moveTo>
                  <a:pt x="0" y="0"/>
                </a:moveTo>
                <a:lnTo>
                  <a:pt x="7991" y="0"/>
                </a:lnTo>
                <a:lnTo>
                  <a:pt x="7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9" name=""/>
          <p:cNvSpPr/>
          <p:nvPr/>
        </p:nvSpPr>
        <p:spPr>
          <a:xfrm>
            <a:off x="5448240" y="30765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0" name=""/>
          <p:cNvSpPr/>
          <p:nvPr/>
        </p:nvSpPr>
        <p:spPr>
          <a:xfrm>
            <a:off x="5457600" y="306684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1" name=""/>
          <p:cNvSpPr/>
          <p:nvPr/>
        </p:nvSpPr>
        <p:spPr>
          <a:xfrm>
            <a:off x="8591400" y="30765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2" name=""/>
          <p:cNvSpPr/>
          <p:nvPr/>
        </p:nvSpPr>
        <p:spPr>
          <a:xfrm>
            <a:off x="475920" y="3390840"/>
            <a:ext cx="10080" cy="304920"/>
          </a:xfrm>
          <a:custGeom>
            <a:avLst/>
            <a:gdLst/>
            <a:ah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3" name=""/>
          <p:cNvSpPr/>
          <p:nvPr/>
        </p:nvSpPr>
        <p:spPr>
          <a:xfrm>
            <a:off x="475920" y="3381120"/>
            <a:ext cx="2105640" cy="10080"/>
          </a:xfrm>
          <a:custGeom>
            <a:avLst/>
            <a:gdLst/>
            <a:ahLst/>
            <a:rect l="0" t="0" r="r" b="b"/>
            <a:pathLst>
              <a:path w="5849" h="28">
                <a:moveTo>
                  <a:pt x="0" y="0"/>
                </a:moveTo>
                <a:lnTo>
                  <a:pt x="5849" y="0"/>
                </a:lnTo>
                <a:lnTo>
                  <a:pt x="5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4" name=""/>
          <p:cNvSpPr/>
          <p:nvPr/>
        </p:nvSpPr>
        <p:spPr>
          <a:xfrm>
            <a:off x="2571480" y="3390840"/>
            <a:ext cx="10080" cy="304920"/>
          </a:xfrm>
          <a:custGeom>
            <a:avLst/>
            <a:gdLst/>
            <a:ah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5" name=""/>
          <p:cNvSpPr/>
          <p:nvPr/>
        </p:nvSpPr>
        <p:spPr>
          <a:xfrm>
            <a:off x="2581200" y="3381120"/>
            <a:ext cx="2876760" cy="10080"/>
          </a:xfrm>
          <a:custGeom>
            <a:avLst/>
            <a:gdLst/>
            <a:ahLst/>
            <a:rect l="0" t="0" r="r" b="b"/>
            <a:pathLst>
              <a:path w="7991" h="28">
                <a:moveTo>
                  <a:pt x="0" y="0"/>
                </a:moveTo>
                <a:lnTo>
                  <a:pt x="7991" y="0"/>
                </a:lnTo>
                <a:lnTo>
                  <a:pt x="7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6" name=""/>
          <p:cNvSpPr/>
          <p:nvPr/>
        </p:nvSpPr>
        <p:spPr>
          <a:xfrm>
            <a:off x="5448240" y="3390840"/>
            <a:ext cx="9720" cy="304920"/>
          </a:xfrm>
          <a:custGeom>
            <a:avLst/>
            <a:gdLst/>
            <a:ah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7" name=""/>
          <p:cNvSpPr/>
          <p:nvPr/>
        </p:nvSpPr>
        <p:spPr>
          <a:xfrm>
            <a:off x="5457600" y="338112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8" name=""/>
          <p:cNvSpPr/>
          <p:nvPr/>
        </p:nvSpPr>
        <p:spPr>
          <a:xfrm>
            <a:off x="8591400" y="3390840"/>
            <a:ext cx="9720" cy="304920"/>
          </a:xfrm>
          <a:custGeom>
            <a:avLst/>
            <a:gdLst/>
            <a:ah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9" name=""/>
          <p:cNvSpPr/>
          <p:nvPr/>
        </p:nvSpPr>
        <p:spPr>
          <a:xfrm>
            <a:off x="475920" y="36954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0" name=""/>
          <p:cNvSpPr/>
          <p:nvPr/>
        </p:nvSpPr>
        <p:spPr>
          <a:xfrm>
            <a:off x="475920" y="368604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1" name=""/>
          <p:cNvSpPr/>
          <p:nvPr/>
        </p:nvSpPr>
        <p:spPr>
          <a:xfrm>
            <a:off x="2571480" y="369540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2" name=""/>
          <p:cNvSpPr/>
          <p:nvPr/>
        </p:nvSpPr>
        <p:spPr>
          <a:xfrm>
            <a:off x="2581200" y="368604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3" name=""/>
          <p:cNvSpPr/>
          <p:nvPr/>
        </p:nvSpPr>
        <p:spPr>
          <a:xfrm>
            <a:off x="5448240" y="3695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4" name=""/>
          <p:cNvSpPr/>
          <p:nvPr/>
        </p:nvSpPr>
        <p:spPr>
          <a:xfrm>
            <a:off x="5457600" y="368604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5" name=""/>
          <p:cNvSpPr/>
          <p:nvPr/>
        </p:nvSpPr>
        <p:spPr>
          <a:xfrm>
            <a:off x="8591400" y="369540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6" name=""/>
          <p:cNvSpPr/>
          <p:nvPr/>
        </p:nvSpPr>
        <p:spPr>
          <a:xfrm>
            <a:off x="475920" y="4009680"/>
            <a:ext cx="10080" cy="315000"/>
          </a:xfrm>
          <a:custGeom>
            <a:avLst/>
            <a:gdLst/>
            <a:ahLst/>
            <a:rect l="0" t="0" r="r" b="b"/>
            <a:pathLst>
              <a:path w="28" h="875">
                <a:moveTo>
                  <a:pt x="0" y="0"/>
                </a:moveTo>
                <a:lnTo>
                  <a:pt x="28" y="0"/>
                </a:lnTo>
                <a:lnTo>
                  <a:pt x="28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7" name=""/>
          <p:cNvSpPr/>
          <p:nvPr/>
        </p:nvSpPr>
        <p:spPr>
          <a:xfrm>
            <a:off x="475920" y="400032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8" name=""/>
          <p:cNvSpPr/>
          <p:nvPr/>
        </p:nvSpPr>
        <p:spPr>
          <a:xfrm>
            <a:off x="2571480" y="4009680"/>
            <a:ext cx="10080" cy="315000"/>
          </a:xfrm>
          <a:custGeom>
            <a:avLst/>
            <a:gdLst/>
            <a:ahLst/>
            <a:rect l="0" t="0" r="r" b="b"/>
            <a:pathLst>
              <a:path w="28" h="875">
                <a:moveTo>
                  <a:pt x="0" y="0"/>
                </a:moveTo>
                <a:lnTo>
                  <a:pt x="28" y="0"/>
                </a:lnTo>
                <a:lnTo>
                  <a:pt x="28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9" name=""/>
          <p:cNvSpPr/>
          <p:nvPr/>
        </p:nvSpPr>
        <p:spPr>
          <a:xfrm>
            <a:off x="2581200" y="400032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0" name=""/>
          <p:cNvSpPr/>
          <p:nvPr/>
        </p:nvSpPr>
        <p:spPr>
          <a:xfrm>
            <a:off x="5448240" y="4009680"/>
            <a:ext cx="9720" cy="315000"/>
          </a:xfrm>
          <a:custGeom>
            <a:avLst/>
            <a:gdLst/>
            <a:ah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1" name=""/>
          <p:cNvSpPr/>
          <p:nvPr/>
        </p:nvSpPr>
        <p:spPr>
          <a:xfrm>
            <a:off x="5457600" y="400032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2" name=""/>
          <p:cNvSpPr/>
          <p:nvPr/>
        </p:nvSpPr>
        <p:spPr>
          <a:xfrm>
            <a:off x="8591400" y="4009680"/>
            <a:ext cx="9720" cy="315000"/>
          </a:xfrm>
          <a:custGeom>
            <a:avLst/>
            <a:gdLst/>
            <a:ahLst/>
            <a:rect l="0" t="0" r="r" b="b"/>
            <a:pathLst>
              <a:path w="27" h="875">
                <a:moveTo>
                  <a:pt x="0" y="0"/>
                </a:moveTo>
                <a:lnTo>
                  <a:pt x="27" y="0"/>
                </a:lnTo>
                <a:lnTo>
                  <a:pt x="27" y="875"/>
                </a:lnTo>
                <a:lnTo>
                  <a:pt x="0" y="875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3" name=""/>
          <p:cNvSpPr/>
          <p:nvPr/>
        </p:nvSpPr>
        <p:spPr>
          <a:xfrm>
            <a:off x="475920" y="4324320"/>
            <a:ext cx="10080" cy="304920"/>
          </a:xfrm>
          <a:custGeom>
            <a:avLst/>
            <a:gdLst/>
            <a:ah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4" name=""/>
          <p:cNvSpPr/>
          <p:nvPr/>
        </p:nvSpPr>
        <p:spPr>
          <a:xfrm>
            <a:off x="475920" y="4314600"/>
            <a:ext cx="2105640" cy="10080"/>
          </a:xfrm>
          <a:custGeom>
            <a:avLst/>
            <a:gdLst/>
            <a:ahLst/>
            <a:rect l="0" t="0" r="r" b="b"/>
            <a:pathLst>
              <a:path w="5849" h="28">
                <a:moveTo>
                  <a:pt x="0" y="0"/>
                </a:moveTo>
                <a:lnTo>
                  <a:pt x="5849" y="0"/>
                </a:lnTo>
                <a:lnTo>
                  <a:pt x="58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5" name=""/>
          <p:cNvSpPr/>
          <p:nvPr/>
        </p:nvSpPr>
        <p:spPr>
          <a:xfrm>
            <a:off x="2571480" y="4324320"/>
            <a:ext cx="10080" cy="304920"/>
          </a:xfrm>
          <a:custGeom>
            <a:avLst/>
            <a:gdLst/>
            <a:ahLst/>
            <a:rect l="0" t="0" r="r" b="b"/>
            <a:pathLst>
              <a:path w="28" h="847">
                <a:moveTo>
                  <a:pt x="0" y="0"/>
                </a:moveTo>
                <a:lnTo>
                  <a:pt x="28" y="0"/>
                </a:lnTo>
                <a:lnTo>
                  <a:pt x="28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6" name=""/>
          <p:cNvSpPr/>
          <p:nvPr/>
        </p:nvSpPr>
        <p:spPr>
          <a:xfrm>
            <a:off x="2581200" y="4314600"/>
            <a:ext cx="2876760" cy="10080"/>
          </a:xfrm>
          <a:custGeom>
            <a:avLst/>
            <a:gdLst/>
            <a:ahLst/>
            <a:rect l="0" t="0" r="r" b="b"/>
            <a:pathLst>
              <a:path w="7991" h="28">
                <a:moveTo>
                  <a:pt x="0" y="0"/>
                </a:moveTo>
                <a:lnTo>
                  <a:pt x="7991" y="0"/>
                </a:lnTo>
                <a:lnTo>
                  <a:pt x="79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7" name=""/>
          <p:cNvSpPr/>
          <p:nvPr/>
        </p:nvSpPr>
        <p:spPr>
          <a:xfrm>
            <a:off x="5448240" y="4324320"/>
            <a:ext cx="9720" cy="304920"/>
          </a:xfrm>
          <a:custGeom>
            <a:avLst/>
            <a:gdLst/>
            <a:ah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8" name=""/>
          <p:cNvSpPr/>
          <p:nvPr/>
        </p:nvSpPr>
        <p:spPr>
          <a:xfrm>
            <a:off x="5457600" y="4314600"/>
            <a:ext cx="3143520" cy="10080"/>
          </a:xfrm>
          <a:custGeom>
            <a:avLst/>
            <a:gdLst/>
            <a:ahLst/>
            <a:rect l="0" t="0" r="r" b="b"/>
            <a:pathLst>
              <a:path w="8732" h="28">
                <a:moveTo>
                  <a:pt x="0" y="0"/>
                </a:moveTo>
                <a:lnTo>
                  <a:pt x="8732" y="0"/>
                </a:lnTo>
                <a:lnTo>
                  <a:pt x="873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9" name=""/>
          <p:cNvSpPr/>
          <p:nvPr/>
        </p:nvSpPr>
        <p:spPr>
          <a:xfrm>
            <a:off x="8591400" y="4324320"/>
            <a:ext cx="9720" cy="304920"/>
          </a:xfrm>
          <a:custGeom>
            <a:avLst/>
            <a:gdLst/>
            <a:ahLst/>
            <a:rect l="0" t="0" r="r" b="b"/>
            <a:pathLst>
              <a:path w="27" h="847">
                <a:moveTo>
                  <a:pt x="0" y="0"/>
                </a:moveTo>
                <a:lnTo>
                  <a:pt x="27" y="0"/>
                </a:lnTo>
                <a:lnTo>
                  <a:pt x="27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0" name=""/>
          <p:cNvSpPr/>
          <p:nvPr/>
        </p:nvSpPr>
        <p:spPr>
          <a:xfrm>
            <a:off x="475920" y="46288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1" name=""/>
          <p:cNvSpPr/>
          <p:nvPr/>
        </p:nvSpPr>
        <p:spPr>
          <a:xfrm>
            <a:off x="475920" y="461952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2" name=""/>
          <p:cNvSpPr/>
          <p:nvPr/>
        </p:nvSpPr>
        <p:spPr>
          <a:xfrm>
            <a:off x="2571480" y="462888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3" name=""/>
          <p:cNvSpPr/>
          <p:nvPr/>
        </p:nvSpPr>
        <p:spPr>
          <a:xfrm>
            <a:off x="2581200" y="461952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4" name=""/>
          <p:cNvSpPr/>
          <p:nvPr/>
        </p:nvSpPr>
        <p:spPr>
          <a:xfrm>
            <a:off x="5448240" y="46288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5" name=""/>
          <p:cNvSpPr/>
          <p:nvPr/>
        </p:nvSpPr>
        <p:spPr>
          <a:xfrm>
            <a:off x="5457600" y="461952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6" name=""/>
          <p:cNvSpPr/>
          <p:nvPr/>
        </p:nvSpPr>
        <p:spPr>
          <a:xfrm>
            <a:off x="8591400" y="462888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7" name=""/>
          <p:cNvSpPr/>
          <p:nvPr/>
        </p:nvSpPr>
        <p:spPr>
          <a:xfrm>
            <a:off x="475920" y="49431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8" name=""/>
          <p:cNvSpPr/>
          <p:nvPr/>
        </p:nvSpPr>
        <p:spPr>
          <a:xfrm>
            <a:off x="475920" y="493380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9" name=""/>
          <p:cNvSpPr/>
          <p:nvPr/>
        </p:nvSpPr>
        <p:spPr>
          <a:xfrm>
            <a:off x="2571480" y="4943160"/>
            <a:ext cx="10080" cy="314640"/>
          </a:xfrm>
          <a:custGeom>
            <a:avLst/>
            <a:gdLst/>
            <a:ah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0" name=""/>
          <p:cNvSpPr/>
          <p:nvPr/>
        </p:nvSpPr>
        <p:spPr>
          <a:xfrm>
            <a:off x="2581200" y="493380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1" name=""/>
          <p:cNvSpPr/>
          <p:nvPr/>
        </p:nvSpPr>
        <p:spPr>
          <a:xfrm>
            <a:off x="5448240" y="49431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2" name=""/>
          <p:cNvSpPr/>
          <p:nvPr/>
        </p:nvSpPr>
        <p:spPr>
          <a:xfrm>
            <a:off x="5457600" y="493380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3" name=""/>
          <p:cNvSpPr/>
          <p:nvPr/>
        </p:nvSpPr>
        <p:spPr>
          <a:xfrm>
            <a:off x="8591400" y="4943160"/>
            <a:ext cx="9720" cy="314640"/>
          </a:xfrm>
          <a:custGeom>
            <a:avLst/>
            <a:gdLst/>
            <a:ah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4" name=""/>
          <p:cNvSpPr/>
          <p:nvPr/>
        </p:nvSpPr>
        <p:spPr>
          <a:xfrm>
            <a:off x="475920" y="5248080"/>
            <a:ext cx="2105640" cy="9720"/>
          </a:xfrm>
          <a:custGeom>
            <a:avLst/>
            <a:gdLst/>
            <a:ahLst/>
            <a:rect l="0" t="0" r="r" b="b"/>
            <a:pathLst>
              <a:path w="5849" h="27">
                <a:moveTo>
                  <a:pt x="0" y="0"/>
                </a:moveTo>
                <a:lnTo>
                  <a:pt x="5849" y="0"/>
                </a:lnTo>
                <a:lnTo>
                  <a:pt x="58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5" name=""/>
          <p:cNvSpPr/>
          <p:nvPr/>
        </p:nvSpPr>
        <p:spPr>
          <a:xfrm>
            <a:off x="2581200" y="5248080"/>
            <a:ext cx="2876760" cy="9720"/>
          </a:xfrm>
          <a:custGeom>
            <a:avLst/>
            <a:gdLst/>
            <a:ahLst/>
            <a:rect l="0" t="0" r="r" b="b"/>
            <a:pathLst>
              <a:path w="7991" h="27">
                <a:moveTo>
                  <a:pt x="0" y="0"/>
                </a:moveTo>
                <a:lnTo>
                  <a:pt x="7991" y="0"/>
                </a:lnTo>
                <a:lnTo>
                  <a:pt x="79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6" name=""/>
          <p:cNvSpPr/>
          <p:nvPr/>
        </p:nvSpPr>
        <p:spPr>
          <a:xfrm>
            <a:off x="5457600" y="5248080"/>
            <a:ext cx="3143520" cy="9720"/>
          </a:xfrm>
          <a:custGeom>
            <a:avLst/>
            <a:gdLst/>
            <a:ahLst/>
            <a:rect l="0" t="0" r="r" b="b"/>
            <a:pathLst>
              <a:path w="8732" h="27">
                <a:moveTo>
                  <a:pt x="0" y="0"/>
                </a:moveTo>
                <a:lnTo>
                  <a:pt x="8732" y="0"/>
                </a:lnTo>
                <a:lnTo>
                  <a:pt x="873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7" name=""/>
          <p:cNvSpPr txBox="1"/>
          <p:nvPr/>
        </p:nvSpPr>
        <p:spPr>
          <a:xfrm>
            <a:off x="476280" y="1608120"/>
            <a:ext cx="3401280" cy="273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20" b="1" u="none" strike="noStrike">
                <a:solidFill>
                  <a:srgbClr val="0D2B4E"/>
                </a:solidFill>
                <a:effectLst/>
                <a:uFillTx/>
                <a:latin typeface="Arial"/>
                <a:ea typeface="Arial"/>
              </a:rPr>
              <a:t>Symptom → Root Cause Map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8" name=""/>
          <p:cNvSpPr txBox="1"/>
          <p:nvPr/>
        </p:nvSpPr>
        <p:spPr>
          <a:xfrm>
            <a:off x="946080" y="2220480"/>
            <a:ext cx="1167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Observed symptom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9" name=""/>
          <p:cNvSpPr txBox="1"/>
          <p:nvPr/>
        </p:nvSpPr>
        <p:spPr>
          <a:xfrm>
            <a:off x="3722760" y="2220480"/>
            <a:ext cx="584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Start here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0" name=""/>
          <p:cNvSpPr txBox="1"/>
          <p:nvPr/>
        </p:nvSpPr>
        <p:spPr>
          <a:xfrm>
            <a:off x="6679800" y="2220480"/>
            <a:ext cx="6883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Then check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1" name=""/>
          <p:cNvSpPr txBox="1"/>
          <p:nvPr/>
        </p:nvSpPr>
        <p:spPr>
          <a:xfrm>
            <a:off x="609480" y="2525400"/>
            <a:ext cx="1361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 misses its deadline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2" name=""/>
          <p:cNvSpPr txBox="1"/>
          <p:nvPr/>
        </p:nvSpPr>
        <p:spPr>
          <a:xfrm>
            <a:off x="2706120" y="2525400"/>
            <a:ext cx="16880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Execution Time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(WCET, p95)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3" name=""/>
          <p:cNvSpPr txBox="1"/>
          <p:nvPr/>
        </p:nvSpPr>
        <p:spPr>
          <a:xfrm>
            <a:off x="5580000" y="2525400"/>
            <a:ext cx="2737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Preemption Chain · Blocking · Priority Inheritance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4" name=""/>
          <p:cNvSpPr txBox="1"/>
          <p:nvPr/>
        </p:nvSpPr>
        <p:spPr>
          <a:xfrm>
            <a:off x="609480" y="2839680"/>
            <a:ext cx="18554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 waits too long between runs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5" name=""/>
          <p:cNvSpPr txBox="1"/>
          <p:nvPr/>
        </p:nvSpPr>
        <p:spPr>
          <a:xfrm>
            <a:off x="2706120" y="2839680"/>
            <a:ext cx="15213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Blocking Time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(Max / p95)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6" name=""/>
          <p:cNvSpPr txBox="1"/>
          <p:nvPr/>
        </p:nvSpPr>
        <p:spPr>
          <a:xfrm>
            <a:off x="5580000" y="2839680"/>
            <a:ext cx="2890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Preemption Chain · Mutex/Semaphore · Inter-Arrival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7" name=""/>
          <p:cNvSpPr txBox="1"/>
          <p:nvPr/>
        </p:nvSpPr>
        <p:spPr>
          <a:xfrm>
            <a:off x="609480" y="3153960"/>
            <a:ext cx="155664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SMP cores unevenly loaded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8" name=""/>
          <p:cNvSpPr txBox="1"/>
          <p:nvPr/>
        </p:nvSpPr>
        <p:spPr>
          <a:xfrm>
            <a:off x="2706120" y="3153960"/>
            <a:ext cx="2167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Utilisation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(Load Balance Score)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9" name=""/>
          <p:cNvSpPr txBox="1"/>
          <p:nvPr/>
        </p:nvSpPr>
        <p:spPr>
          <a:xfrm>
            <a:off x="5580000" y="3153960"/>
            <a:ext cx="2785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Migrations · Core Affinity · Preemption Chain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0" name=""/>
          <p:cNvSpPr txBox="1"/>
          <p:nvPr/>
        </p:nvSpPr>
        <p:spPr>
          <a:xfrm>
            <a:off x="609480" y="3468240"/>
            <a:ext cx="1271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Lock-related slowdown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1" name=""/>
          <p:cNvSpPr txBox="1"/>
          <p:nvPr/>
        </p:nvSpPr>
        <p:spPr>
          <a:xfrm>
            <a:off x="2706120" y="3468240"/>
            <a:ext cx="26190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Mutex/Semaphore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(Issue count, Core bounce)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2" name=""/>
          <p:cNvSpPr txBox="1"/>
          <p:nvPr/>
        </p:nvSpPr>
        <p:spPr>
          <a:xfrm>
            <a:off x="5580000" y="3468240"/>
            <a:ext cx="28900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Blocking Time · Preemption Chain · Core Migrations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3" name=""/>
          <p:cNvSpPr txBox="1"/>
          <p:nvPr/>
        </p:nvSpPr>
        <p:spPr>
          <a:xfrm>
            <a:off x="609480" y="3773160"/>
            <a:ext cx="15289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Priority inversion suspected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4" name=""/>
          <p:cNvSpPr txBox="1"/>
          <p:nvPr/>
        </p:nvSpPr>
        <p:spPr>
          <a:xfrm>
            <a:off x="2706120" y="3773160"/>
            <a:ext cx="20145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Priority Inheritance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(L/M/H pattern)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5" name=""/>
          <p:cNvSpPr txBox="1"/>
          <p:nvPr/>
        </p:nvSpPr>
        <p:spPr>
          <a:xfrm>
            <a:off x="5580000" y="3773160"/>
            <a:ext cx="2327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Mutex/Semaphore pairing · Blocking Time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6" name=""/>
          <p:cNvSpPr txBox="1"/>
          <p:nvPr/>
        </p:nvSpPr>
        <p:spPr>
          <a:xfrm>
            <a:off x="609480" y="4087440"/>
            <a:ext cx="1556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Tasks migrating excessively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7" name=""/>
          <p:cNvSpPr txBox="1"/>
          <p:nvPr/>
        </p:nvSpPr>
        <p:spPr>
          <a:xfrm>
            <a:off x="2706120" y="4087440"/>
            <a:ext cx="197316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Core Migrations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(Rate, Ping-pong)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8" name=""/>
          <p:cNvSpPr txBox="1"/>
          <p:nvPr/>
        </p:nvSpPr>
        <p:spPr>
          <a:xfrm>
            <a:off x="5580000" y="4087440"/>
            <a:ext cx="24037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Migration Heatmap · Core Affinity violations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9" name=""/>
          <p:cNvSpPr txBox="1"/>
          <p:nvPr/>
        </p:nvSpPr>
        <p:spPr>
          <a:xfrm>
            <a:off x="609480" y="4401720"/>
            <a:ext cx="16326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Tick irregularity / missed ticks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0" name=""/>
          <p:cNvSpPr txBox="1"/>
          <p:nvPr/>
        </p:nvSpPr>
        <p:spPr>
          <a:xfrm>
            <a:off x="2706120" y="4401720"/>
            <a:ext cx="11602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Trace Health (TICK)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1" name=""/>
          <p:cNvSpPr txBox="1"/>
          <p:nvPr/>
        </p:nvSpPr>
        <p:spPr>
          <a:xfrm>
            <a:off x="5580000" y="4401720"/>
            <a:ext cx="2813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Execution Time Per Slice (long slices blocking tick)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2" name=""/>
          <p:cNvSpPr txBox="1"/>
          <p:nvPr/>
        </p:nvSpPr>
        <p:spPr>
          <a:xfrm>
            <a:off x="609480" y="4706640"/>
            <a:ext cx="166752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Memory or counter regression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3" name=""/>
          <p:cNvSpPr txBox="1"/>
          <p:nvPr/>
        </p:nvSpPr>
        <p:spPr>
          <a:xfrm>
            <a:off x="2706120" y="4706640"/>
            <a:ext cx="7714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Tag Analysis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4" name=""/>
          <p:cNvSpPr txBox="1"/>
          <p:nvPr/>
        </p:nvSpPr>
        <p:spPr>
          <a:xfrm>
            <a:off x="5580000" y="4706640"/>
            <a:ext cx="1994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Interval Analysis for the owning task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5" name=""/>
          <p:cNvSpPr txBox="1"/>
          <p:nvPr/>
        </p:nvSpPr>
        <p:spPr>
          <a:xfrm>
            <a:off x="609480" y="5020920"/>
            <a:ext cx="11746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Code region too slow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6" name=""/>
          <p:cNvSpPr txBox="1"/>
          <p:nvPr/>
        </p:nvSpPr>
        <p:spPr>
          <a:xfrm>
            <a:off x="2706120" y="5020920"/>
            <a:ext cx="175788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Interval Analysis </a:t>
            </a:r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(WCET, p95)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7" name=""/>
          <p:cNvSpPr txBox="1"/>
          <p:nvPr/>
        </p:nvSpPr>
        <p:spPr>
          <a:xfrm>
            <a:off x="5580000" y="5020920"/>
            <a:ext cx="2480400" cy="13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Arial"/>
                <a:ea typeface="Arial"/>
              </a:rPr>
              <a:t>Execution Time Per Slice for the owning task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8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29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1" name=""/>
          <p:cNvSpPr/>
          <p:nvPr/>
        </p:nvSpPr>
        <p:spPr>
          <a:xfrm>
            <a:off x="0" y="0"/>
            <a:ext cx="149040" cy="149040"/>
          </a:xfrm>
          <a:custGeom>
            <a:avLst/>
            <a:gdLst/>
            <a:ahLst/>
            <a:rect l="0" t="0" r="r" b="b"/>
            <a:pathLst>
              <a:path w="414" h="414">
                <a:moveTo>
                  <a:pt x="0" y="0"/>
                </a:moveTo>
                <a:lnTo>
                  <a:pt x="0" y="414"/>
                </a:lnTo>
                <a:lnTo>
                  <a:pt x="414" y="0"/>
                </a:lnTo>
                <a:lnTo>
                  <a:pt x="0" y="0"/>
                </a:lnTo>
                <a:close/>
              </a:path>
            </a:pathLst>
          </a:custGeom>
          <a:solidFill>
            <a:srgbClr val="0D2B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2" name=""/>
          <p:cNvSpPr/>
          <p:nvPr/>
        </p:nvSpPr>
        <p:spPr>
          <a:xfrm>
            <a:off x="0" y="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413" y="0"/>
                </a:moveTo>
                <a:lnTo>
                  <a:pt x="0" y="413"/>
                </a:lnTo>
                <a:lnTo>
                  <a:pt x="0" y="827"/>
                </a:lnTo>
                <a:lnTo>
                  <a:pt x="827" y="0"/>
                </a:lnTo>
                <a:lnTo>
                  <a:pt x="413" y="0"/>
                </a:lnTo>
                <a:close/>
              </a:path>
            </a:pathLst>
          </a:custGeom>
          <a:solidFill>
            <a:srgbClr val="0D2C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3" name=""/>
          <p:cNvSpPr/>
          <p:nvPr/>
        </p:nvSpPr>
        <p:spPr>
          <a:xfrm>
            <a:off x="0" y="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827" y="0"/>
                </a:moveTo>
                <a:lnTo>
                  <a:pt x="0" y="827"/>
                </a:lnTo>
                <a:lnTo>
                  <a:pt x="0" y="1241"/>
                </a:lnTo>
                <a:lnTo>
                  <a:pt x="1241" y="0"/>
                </a:lnTo>
                <a:lnTo>
                  <a:pt x="827" y="0"/>
                </a:lnTo>
                <a:close/>
              </a:path>
            </a:pathLst>
          </a:custGeom>
          <a:solidFill>
            <a:srgbClr val="0D2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4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241" y="0"/>
                </a:moveTo>
                <a:lnTo>
                  <a:pt x="0" y="1241"/>
                </a:lnTo>
                <a:lnTo>
                  <a:pt x="0" y="1654"/>
                </a:lnTo>
                <a:lnTo>
                  <a:pt x="1654" y="0"/>
                </a:lnTo>
                <a:lnTo>
                  <a:pt x="1241" y="0"/>
                </a:lnTo>
                <a:close/>
              </a:path>
            </a:pathLst>
          </a:custGeom>
          <a:solidFill>
            <a:srgbClr val="0D2D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5" name=""/>
          <p:cNvSpPr/>
          <p:nvPr/>
        </p:nvSpPr>
        <p:spPr>
          <a:xfrm>
            <a:off x="0" y="0"/>
            <a:ext cx="744480" cy="744480"/>
          </a:xfrm>
          <a:custGeom>
            <a:avLst/>
            <a:gdLst/>
            <a:ahLst/>
            <a:rect l="0" t="0" r="r" b="b"/>
            <a:pathLst>
              <a:path w="2068" h="2068">
                <a:moveTo>
                  <a:pt x="1654" y="0"/>
                </a:moveTo>
                <a:lnTo>
                  <a:pt x="0" y="1654"/>
                </a:lnTo>
                <a:lnTo>
                  <a:pt x="0" y="2068"/>
                </a:lnTo>
                <a:lnTo>
                  <a:pt x="2068" y="0"/>
                </a:lnTo>
                <a:lnTo>
                  <a:pt x="1654" y="0"/>
                </a:lnTo>
                <a:close/>
              </a:path>
            </a:pathLst>
          </a:custGeom>
          <a:solidFill>
            <a:srgbClr val="0D2D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6" name=""/>
          <p:cNvSpPr/>
          <p:nvPr/>
        </p:nvSpPr>
        <p:spPr>
          <a:xfrm>
            <a:off x="0" y="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068" y="0"/>
                </a:moveTo>
                <a:lnTo>
                  <a:pt x="0" y="2068"/>
                </a:lnTo>
                <a:lnTo>
                  <a:pt x="0" y="2481"/>
                </a:lnTo>
                <a:lnTo>
                  <a:pt x="2481" y="0"/>
                </a:lnTo>
                <a:lnTo>
                  <a:pt x="2068" y="0"/>
                </a:lnTo>
                <a:close/>
              </a:path>
            </a:pathLst>
          </a:custGeom>
          <a:solidFill>
            <a:srgbClr val="0E2E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7" name=""/>
          <p:cNvSpPr/>
          <p:nvPr/>
        </p:nvSpPr>
        <p:spPr>
          <a:xfrm>
            <a:off x="0" y="0"/>
            <a:ext cx="1041840" cy="1041840"/>
          </a:xfrm>
          <a:custGeom>
            <a:avLst/>
            <a:gdLst/>
            <a:ahLst/>
            <a:rect l="0" t="0" r="r" b="b"/>
            <a:pathLst>
              <a:path w="2894" h="2894">
                <a:moveTo>
                  <a:pt x="2481" y="0"/>
                </a:moveTo>
                <a:lnTo>
                  <a:pt x="0" y="2481"/>
                </a:lnTo>
                <a:lnTo>
                  <a:pt x="0" y="2894"/>
                </a:lnTo>
                <a:lnTo>
                  <a:pt x="2894" y="0"/>
                </a:lnTo>
                <a:lnTo>
                  <a:pt x="2481" y="0"/>
                </a:lnTo>
                <a:close/>
              </a:path>
            </a:pathLst>
          </a:custGeom>
          <a:solidFill>
            <a:srgbClr val="0E2E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8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2894" y="0"/>
                </a:moveTo>
                <a:lnTo>
                  <a:pt x="0" y="2894"/>
                </a:lnTo>
                <a:lnTo>
                  <a:pt x="0" y="3308"/>
                </a:lnTo>
                <a:lnTo>
                  <a:pt x="3308" y="0"/>
                </a:lnTo>
                <a:lnTo>
                  <a:pt x="2894" y="0"/>
                </a:lnTo>
                <a:close/>
              </a:path>
            </a:pathLst>
          </a:custGeom>
          <a:solidFill>
            <a:srgbClr val="0E2F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9" name=""/>
          <p:cNvSpPr/>
          <p:nvPr/>
        </p:nvSpPr>
        <p:spPr>
          <a:xfrm>
            <a:off x="0" y="0"/>
            <a:ext cx="1339560" cy="1339560"/>
          </a:xfrm>
          <a:custGeom>
            <a:avLst/>
            <a:gdLst/>
            <a:ahLst/>
            <a:rect l="0" t="0" r="r" b="b"/>
            <a:pathLst>
              <a:path w="3721" h="3721">
                <a:moveTo>
                  <a:pt x="3308" y="0"/>
                </a:moveTo>
                <a:lnTo>
                  <a:pt x="0" y="3308"/>
                </a:lnTo>
                <a:lnTo>
                  <a:pt x="0" y="3721"/>
                </a:lnTo>
                <a:lnTo>
                  <a:pt x="372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E2F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0" name=""/>
          <p:cNvSpPr/>
          <p:nvPr/>
        </p:nvSpPr>
        <p:spPr>
          <a:xfrm>
            <a:off x="0" y="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3721" y="0"/>
                </a:moveTo>
                <a:lnTo>
                  <a:pt x="0" y="3721"/>
                </a:lnTo>
                <a:lnTo>
                  <a:pt x="0" y="4135"/>
                </a:lnTo>
                <a:lnTo>
                  <a:pt x="4135" y="0"/>
                </a:lnTo>
                <a:lnTo>
                  <a:pt x="3721" y="0"/>
                </a:lnTo>
                <a:close/>
              </a:path>
            </a:pathLst>
          </a:custGeom>
          <a:solidFill>
            <a:srgbClr val="0E3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1" name=""/>
          <p:cNvSpPr/>
          <p:nvPr/>
        </p:nvSpPr>
        <p:spPr>
          <a:xfrm>
            <a:off x="0" y="0"/>
            <a:ext cx="1637280" cy="1637280"/>
          </a:xfrm>
          <a:custGeom>
            <a:avLst/>
            <a:gdLst/>
            <a:ahLst/>
            <a:rect l="0" t="0" r="r" b="b"/>
            <a:pathLst>
              <a:path w="4548" h="4548">
                <a:moveTo>
                  <a:pt x="4135" y="0"/>
                </a:moveTo>
                <a:lnTo>
                  <a:pt x="0" y="4135"/>
                </a:lnTo>
                <a:lnTo>
                  <a:pt x="0" y="4548"/>
                </a:lnTo>
                <a:lnTo>
                  <a:pt x="4548" y="0"/>
                </a:lnTo>
                <a:lnTo>
                  <a:pt x="4135" y="0"/>
                </a:lnTo>
                <a:close/>
              </a:path>
            </a:pathLst>
          </a:custGeom>
          <a:solidFill>
            <a:srgbClr val="0E3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2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4548" y="0"/>
                </a:moveTo>
                <a:lnTo>
                  <a:pt x="0" y="4548"/>
                </a:lnTo>
                <a:lnTo>
                  <a:pt x="0" y="4961"/>
                </a:lnTo>
                <a:lnTo>
                  <a:pt x="4961" y="0"/>
                </a:lnTo>
                <a:lnTo>
                  <a:pt x="4548" y="0"/>
                </a:lnTo>
                <a:close/>
              </a:path>
            </a:pathLst>
          </a:custGeom>
          <a:solidFill>
            <a:srgbClr val="0E31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3" name=""/>
          <p:cNvSpPr/>
          <p:nvPr/>
        </p:nvSpPr>
        <p:spPr>
          <a:xfrm>
            <a:off x="0" y="0"/>
            <a:ext cx="1935000" cy="1935000"/>
          </a:xfrm>
          <a:custGeom>
            <a:avLst/>
            <a:gdLst/>
            <a:ahLst/>
            <a:rect l="0" t="0" r="r" b="b"/>
            <a:pathLst>
              <a:path w="5375" h="5375">
                <a:moveTo>
                  <a:pt x="4961" y="0"/>
                </a:moveTo>
                <a:lnTo>
                  <a:pt x="0" y="4961"/>
                </a:lnTo>
                <a:lnTo>
                  <a:pt x="0" y="5375"/>
                </a:lnTo>
                <a:lnTo>
                  <a:pt x="537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0E32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4" name=""/>
          <p:cNvSpPr/>
          <p:nvPr/>
        </p:nvSpPr>
        <p:spPr>
          <a:xfrm>
            <a:off x="0" y="0"/>
            <a:ext cx="2083680" cy="2083680"/>
          </a:xfrm>
          <a:custGeom>
            <a:avLst/>
            <a:gdLst/>
            <a:ahLst/>
            <a:rect l="0" t="0" r="r" b="b"/>
            <a:pathLst>
              <a:path w="5788" h="5788">
                <a:moveTo>
                  <a:pt x="5375" y="0"/>
                </a:moveTo>
                <a:lnTo>
                  <a:pt x="0" y="5375"/>
                </a:lnTo>
                <a:lnTo>
                  <a:pt x="0" y="5788"/>
                </a:lnTo>
                <a:lnTo>
                  <a:pt x="5788" y="0"/>
                </a:lnTo>
                <a:lnTo>
                  <a:pt x="5375" y="0"/>
                </a:lnTo>
                <a:close/>
              </a:path>
            </a:pathLst>
          </a:custGeom>
          <a:solidFill>
            <a:srgbClr val="0E32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5" name=""/>
          <p:cNvSpPr/>
          <p:nvPr/>
        </p:nvSpPr>
        <p:spPr>
          <a:xfrm>
            <a:off x="0" y="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5788" y="0"/>
                </a:moveTo>
                <a:lnTo>
                  <a:pt x="0" y="5788"/>
                </a:lnTo>
                <a:lnTo>
                  <a:pt x="0" y="6202"/>
                </a:lnTo>
                <a:lnTo>
                  <a:pt x="6202" y="0"/>
                </a:lnTo>
                <a:lnTo>
                  <a:pt x="5788" y="0"/>
                </a:lnTo>
                <a:close/>
              </a:path>
            </a:pathLst>
          </a:custGeom>
          <a:solidFill>
            <a:srgbClr val="0E33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6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202" y="0"/>
                </a:moveTo>
                <a:lnTo>
                  <a:pt x="0" y="6202"/>
                </a:lnTo>
                <a:lnTo>
                  <a:pt x="0" y="6615"/>
                </a:lnTo>
                <a:lnTo>
                  <a:pt x="6615" y="0"/>
                </a:lnTo>
                <a:lnTo>
                  <a:pt x="6202" y="0"/>
                </a:lnTo>
                <a:close/>
              </a:path>
            </a:pathLst>
          </a:custGeom>
          <a:solidFill>
            <a:srgbClr val="0F33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7" name=""/>
          <p:cNvSpPr/>
          <p:nvPr/>
        </p:nvSpPr>
        <p:spPr>
          <a:xfrm>
            <a:off x="0" y="0"/>
            <a:ext cx="2530080" cy="2530080"/>
          </a:xfrm>
          <a:custGeom>
            <a:avLst/>
            <a:gdLst/>
            <a:ahLst/>
            <a:rect l="0" t="0" r="r" b="b"/>
            <a:pathLst>
              <a:path w="7028" h="7028">
                <a:moveTo>
                  <a:pt x="6615" y="0"/>
                </a:moveTo>
                <a:lnTo>
                  <a:pt x="0" y="6615"/>
                </a:lnTo>
                <a:lnTo>
                  <a:pt x="0" y="7028"/>
                </a:lnTo>
                <a:lnTo>
                  <a:pt x="7028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F3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8" name=""/>
          <p:cNvSpPr/>
          <p:nvPr/>
        </p:nvSpPr>
        <p:spPr>
          <a:xfrm>
            <a:off x="0" y="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028" y="0"/>
                </a:moveTo>
                <a:lnTo>
                  <a:pt x="0" y="7028"/>
                </a:lnTo>
                <a:lnTo>
                  <a:pt x="0" y="7442"/>
                </a:lnTo>
                <a:lnTo>
                  <a:pt x="7442" y="0"/>
                </a:lnTo>
                <a:lnTo>
                  <a:pt x="7028" y="0"/>
                </a:lnTo>
                <a:close/>
              </a:path>
            </a:pathLst>
          </a:custGeom>
          <a:solidFill>
            <a:srgbClr val="0F34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9" name=""/>
          <p:cNvSpPr/>
          <p:nvPr/>
        </p:nvSpPr>
        <p:spPr>
          <a:xfrm>
            <a:off x="0" y="0"/>
            <a:ext cx="2827800" cy="2827800"/>
          </a:xfrm>
          <a:custGeom>
            <a:avLst/>
            <a:gdLst/>
            <a:ahLst/>
            <a:rect l="0" t="0" r="r" b="b"/>
            <a:pathLst>
              <a:path w="7855" h="7855">
                <a:moveTo>
                  <a:pt x="7442" y="0"/>
                </a:moveTo>
                <a:lnTo>
                  <a:pt x="0" y="7442"/>
                </a:lnTo>
                <a:lnTo>
                  <a:pt x="0" y="7855"/>
                </a:lnTo>
                <a:lnTo>
                  <a:pt x="7855" y="0"/>
                </a:lnTo>
                <a:lnTo>
                  <a:pt x="7442" y="0"/>
                </a:lnTo>
                <a:close/>
              </a:path>
            </a:pathLst>
          </a:custGeom>
          <a:solidFill>
            <a:srgbClr val="0F35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0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7855" y="0"/>
                </a:moveTo>
                <a:lnTo>
                  <a:pt x="0" y="7855"/>
                </a:lnTo>
                <a:lnTo>
                  <a:pt x="0" y="8269"/>
                </a:lnTo>
                <a:lnTo>
                  <a:pt x="8269" y="0"/>
                </a:lnTo>
                <a:lnTo>
                  <a:pt x="7855" y="0"/>
                </a:lnTo>
                <a:close/>
              </a:path>
            </a:pathLst>
          </a:custGeom>
          <a:solidFill>
            <a:srgbClr val="0F35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1" name=""/>
          <p:cNvSpPr/>
          <p:nvPr/>
        </p:nvSpPr>
        <p:spPr>
          <a:xfrm>
            <a:off x="0" y="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269" y="0"/>
                </a:moveTo>
                <a:lnTo>
                  <a:pt x="0" y="8269"/>
                </a:lnTo>
                <a:lnTo>
                  <a:pt x="0" y="8682"/>
                </a:lnTo>
                <a:lnTo>
                  <a:pt x="868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0F36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2" name=""/>
          <p:cNvSpPr/>
          <p:nvPr/>
        </p:nvSpPr>
        <p:spPr>
          <a:xfrm>
            <a:off x="0" y="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8682" y="0"/>
                </a:moveTo>
                <a:lnTo>
                  <a:pt x="0" y="8682"/>
                </a:lnTo>
                <a:lnTo>
                  <a:pt x="0" y="9096"/>
                </a:lnTo>
                <a:lnTo>
                  <a:pt x="9096" y="0"/>
                </a:lnTo>
                <a:lnTo>
                  <a:pt x="8682" y="0"/>
                </a:lnTo>
                <a:close/>
              </a:path>
            </a:pathLst>
          </a:custGeom>
          <a:solidFill>
            <a:srgbClr val="0F36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3" name=""/>
          <p:cNvSpPr/>
          <p:nvPr/>
        </p:nvSpPr>
        <p:spPr>
          <a:xfrm>
            <a:off x="0" y="0"/>
            <a:ext cx="3423240" cy="3423240"/>
          </a:xfrm>
          <a:custGeom>
            <a:avLst/>
            <a:gdLst/>
            <a:ahLst/>
            <a:rect l="0" t="0" r="r" b="b"/>
            <a:pathLst>
              <a:path w="9509" h="9509">
                <a:moveTo>
                  <a:pt x="9096" y="0"/>
                </a:moveTo>
                <a:lnTo>
                  <a:pt x="0" y="9096"/>
                </a:lnTo>
                <a:lnTo>
                  <a:pt x="0" y="9509"/>
                </a:lnTo>
                <a:lnTo>
                  <a:pt x="9509" y="0"/>
                </a:lnTo>
                <a:lnTo>
                  <a:pt x="9096" y="0"/>
                </a:lnTo>
                <a:close/>
              </a:path>
            </a:pathLst>
          </a:custGeom>
          <a:solidFill>
            <a:srgbClr val="0F37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4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9509" y="0"/>
                </a:moveTo>
                <a:lnTo>
                  <a:pt x="0" y="9509"/>
                </a:lnTo>
                <a:lnTo>
                  <a:pt x="0" y="9922"/>
                </a:lnTo>
                <a:lnTo>
                  <a:pt x="9922" y="0"/>
                </a:lnTo>
                <a:lnTo>
                  <a:pt x="9509" y="0"/>
                </a:lnTo>
                <a:close/>
              </a:path>
            </a:pathLst>
          </a:custGeom>
          <a:solidFill>
            <a:srgbClr val="0F37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5" name=""/>
          <p:cNvSpPr/>
          <p:nvPr/>
        </p:nvSpPr>
        <p:spPr>
          <a:xfrm>
            <a:off x="0" y="0"/>
            <a:ext cx="3720960" cy="3720960"/>
          </a:xfrm>
          <a:custGeom>
            <a:avLst/>
            <a:gdLst/>
            <a:ahLst/>
            <a:rect l="0" t="0" r="r" b="b"/>
            <a:pathLst>
              <a:path w="10336" h="10336">
                <a:moveTo>
                  <a:pt x="9922" y="0"/>
                </a:moveTo>
                <a:lnTo>
                  <a:pt x="0" y="9922"/>
                </a:lnTo>
                <a:lnTo>
                  <a:pt x="0" y="10336"/>
                </a:lnTo>
                <a:lnTo>
                  <a:pt x="1033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F386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6" name=""/>
          <p:cNvSpPr/>
          <p:nvPr/>
        </p:nvSpPr>
        <p:spPr>
          <a:xfrm>
            <a:off x="0" y="0"/>
            <a:ext cx="3869640" cy="3869640"/>
          </a:xfrm>
          <a:custGeom>
            <a:avLst/>
            <a:gdLst/>
            <a:ahLst/>
            <a:rect l="0" t="0" r="r" b="b"/>
            <a:pathLst>
              <a:path w="10749" h="10749">
                <a:moveTo>
                  <a:pt x="10336" y="0"/>
                </a:moveTo>
                <a:lnTo>
                  <a:pt x="0" y="10336"/>
                </a:lnTo>
                <a:lnTo>
                  <a:pt x="0" y="10749"/>
                </a:lnTo>
                <a:lnTo>
                  <a:pt x="10749" y="0"/>
                </a:lnTo>
                <a:lnTo>
                  <a:pt x="10336" y="0"/>
                </a:lnTo>
                <a:close/>
              </a:path>
            </a:pathLst>
          </a:custGeom>
          <a:solidFill>
            <a:srgbClr val="1038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7" name=""/>
          <p:cNvSpPr/>
          <p:nvPr/>
        </p:nvSpPr>
        <p:spPr>
          <a:xfrm>
            <a:off x="0" y="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0749" y="0"/>
                </a:moveTo>
                <a:lnTo>
                  <a:pt x="0" y="10749"/>
                </a:lnTo>
                <a:lnTo>
                  <a:pt x="0" y="11163"/>
                </a:lnTo>
                <a:lnTo>
                  <a:pt x="11163" y="0"/>
                </a:lnTo>
                <a:lnTo>
                  <a:pt x="10749" y="0"/>
                </a:lnTo>
                <a:close/>
              </a:path>
            </a:pathLst>
          </a:custGeom>
          <a:solidFill>
            <a:srgbClr val="1039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8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163" y="0"/>
                </a:moveTo>
                <a:lnTo>
                  <a:pt x="0" y="11163"/>
                </a:lnTo>
                <a:lnTo>
                  <a:pt x="0" y="11576"/>
                </a:lnTo>
                <a:lnTo>
                  <a:pt x="11576" y="0"/>
                </a:lnTo>
                <a:lnTo>
                  <a:pt x="11163" y="0"/>
                </a:lnTo>
                <a:close/>
              </a:path>
            </a:pathLst>
          </a:custGeom>
          <a:solidFill>
            <a:srgbClr val="1039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49" name=""/>
          <p:cNvSpPr/>
          <p:nvPr/>
        </p:nvSpPr>
        <p:spPr>
          <a:xfrm>
            <a:off x="0" y="0"/>
            <a:ext cx="4316040" cy="4316040"/>
          </a:xfrm>
          <a:custGeom>
            <a:avLst/>
            <a:gdLst/>
            <a:ahLst/>
            <a:rect l="0" t="0" r="r" b="b"/>
            <a:pathLst>
              <a:path w="11989" h="11989">
                <a:moveTo>
                  <a:pt x="11576" y="0"/>
                </a:moveTo>
                <a:lnTo>
                  <a:pt x="0" y="11576"/>
                </a:lnTo>
                <a:lnTo>
                  <a:pt x="0" y="11989"/>
                </a:lnTo>
                <a:lnTo>
                  <a:pt x="11989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103A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0" name=""/>
          <p:cNvSpPr/>
          <p:nvPr/>
        </p:nvSpPr>
        <p:spPr>
          <a:xfrm>
            <a:off x="0" y="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1989" y="0"/>
                </a:moveTo>
                <a:lnTo>
                  <a:pt x="0" y="11989"/>
                </a:lnTo>
                <a:lnTo>
                  <a:pt x="0" y="12403"/>
                </a:lnTo>
                <a:lnTo>
                  <a:pt x="12403" y="0"/>
                </a:lnTo>
                <a:lnTo>
                  <a:pt x="11989" y="0"/>
                </a:lnTo>
                <a:close/>
              </a:path>
            </a:pathLst>
          </a:custGeom>
          <a:solidFill>
            <a:srgbClr val="103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1" name=""/>
          <p:cNvSpPr/>
          <p:nvPr/>
        </p:nvSpPr>
        <p:spPr>
          <a:xfrm>
            <a:off x="0" y="0"/>
            <a:ext cx="4613760" cy="4613760"/>
          </a:xfrm>
          <a:custGeom>
            <a:avLst/>
            <a:gdLst/>
            <a:ahLst/>
            <a:rect l="0" t="0" r="r" b="b"/>
            <a:pathLst>
              <a:path w="12816" h="12816">
                <a:moveTo>
                  <a:pt x="12403" y="0"/>
                </a:moveTo>
                <a:lnTo>
                  <a:pt x="0" y="12403"/>
                </a:lnTo>
                <a:lnTo>
                  <a:pt x="0" y="12816"/>
                </a:lnTo>
                <a:lnTo>
                  <a:pt x="12816" y="0"/>
                </a:lnTo>
                <a:lnTo>
                  <a:pt x="12403" y="0"/>
                </a:lnTo>
                <a:close/>
              </a:path>
            </a:pathLst>
          </a:custGeom>
          <a:solidFill>
            <a:srgbClr val="103B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2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2816" y="0"/>
                </a:moveTo>
                <a:lnTo>
                  <a:pt x="0" y="12816"/>
                </a:lnTo>
                <a:lnTo>
                  <a:pt x="0" y="13230"/>
                </a:lnTo>
                <a:lnTo>
                  <a:pt x="13230" y="0"/>
                </a:lnTo>
                <a:lnTo>
                  <a:pt x="12816" y="0"/>
                </a:lnTo>
                <a:close/>
              </a:path>
            </a:pathLst>
          </a:custGeom>
          <a:solidFill>
            <a:srgbClr val="103B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3" name=""/>
          <p:cNvSpPr/>
          <p:nvPr/>
        </p:nvSpPr>
        <p:spPr>
          <a:xfrm>
            <a:off x="0" y="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230" y="0"/>
                </a:moveTo>
                <a:lnTo>
                  <a:pt x="0" y="13230"/>
                </a:lnTo>
                <a:lnTo>
                  <a:pt x="0" y="13643"/>
                </a:lnTo>
                <a:lnTo>
                  <a:pt x="1364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103C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4" name=""/>
          <p:cNvSpPr/>
          <p:nvPr/>
        </p:nvSpPr>
        <p:spPr>
          <a:xfrm>
            <a:off x="0" y="0"/>
            <a:ext cx="5060160" cy="5060160"/>
          </a:xfrm>
          <a:custGeom>
            <a:avLst/>
            <a:gdLst/>
            <a:ahLst/>
            <a:rect l="0" t="0" r="r" b="b"/>
            <a:pathLst>
              <a:path w="14056" h="14056">
                <a:moveTo>
                  <a:pt x="13643" y="0"/>
                </a:moveTo>
                <a:lnTo>
                  <a:pt x="0" y="13643"/>
                </a:lnTo>
                <a:lnTo>
                  <a:pt x="0" y="14056"/>
                </a:lnTo>
                <a:lnTo>
                  <a:pt x="14056" y="0"/>
                </a:lnTo>
                <a:lnTo>
                  <a:pt x="13643" y="0"/>
                </a:lnTo>
                <a:close/>
              </a:path>
            </a:pathLst>
          </a:custGeom>
          <a:solidFill>
            <a:srgbClr val="103D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5" name=""/>
          <p:cNvSpPr/>
          <p:nvPr/>
        </p:nvSpPr>
        <p:spPr>
          <a:xfrm>
            <a:off x="0" y="0"/>
            <a:ext cx="5209200" cy="5209200"/>
          </a:xfrm>
          <a:custGeom>
            <a:avLst/>
            <a:gdLst/>
            <a:ahLst/>
            <a:rect l="0" t="0" r="r" b="b"/>
            <a:pathLst>
              <a:path w="14470" h="14470">
                <a:moveTo>
                  <a:pt x="14056" y="0"/>
                </a:moveTo>
                <a:lnTo>
                  <a:pt x="0" y="14056"/>
                </a:lnTo>
                <a:lnTo>
                  <a:pt x="0" y="14470"/>
                </a:lnTo>
                <a:lnTo>
                  <a:pt x="14470" y="0"/>
                </a:lnTo>
                <a:lnTo>
                  <a:pt x="14056" y="0"/>
                </a:lnTo>
                <a:close/>
              </a:path>
            </a:pathLst>
          </a:custGeom>
          <a:solidFill>
            <a:srgbClr val="113D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4470" y="0"/>
                </a:moveTo>
                <a:lnTo>
                  <a:pt x="0" y="14470"/>
                </a:lnTo>
                <a:lnTo>
                  <a:pt x="0" y="14883"/>
                </a:lnTo>
                <a:lnTo>
                  <a:pt x="14883" y="0"/>
                </a:lnTo>
                <a:lnTo>
                  <a:pt x="14470" y="0"/>
                </a:lnTo>
                <a:close/>
              </a:path>
            </a:pathLst>
          </a:custGeom>
          <a:solidFill>
            <a:srgbClr val="113E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7" name=""/>
          <p:cNvSpPr/>
          <p:nvPr/>
        </p:nvSpPr>
        <p:spPr>
          <a:xfrm>
            <a:off x="0" y="0"/>
            <a:ext cx="5506920" cy="5506920"/>
          </a:xfrm>
          <a:custGeom>
            <a:avLst/>
            <a:gdLst/>
            <a:ahLst/>
            <a:rect l="0" t="0" r="r" b="b"/>
            <a:pathLst>
              <a:path w="15297" h="15297">
                <a:moveTo>
                  <a:pt x="14883" y="0"/>
                </a:moveTo>
                <a:lnTo>
                  <a:pt x="0" y="14883"/>
                </a:lnTo>
                <a:lnTo>
                  <a:pt x="0" y="15297"/>
                </a:lnTo>
                <a:lnTo>
                  <a:pt x="1529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113E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8" name=""/>
          <p:cNvSpPr/>
          <p:nvPr/>
        </p:nvSpPr>
        <p:spPr>
          <a:xfrm>
            <a:off x="0" y="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297" y="0"/>
                </a:moveTo>
                <a:lnTo>
                  <a:pt x="0" y="15297"/>
                </a:lnTo>
                <a:lnTo>
                  <a:pt x="0" y="15710"/>
                </a:lnTo>
                <a:lnTo>
                  <a:pt x="15710" y="0"/>
                </a:lnTo>
                <a:lnTo>
                  <a:pt x="15297" y="0"/>
                </a:lnTo>
                <a:close/>
              </a:path>
            </a:pathLst>
          </a:custGeom>
          <a:solidFill>
            <a:srgbClr val="113F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9" name=""/>
          <p:cNvSpPr/>
          <p:nvPr/>
        </p:nvSpPr>
        <p:spPr>
          <a:xfrm>
            <a:off x="0" y="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5710" y="0"/>
                </a:moveTo>
                <a:lnTo>
                  <a:pt x="0" y="15710"/>
                </a:lnTo>
                <a:lnTo>
                  <a:pt x="0" y="16124"/>
                </a:lnTo>
                <a:lnTo>
                  <a:pt x="16124" y="0"/>
                </a:lnTo>
                <a:lnTo>
                  <a:pt x="15710" y="0"/>
                </a:lnTo>
                <a:close/>
              </a:path>
            </a:pathLst>
          </a:custGeom>
          <a:solidFill>
            <a:srgbClr val="113F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0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124" y="0"/>
                </a:moveTo>
                <a:lnTo>
                  <a:pt x="0" y="16124"/>
                </a:lnTo>
                <a:lnTo>
                  <a:pt x="0" y="16537"/>
                </a:lnTo>
                <a:lnTo>
                  <a:pt x="16537" y="0"/>
                </a:lnTo>
                <a:lnTo>
                  <a:pt x="16124" y="0"/>
                </a:lnTo>
                <a:close/>
              </a:path>
            </a:pathLst>
          </a:custGeom>
          <a:solidFill>
            <a:srgbClr val="1140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1" name=""/>
          <p:cNvSpPr/>
          <p:nvPr/>
        </p:nvSpPr>
        <p:spPr>
          <a:xfrm>
            <a:off x="0" y="0"/>
            <a:ext cx="6102000" cy="6102000"/>
          </a:xfrm>
          <a:custGeom>
            <a:avLst/>
            <a:gdLst/>
            <a:ahLst/>
            <a:rect l="0" t="0" r="r" b="b"/>
            <a:pathLst>
              <a:path w="16950" h="16950">
                <a:moveTo>
                  <a:pt x="16537" y="0"/>
                </a:moveTo>
                <a:lnTo>
                  <a:pt x="0" y="16537"/>
                </a:lnTo>
                <a:lnTo>
                  <a:pt x="0" y="16950"/>
                </a:lnTo>
                <a:lnTo>
                  <a:pt x="169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1140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2" name=""/>
          <p:cNvSpPr/>
          <p:nvPr/>
        </p:nvSpPr>
        <p:spPr>
          <a:xfrm>
            <a:off x="0" y="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6950" y="0"/>
                </a:moveTo>
                <a:lnTo>
                  <a:pt x="0" y="16950"/>
                </a:lnTo>
                <a:lnTo>
                  <a:pt x="0" y="17364"/>
                </a:lnTo>
                <a:lnTo>
                  <a:pt x="17364" y="0"/>
                </a:lnTo>
                <a:lnTo>
                  <a:pt x="16950" y="0"/>
                </a:lnTo>
                <a:close/>
              </a:path>
            </a:pathLst>
          </a:custGeom>
          <a:solidFill>
            <a:srgbClr val="1141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3" name=""/>
          <p:cNvSpPr/>
          <p:nvPr/>
        </p:nvSpPr>
        <p:spPr>
          <a:xfrm>
            <a:off x="0" y="0"/>
            <a:ext cx="6399720" cy="6399720"/>
          </a:xfrm>
          <a:custGeom>
            <a:avLst/>
            <a:gdLst/>
            <a:ahLst/>
            <a:rect l="0" t="0" r="r" b="b"/>
            <a:pathLst>
              <a:path w="17777" h="17777">
                <a:moveTo>
                  <a:pt x="17364" y="0"/>
                </a:moveTo>
                <a:lnTo>
                  <a:pt x="0" y="17364"/>
                </a:lnTo>
                <a:lnTo>
                  <a:pt x="0" y="17777"/>
                </a:lnTo>
                <a:lnTo>
                  <a:pt x="17777" y="0"/>
                </a:lnTo>
                <a:lnTo>
                  <a:pt x="17364" y="0"/>
                </a:lnTo>
                <a:close/>
              </a:path>
            </a:pathLst>
          </a:custGeom>
          <a:solidFill>
            <a:srgbClr val="11417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4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7777" y="0"/>
                </a:moveTo>
                <a:lnTo>
                  <a:pt x="0" y="17777"/>
                </a:lnTo>
                <a:lnTo>
                  <a:pt x="0" y="18191"/>
                </a:lnTo>
                <a:lnTo>
                  <a:pt x="18191" y="0"/>
                </a:lnTo>
                <a:lnTo>
                  <a:pt x="17777" y="0"/>
                </a:lnTo>
                <a:close/>
              </a:path>
            </a:pathLst>
          </a:custGeom>
          <a:solidFill>
            <a:srgbClr val="1142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5" name=""/>
          <p:cNvSpPr/>
          <p:nvPr/>
        </p:nvSpPr>
        <p:spPr>
          <a:xfrm>
            <a:off x="0" y="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191" y="0"/>
                </a:moveTo>
                <a:lnTo>
                  <a:pt x="0" y="18191"/>
                </a:lnTo>
                <a:lnTo>
                  <a:pt x="0" y="18604"/>
                </a:lnTo>
                <a:lnTo>
                  <a:pt x="18604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12427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6" name=""/>
          <p:cNvSpPr/>
          <p:nvPr/>
        </p:nvSpPr>
        <p:spPr>
          <a:xfrm>
            <a:off x="0" y="0"/>
            <a:ext cx="6846120" cy="6846120"/>
          </a:xfrm>
          <a:custGeom>
            <a:avLst/>
            <a:gdLst/>
            <a:ahLst/>
            <a:rect l="0" t="0" r="r" b="b"/>
            <a:pathLst>
              <a:path w="19017" h="19017">
                <a:moveTo>
                  <a:pt x="18604" y="0"/>
                </a:moveTo>
                <a:lnTo>
                  <a:pt x="0" y="18604"/>
                </a:lnTo>
                <a:lnTo>
                  <a:pt x="0" y="19017"/>
                </a:lnTo>
                <a:lnTo>
                  <a:pt x="19017" y="0"/>
                </a:lnTo>
                <a:lnTo>
                  <a:pt x="18604" y="0"/>
                </a:lnTo>
                <a:close/>
              </a:path>
            </a:pathLst>
          </a:custGeom>
          <a:solidFill>
            <a:srgbClr val="124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9017" y="0"/>
                </a:moveTo>
                <a:lnTo>
                  <a:pt x="0" y="19017"/>
                </a:lnTo>
                <a:lnTo>
                  <a:pt x="0" y="19050"/>
                </a:lnTo>
                <a:lnTo>
                  <a:pt x="19050" y="0"/>
                </a:lnTo>
                <a:lnTo>
                  <a:pt x="19017" y="0"/>
                </a:lnTo>
                <a:close/>
              </a:path>
            </a:pathLst>
          </a:custGeom>
          <a:solidFill>
            <a:srgbClr val="124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8" name=""/>
          <p:cNvSpPr/>
          <p:nvPr/>
        </p:nvSpPr>
        <p:spPr>
          <a:xfrm>
            <a:off x="0" y="0"/>
            <a:ext cx="6995160" cy="6858000"/>
          </a:xfrm>
          <a:custGeom>
            <a:avLst/>
            <a:gdLst/>
            <a:ahLst/>
            <a:rect l="0" t="0" r="r" b="b"/>
            <a:pathLst>
              <a:path w="19431" h="19050">
                <a:moveTo>
                  <a:pt x="19050" y="0"/>
                </a:moveTo>
                <a:lnTo>
                  <a:pt x="0" y="19050"/>
                </a:lnTo>
                <a:lnTo>
                  <a:pt x="380" y="19050"/>
                </a:lnTo>
                <a:lnTo>
                  <a:pt x="19431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244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9" name=""/>
          <p:cNvSpPr/>
          <p:nvPr/>
        </p:nvSpPr>
        <p:spPr>
          <a:xfrm>
            <a:off x="1368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4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0" name=""/>
          <p:cNvSpPr/>
          <p:nvPr/>
        </p:nvSpPr>
        <p:spPr>
          <a:xfrm>
            <a:off x="2854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4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1" name=""/>
          <p:cNvSpPr/>
          <p:nvPr/>
        </p:nvSpPr>
        <p:spPr>
          <a:xfrm>
            <a:off x="4345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5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2" name=""/>
          <p:cNvSpPr/>
          <p:nvPr/>
        </p:nvSpPr>
        <p:spPr>
          <a:xfrm>
            <a:off x="5832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5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3" name=""/>
          <p:cNvSpPr/>
          <p:nvPr/>
        </p:nvSpPr>
        <p:spPr>
          <a:xfrm>
            <a:off x="7318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6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4" name=""/>
          <p:cNvSpPr/>
          <p:nvPr/>
        </p:nvSpPr>
        <p:spPr>
          <a:xfrm>
            <a:off x="8809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6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5" name=""/>
          <p:cNvSpPr/>
          <p:nvPr/>
        </p:nvSpPr>
        <p:spPr>
          <a:xfrm>
            <a:off x="10296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7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6" name=""/>
          <p:cNvSpPr/>
          <p:nvPr/>
        </p:nvSpPr>
        <p:spPr>
          <a:xfrm>
            <a:off x="11786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8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7" name=""/>
          <p:cNvSpPr/>
          <p:nvPr/>
        </p:nvSpPr>
        <p:spPr>
          <a:xfrm>
            <a:off x="13273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8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8" name=""/>
          <p:cNvSpPr/>
          <p:nvPr/>
        </p:nvSpPr>
        <p:spPr>
          <a:xfrm>
            <a:off x="14763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9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9" name=""/>
          <p:cNvSpPr/>
          <p:nvPr/>
        </p:nvSpPr>
        <p:spPr>
          <a:xfrm>
            <a:off x="16250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97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0" name=""/>
          <p:cNvSpPr/>
          <p:nvPr/>
        </p:nvSpPr>
        <p:spPr>
          <a:xfrm>
            <a:off x="17737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A7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1" name=""/>
          <p:cNvSpPr/>
          <p:nvPr/>
        </p:nvSpPr>
        <p:spPr>
          <a:xfrm>
            <a:off x="19227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A7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2" name=""/>
          <p:cNvSpPr/>
          <p:nvPr/>
        </p:nvSpPr>
        <p:spPr>
          <a:xfrm>
            <a:off x="207144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B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3" name=""/>
          <p:cNvSpPr/>
          <p:nvPr/>
        </p:nvSpPr>
        <p:spPr>
          <a:xfrm>
            <a:off x="22204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B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4" name=""/>
          <p:cNvSpPr/>
          <p:nvPr/>
        </p:nvSpPr>
        <p:spPr>
          <a:xfrm>
            <a:off x="23691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C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5" name=""/>
          <p:cNvSpPr/>
          <p:nvPr/>
        </p:nvSpPr>
        <p:spPr>
          <a:xfrm>
            <a:off x="251784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C8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6" name=""/>
          <p:cNvSpPr/>
          <p:nvPr/>
        </p:nvSpPr>
        <p:spPr>
          <a:xfrm>
            <a:off x="26668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D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7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D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8" name=""/>
          <p:cNvSpPr/>
          <p:nvPr/>
        </p:nvSpPr>
        <p:spPr>
          <a:xfrm>
            <a:off x="29646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E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89" name=""/>
          <p:cNvSpPr/>
          <p:nvPr/>
        </p:nvSpPr>
        <p:spPr>
          <a:xfrm>
            <a:off x="31132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E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0" name=""/>
          <p:cNvSpPr/>
          <p:nvPr/>
        </p:nvSpPr>
        <p:spPr>
          <a:xfrm>
            <a:off x="32619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F8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1" name=""/>
          <p:cNvSpPr/>
          <p:nvPr/>
        </p:nvSpPr>
        <p:spPr>
          <a:xfrm>
            <a:off x="34110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F8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2" name=""/>
          <p:cNvSpPr/>
          <p:nvPr/>
        </p:nvSpPr>
        <p:spPr>
          <a:xfrm>
            <a:off x="35596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0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450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3" name=""/>
          <p:cNvSpPr/>
          <p:nvPr/>
        </p:nvSpPr>
        <p:spPr>
          <a:xfrm>
            <a:off x="37087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0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4" name=""/>
          <p:cNvSpPr/>
          <p:nvPr/>
        </p:nvSpPr>
        <p:spPr>
          <a:xfrm>
            <a:off x="38574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1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5" name=""/>
          <p:cNvSpPr/>
          <p:nvPr/>
        </p:nvSpPr>
        <p:spPr>
          <a:xfrm>
            <a:off x="40064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18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6" name=""/>
          <p:cNvSpPr/>
          <p:nvPr/>
        </p:nvSpPr>
        <p:spPr>
          <a:xfrm>
            <a:off x="41551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2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7" name=""/>
          <p:cNvSpPr/>
          <p:nvPr/>
        </p:nvSpPr>
        <p:spPr>
          <a:xfrm>
            <a:off x="43038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3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8" name=""/>
          <p:cNvSpPr/>
          <p:nvPr/>
        </p:nvSpPr>
        <p:spPr>
          <a:xfrm>
            <a:off x="44528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3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9" name=""/>
          <p:cNvSpPr/>
          <p:nvPr/>
        </p:nvSpPr>
        <p:spPr>
          <a:xfrm>
            <a:off x="46015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4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0" name=""/>
          <p:cNvSpPr/>
          <p:nvPr/>
        </p:nvSpPr>
        <p:spPr>
          <a:xfrm>
            <a:off x="47505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48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1" name=""/>
          <p:cNvSpPr/>
          <p:nvPr/>
        </p:nvSpPr>
        <p:spPr>
          <a:xfrm>
            <a:off x="48992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58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2" name=""/>
          <p:cNvSpPr/>
          <p:nvPr/>
        </p:nvSpPr>
        <p:spPr>
          <a:xfrm>
            <a:off x="50479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5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3" name=""/>
          <p:cNvSpPr/>
          <p:nvPr/>
        </p:nvSpPr>
        <p:spPr>
          <a:xfrm>
            <a:off x="5196960" y="0"/>
            <a:ext cx="6995160" cy="6858000"/>
          </a:xfrm>
          <a:custGeom>
            <a:avLst/>
            <a:gdLst/>
            <a:ahLst/>
            <a:rect l="0" t="0" r="r" b="b"/>
            <a:pathLst>
              <a:path w="19431" h="19050">
                <a:moveTo>
                  <a:pt x="19051" y="0"/>
                </a:moveTo>
                <a:lnTo>
                  <a:pt x="0" y="19050"/>
                </a:lnTo>
                <a:lnTo>
                  <a:pt x="380" y="19050"/>
                </a:lnTo>
                <a:lnTo>
                  <a:pt x="19431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4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33" y="19050"/>
                </a:lnTo>
                <a:lnTo>
                  <a:pt x="19051" y="33"/>
                </a:lnTo>
                <a:lnTo>
                  <a:pt x="19051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5" name=""/>
          <p:cNvSpPr/>
          <p:nvPr/>
        </p:nvSpPr>
        <p:spPr>
          <a:xfrm>
            <a:off x="5345640" y="11880"/>
            <a:ext cx="6846480" cy="6846120"/>
          </a:xfrm>
          <a:custGeom>
            <a:avLst/>
            <a:gdLst/>
            <a:ahLst/>
            <a:rect l="0" t="0" r="r" b="b"/>
            <a:pathLst>
              <a:path w="19018" h="19017">
                <a:moveTo>
                  <a:pt x="19018" y="0"/>
                </a:moveTo>
                <a:lnTo>
                  <a:pt x="0" y="19017"/>
                </a:lnTo>
                <a:lnTo>
                  <a:pt x="414" y="19017"/>
                </a:lnTo>
                <a:lnTo>
                  <a:pt x="19018" y="413"/>
                </a:lnTo>
                <a:lnTo>
                  <a:pt x="19018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6" name=""/>
          <p:cNvSpPr/>
          <p:nvPr/>
        </p:nvSpPr>
        <p:spPr>
          <a:xfrm>
            <a:off x="5494680" y="16056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604" y="0"/>
                </a:moveTo>
                <a:lnTo>
                  <a:pt x="0" y="18604"/>
                </a:lnTo>
                <a:lnTo>
                  <a:pt x="413" y="18604"/>
                </a:lnTo>
                <a:lnTo>
                  <a:pt x="18604" y="413"/>
                </a:lnTo>
                <a:lnTo>
                  <a:pt x="18604" y="0"/>
                </a:lnTo>
                <a:close/>
              </a:path>
            </a:pathLst>
          </a:custGeom>
          <a:solidFill>
            <a:srgbClr val="15579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7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413" y="18191"/>
                </a:lnTo>
                <a:lnTo>
                  <a:pt x="18191" y="414"/>
                </a:lnTo>
                <a:lnTo>
                  <a:pt x="18191" y="0"/>
                </a:lnTo>
                <a:close/>
              </a:path>
            </a:pathLst>
          </a:custGeom>
          <a:solidFill>
            <a:srgbClr val="16579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8" name=""/>
          <p:cNvSpPr/>
          <p:nvPr/>
        </p:nvSpPr>
        <p:spPr>
          <a:xfrm>
            <a:off x="5792040" y="458280"/>
            <a:ext cx="6400080" cy="6399720"/>
          </a:xfrm>
          <a:custGeom>
            <a:avLst/>
            <a:gdLst/>
            <a:ahLst/>
            <a:rect l="0" t="0" r="r" b="b"/>
            <a:pathLst>
              <a:path w="17778" h="17777">
                <a:moveTo>
                  <a:pt x="17778" y="0"/>
                </a:moveTo>
                <a:lnTo>
                  <a:pt x="0" y="17777"/>
                </a:lnTo>
                <a:lnTo>
                  <a:pt x="414" y="17777"/>
                </a:lnTo>
                <a:lnTo>
                  <a:pt x="17778" y="413"/>
                </a:lnTo>
                <a:lnTo>
                  <a:pt x="17778" y="0"/>
                </a:lnTo>
                <a:close/>
              </a:path>
            </a:pathLst>
          </a:custGeom>
          <a:solidFill>
            <a:srgbClr val="16589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09" name=""/>
          <p:cNvSpPr/>
          <p:nvPr/>
        </p:nvSpPr>
        <p:spPr>
          <a:xfrm>
            <a:off x="5941080" y="60696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7364" y="0"/>
                </a:moveTo>
                <a:lnTo>
                  <a:pt x="0" y="17364"/>
                </a:lnTo>
                <a:lnTo>
                  <a:pt x="413" y="17364"/>
                </a:lnTo>
                <a:lnTo>
                  <a:pt x="17364" y="414"/>
                </a:lnTo>
                <a:lnTo>
                  <a:pt x="17364" y="0"/>
                </a:lnTo>
                <a:close/>
              </a:path>
            </a:pathLst>
          </a:custGeom>
          <a:solidFill>
            <a:srgbClr val="1658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0" name=""/>
          <p:cNvSpPr/>
          <p:nvPr/>
        </p:nvSpPr>
        <p:spPr>
          <a:xfrm>
            <a:off x="6089760" y="756000"/>
            <a:ext cx="6102360" cy="6102000"/>
          </a:xfrm>
          <a:custGeom>
            <a:avLst/>
            <a:gdLst/>
            <a:ahLst/>
            <a:rect l="0" t="0" r="r" b="b"/>
            <a:pathLst>
              <a:path w="16951" h="16950">
                <a:moveTo>
                  <a:pt x="16951" y="0"/>
                </a:moveTo>
                <a:lnTo>
                  <a:pt x="0" y="16950"/>
                </a:lnTo>
                <a:lnTo>
                  <a:pt x="414" y="16950"/>
                </a:lnTo>
                <a:lnTo>
                  <a:pt x="16951" y="413"/>
                </a:lnTo>
                <a:lnTo>
                  <a:pt x="16951" y="0"/>
                </a:lnTo>
                <a:close/>
              </a:path>
            </a:pathLst>
          </a:custGeom>
          <a:solidFill>
            <a:srgbClr val="1659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1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413" y="16537"/>
                </a:lnTo>
                <a:lnTo>
                  <a:pt x="16537" y="413"/>
                </a:lnTo>
                <a:lnTo>
                  <a:pt x="16537" y="0"/>
                </a:lnTo>
                <a:close/>
              </a:path>
            </a:pathLst>
          </a:custGeom>
          <a:solidFill>
            <a:srgbClr val="16599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2" name=""/>
          <p:cNvSpPr/>
          <p:nvPr/>
        </p:nvSpPr>
        <p:spPr>
          <a:xfrm>
            <a:off x="6387480" y="105336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6124" y="0"/>
                </a:moveTo>
                <a:lnTo>
                  <a:pt x="0" y="16124"/>
                </a:lnTo>
                <a:lnTo>
                  <a:pt x="414" y="16124"/>
                </a:lnTo>
                <a:lnTo>
                  <a:pt x="16124" y="414"/>
                </a:lnTo>
                <a:lnTo>
                  <a:pt x="16124" y="0"/>
                </a:lnTo>
                <a:close/>
              </a:path>
            </a:pathLst>
          </a:custGeom>
          <a:solidFill>
            <a:srgbClr val="165A9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3" name=""/>
          <p:cNvSpPr/>
          <p:nvPr/>
        </p:nvSpPr>
        <p:spPr>
          <a:xfrm>
            <a:off x="6536520" y="120240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710" y="0"/>
                </a:moveTo>
                <a:lnTo>
                  <a:pt x="0" y="15710"/>
                </a:lnTo>
                <a:lnTo>
                  <a:pt x="413" y="15710"/>
                </a:lnTo>
                <a:lnTo>
                  <a:pt x="15710" y="413"/>
                </a:lnTo>
                <a:lnTo>
                  <a:pt x="15710" y="0"/>
                </a:lnTo>
                <a:close/>
              </a:path>
            </a:pathLst>
          </a:custGeom>
          <a:solidFill>
            <a:srgbClr val="16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4" name=""/>
          <p:cNvSpPr/>
          <p:nvPr/>
        </p:nvSpPr>
        <p:spPr>
          <a:xfrm>
            <a:off x="6685200" y="1351080"/>
            <a:ext cx="5506920" cy="5506920"/>
          </a:xfrm>
          <a:custGeom>
            <a:avLst/>
            <a:gdLst/>
            <a:ahLst/>
            <a:rect l="0" t="0" r="r" b="b"/>
            <a:pathLst>
              <a:path w="15297" h="15297">
                <a:moveTo>
                  <a:pt x="15297" y="0"/>
                </a:moveTo>
                <a:lnTo>
                  <a:pt x="0" y="15297"/>
                </a:lnTo>
                <a:lnTo>
                  <a:pt x="413" y="15297"/>
                </a:lnTo>
                <a:lnTo>
                  <a:pt x="15297" y="414"/>
                </a:lnTo>
                <a:lnTo>
                  <a:pt x="15297" y="0"/>
                </a:lnTo>
                <a:close/>
              </a:path>
            </a:pathLst>
          </a:custGeom>
          <a:solidFill>
            <a:srgbClr val="165B9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5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414" y="14883"/>
                </a:lnTo>
                <a:lnTo>
                  <a:pt x="14884" y="413"/>
                </a:lnTo>
                <a:lnTo>
                  <a:pt x="14884" y="0"/>
                </a:lnTo>
                <a:close/>
              </a:path>
            </a:pathLst>
          </a:custGeom>
          <a:solidFill>
            <a:srgbClr val="165B9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6" name=""/>
          <p:cNvSpPr/>
          <p:nvPr/>
        </p:nvSpPr>
        <p:spPr>
          <a:xfrm>
            <a:off x="6982920" y="1648800"/>
            <a:ext cx="5209200" cy="5209200"/>
          </a:xfrm>
          <a:custGeom>
            <a:avLst/>
            <a:gdLst/>
            <a:ahLst/>
            <a:rect l="0" t="0" r="r" b="b"/>
            <a:pathLst>
              <a:path w="14470" h="14470">
                <a:moveTo>
                  <a:pt x="14470" y="0"/>
                </a:moveTo>
                <a:lnTo>
                  <a:pt x="0" y="14470"/>
                </a:lnTo>
                <a:lnTo>
                  <a:pt x="413" y="14470"/>
                </a:lnTo>
                <a:lnTo>
                  <a:pt x="14470" y="414"/>
                </a:lnTo>
                <a:lnTo>
                  <a:pt x="14470" y="0"/>
                </a:lnTo>
                <a:close/>
              </a:path>
            </a:pathLst>
          </a:custGeom>
          <a:solidFill>
            <a:srgbClr val="175C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7" name=""/>
          <p:cNvSpPr/>
          <p:nvPr/>
        </p:nvSpPr>
        <p:spPr>
          <a:xfrm>
            <a:off x="7131600" y="1797840"/>
            <a:ext cx="5060520" cy="5060160"/>
          </a:xfrm>
          <a:custGeom>
            <a:avLst/>
            <a:gdLst/>
            <a:ahLst/>
            <a:rect l="0" t="0" r="r" b="b"/>
            <a:pathLst>
              <a:path w="14057" h="14056">
                <a:moveTo>
                  <a:pt x="14057" y="0"/>
                </a:moveTo>
                <a:lnTo>
                  <a:pt x="0" y="14056"/>
                </a:lnTo>
                <a:lnTo>
                  <a:pt x="414" y="14056"/>
                </a:lnTo>
                <a:lnTo>
                  <a:pt x="14057" y="413"/>
                </a:lnTo>
                <a:lnTo>
                  <a:pt x="14057" y="0"/>
                </a:lnTo>
                <a:close/>
              </a:path>
            </a:pathLst>
          </a:custGeom>
          <a:solidFill>
            <a:srgbClr val="175C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8" name=""/>
          <p:cNvSpPr/>
          <p:nvPr/>
        </p:nvSpPr>
        <p:spPr>
          <a:xfrm>
            <a:off x="7280640" y="194652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643" y="0"/>
                </a:moveTo>
                <a:lnTo>
                  <a:pt x="0" y="13643"/>
                </a:lnTo>
                <a:lnTo>
                  <a:pt x="414" y="13643"/>
                </a:lnTo>
                <a:lnTo>
                  <a:pt x="13643" y="413"/>
                </a:lnTo>
                <a:lnTo>
                  <a:pt x="13643" y="0"/>
                </a:lnTo>
                <a:close/>
              </a:path>
            </a:pathLst>
          </a:custGeom>
          <a:solidFill>
            <a:srgbClr val="175D9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9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413" y="13230"/>
                </a:lnTo>
                <a:lnTo>
                  <a:pt x="13230" y="414"/>
                </a:lnTo>
                <a:lnTo>
                  <a:pt x="13230" y="0"/>
                </a:lnTo>
                <a:close/>
              </a:path>
            </a:pathLst>
          </a:custGeom>
          <a:solidFill>
            <a:srgbClr val="175E9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0" name=""/>
          <p:cNvSpPr/>
          <p:nvPr/>
        </p:nvSpPr>
        <p:spPr>
          <a:xfrm>
            <a:off x="7578000" y="2244240"/>
            <a:ext cx="4614120" cy="4613760"/>
          </a:xfrm>
          <a:custGeom>
            <a:avLst/>
            <a:gdLst/>
            <a:ahLst/>
            <a:rect l="0" t="0" r="r" b="b"/>
            <a:pathLst>
              <a:path w="12817" h="12816">
                <a:moveTo>
                  <a:pt x="12817" y="0"/>
                </a:moveTo>
                <a:lnTo>
                  <a:pt x="0" y="12816"/>
                </a:lnTo>
                <a:lnTo>
                  <a:pt x="414" y="12816"/>
                </a:lnTo>
                <a:lnTo>
                  <a:pt x="12817" y="414"/>
                </a:lnTo>
                <a:lnTo>
                  <a:pt x="12817" y="0"/>
                </a:lnTo>
                <a:close/>
              </a:path>
            </a:pathLst>
          </a:custGeom>
          <a:solidFill>
            <a:srgbClr val="175E9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1" name=""/>
          <p:cNvSpPr/>
          <p:nvPr/>
        </p:nvSpPr>
        <p:spPr>
          <a:xfrm>
            <a:off x="7727040" y="239292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2403" y="0"/>
                </a:moveTo>
                <a:lnTo>
                  <a:pt x="0" y="12403"/>
                </a:lnTo>
                <a:lnTo>
                  <a:pt x="413" y="12403"/>
                </a:lnTo>
                <a:lnTo>
                  <a:pt x="12403" y="414"/>
                </a:lnTo>
                <a:lnTo>
                  <a:pt x="12403" y="0"/>
                </a:lnTo>
                <a:close/>
              </a:path>
            </a:pathLst>
          </a:custGeom>
          <a:solidFill>
            <a:srgbClr val="175F9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2" name=""/>
          <p:cNvSpPr/>
          <p:nvPr/>
        </p:nvSpPr>
        <p:spPr>
          <a:xfrm>
            <a:off x="7875720" y="2541960"/>
            <a:ext cx="4316400" cy="4316040"/>
          </a:xfrm>
          <a:custGeom>
            <a:avLst/>
            <a:gdLst/>
            <a:ahLst/>
            <a:rect l="0" t="0" r="r" b="b"/>
            <a:pathLst>
              <a:path w="11990" h="11989">
                <a:moveTo>
                  <a:pt x="11990" y="0"/>
                </a:moveTo>
                <a:lnTo>
                  <a:pt x="0" y="11989"/>
                </a:lnTo>
                <a:lnTo>
                  <a:pt x="414" y="11989"/>
                </a:lnTo>
                <a:lnTo>
                  <a:pt x="11990" y="413"/>
                </a:lnTo>
                <a:lnTo>
                  <a:pt x="11990" y="0"/>
                </a:lnTo>
                <a:close/>
              </a:path>
            </a:pathLst>
          </a:custGeom>
          <a:solidFill>
            <a:srgbClr val="17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3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413" y="11576"/>
                </a:lnTo>
                <a:lnTo>
                  <a:pt x="11576" y="413"/>
                </a:lnTo>
                <a:lnTo>
                  <a:pt x="11576" y="0"/>
                </a:lnTo>
                <a:close/>
              </a:path>
            </a:pathLst>
          </a:custGeom>
          <a:solidFill>
            <a:srgbClr val="17609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4" name=""/>
          <p:cNvSpPr/>
          <p:nvPr/>
        </p:nvSpPr>
        <p:spPr>
          <a:xfrm>
            <a:off x="8173440" y="283932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1163" y="0"/>
                </a:moveTo>
                <a:lnTo>
                  <a:pt x="0" y="11163"/>
                </a:lnTo>
                <a:lnTo>
                  <a:pt x="413" y="11163"/>
                </a:lnTo>
                <a:lnTo>
                  <a:pt x="11163" y="414"/>
                </a:lnTo>
                <a:lnTo>
                  <a:pt x="11163" y="0"/>
                </a:lnTo>
                <a:close/>
              </a:path>
            </a:pathLst>
          </a:custGeom>
          <a:solidFill>
            <a:srgbClr val="1760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5" name=""/>
          <p:cNvSpPr/>
          <p:nvPr/>
        </p:nvSpPr>
        <p:spPr>
          <a:xfrm>
            <a:off x="8322120" y="2988360"/>
            <a:ext cx="3870000" cy="3869640"/>
          </a:xfrm>
          <a:custGeom>
            <a:avLst/>
            <a:gdLst/>
            <a:ahLst/>
            <a:rect l="0" t="0" r="r" b="b"/>
            <a:pathLst>
              <a:path w="10750" h="10749">
                <a:moveTo>
                  <a:pt x="10750" y="0"/>
                </a:moveTo>
                <a:lnTo>
                  <a:pt x="0" y="10749"/>
                </a:lnTo>
                <a:lnTo>
                  <a:pt x="414" y="10749"/>
                </a:lnTo>
                <a:lnTo>
                  <a:pt x="10750" y="413"/>
                </a:lnTo>
                <a:lnTo>
                  <a:pt x="10750" y="0"/>
                </a:lnTo>
                <a:close/>
              </a:path>
            </a:pathLst>
          </a:custGeom>
          <a:solidFill>
            <a:srgbClr val="1761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6" name=""/>
          <p:cNvSpPr/>
          <p:nvPr/>
        </p:nvSpPr>
        <p:spPr>
          <a:xfrm>
            <a:off x="8471160" y="3137040"/>
            <a:ext cx="3720960" cy="3720960"/>
          </a:xfrm>
          <a:custGeom>
            <a:avLst/>
            <a:gdLst/>
            <a:ahLst/>
            <a:rect l="0" t="0" r="r" b="b"/>
            <a:pathLst>
              <a:path w="10336" h="10336">
                <a:moveTo>
                  <a:pt x="10336" y="0"/>
                </a:moveTo>
                <a:lnTo>
                  <a:pt x="0" y="10336"/>
                </a:lnTo>
                <a:lnTo>
                  <a:pt x="413" y="10336"/>
                </a:lnTo>
                <a:lnTo>
                  <a:pt x="10336" y="414"/>
                </a:lnTo>
                <a:lnTo>
                  <a:pt x="10336" y="0"/>
                </a:lnTo>
                <a:close/>
              </a:path>
            </a:pathLst>
          </a:custGeom>
          <a:solidFill>
            <a:srgbClr val="1861A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7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414" y="9922"/>
                </a:lnTo>
                <a:lnTo>
                  <a:pt x="9923" y="413"/>
                </a:lnTo>
                <a:lnTo>
                  <a:pt x="9923" y="0"/>
                </a:lnTo>
                <a:close/>
              </a:path>
            </a:pathLst>
          </a:custGeom>
          <a:solidFill>
            <a:srgbClr val="1862A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8" name=""/>
          <p:cNvSpPr/>
          <p:nvPr/>
        </p:nvSpPr>
        <p:spPr>
          <a:xfrm>
            <a:off x="8768880" y="3434760"/>
            <a:ext cx="3423240" cy="3423240"/>
          </a:xfrm>
          <a:custGeom>
            <a:avLst/>
            <a:gdLst/>
            <a:ahLst/>
            <a:rect l="0" t="0" r="r" b="b"/>
            <a:pathLst>
              <a:path w="9509" h="9509">
                <a:moveTo>
                  <a:pt x="9509" y="0"/>
                </a:moveTo>
                <a:lnTo>
                  <a:pt x="0" y="9509"/>
                </a:lnTo>
                <a:lnTo>
                  <a:pt x="413" y="9509"/>
                </a:lnTo>
                <a:lnTo>
                  <a:pt x="9509" y="413"/>
                </a:lnTo>
                <a:lnTo>
                  <a:pt x="9509" y="0"/>
                </a:lnTo>
                <a:close/>
              </a:path>
            </a:pathLst>
          </a:custGeom>
          <a:solidFill>
            <a:srgbClr val="1862A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29" name=""/>
          <p:cNvSpPr/>
          <p:nvPr/>
        </p:nvSpPr>
        <p:spPr>
          <a:xfrm>
            <a:off x="8917560" y="358344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9096" y="0"/>
                </a:moveTo>
                <a:lnTo>
                  <a:pt x="0" y="9096"/>
                </a:lnTo>
                <a:lnTo>
                  <a:pt x="414" y="9096"/>
                </a:lnTo>
                <a:lnTo>
                  <a:pt x="9096" y="414"/>
                </a:lnTo>
                <a:lnTo>
                  <a:pt x="9096" y="0"/>
                </a:lnTo>
                <a:close/>
              </a:path>
            </a:pathLst>
          </a:custGeom>
          <a:solidFill>
            <a:srgbClr val="1863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0" name=""/>
          <p:cNvSpPr/>
          <p:nvPr/>
        </p:nvSpPr>
        <p:spPr>
          <a:xfrm>
            <a:off x="9066600" y="373248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682" y="0"/>
                </a:moveTo>
                <a:lnTo>
                  <a:pt x="0" y="8682"/>
                </a:lnTo>
                <a:lnTo>
                  <a:pt x="413" y="8682"/>
                </a:lnTo>
                <a:lnTo>
                  <a:pt x="8682" y="413"/>
                </a:lnTo>
                <a:lnTo>
                  <a:pt x="8682" y="0"/>
                </a:lnTo>
                <a:close/>
              </a:path>
            </a:pathLst>
          </a:custGeom>
          <a:solidFill>
            <a:srgbClr val="1863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1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413" y="8269"/>
                </a:lnTo>
                <a:lnTo>
                  <a:pt x="8269" y="414"/>
                </a:lnTo>
                <a:lnTo>
                  <a:pt x="8269" y="0"/>
                </a:lnTo>
                <a:close/>
              </a:path>
            </a:pathLst>
          </a:custGeom>
          <a:solidFill>
            <a:srgbClr val="1864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2" name=""/>
          <p:cNvSpPr/>
          <p:nvPr/>
        </p:nvSpPr>
        <p:spPr>
          <a:xfrm>
            <a:off x="9363960" y="4030200"/>
            <a:ext cx="2828160" cy="2827800"/>
          </a:xfrm>
          <a:custGeom>
            <a:avLst/>
            <a:gdLst/>
            <a:ahLst/>
            <a:rect l="0" t="0" r="r" b="b"/>
            <a:pathLst>
              <a:path w="7856" h="7855">
                <a:moveTo>
                  <a:pt x="7856" y="0"/>
                </a:moveTo>
                <a:lnTo>
                  <a:pt x="0" y="7855"/>
                </a:lnTo>
                <a:lnTo>
                  <a:pt x="414" y="7855"/>
                </a:lnTo>
                <a:lnTo>
                  <a:pt x="7856" y="413"/>
                </a:lnTo>
                <a:lnTo>
                  <a:pt x="7856" y="0"/>
                </a:lnTo>
                <a:close/>
              </a:path>
            </a:pathLst>
          </a:custGeom>
          <a:solidFill>
            <a:srgbClr val="1864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3" name=""/>
          <p:cNvSpPr/>
          <p:nvPr/>
        </p:nvSpPr>
        <p:spPr>
          <a:xfrm>
            <a:off x="9513000" y="417888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442" y="0"/>
                </a:moveTo>
                <a:lnTo>
                  <a:pt x="0" y="7442"/>
                </a:lnTo>
                <a:lnTo>
                  <a:pt x="413" y="7442"/>
                </a:lnTo>
                <a:lnTo>
                  <a:pt x="7442" y="414"/>
                </a:lnTo>
                <a:lnTo>
                  <a:pt x="7442" y="0"/>
                </a:lnTo>
                <a:close/>
              </a:path>
            </a:pathLst>
          </a:custGeom>
          <a:solidFill>
            <a:srgbClr val="1865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4" name=""/>
          <p:cNvSpPr/>
          <p:nvPr/>
        </p:nvSpPr>
        <p:spPr>
          <a:xfrm>
            <a:off x="9661680" y="4327920"/>
            <a:ext cx="2530440" cy="2530080"/>
          </a:xfrm>
          <a:custGeom>
            <a:avLst/>
            <a:gdLst/>
            <a:ahLst/>
            <a:rect l="0" t="0" r="r" b="b"/>
            <a:pathLst>
              <a:path w="7029" h="7028">
                <a:moveTo>
                  <a:pt x="7029" y="0"/>
                </a:moveTo>
                <a:lnTo>
                  <a:pt x="0" y="7028"/>
                </a:lnTo>
                <a:lnTo>
                  <a:pt x="414" y="7028"/>
                </a:lnTo>
                <a:lnTo>
                  <a:pt x="7029" y="413"/>
                </a:lnTo>
                <a:lnTo>
                  <a:pt x="7029" y="0"/>
                </a:lnTo>
                <a:close/>
              </a:path>
            </a:pathLst>
          </a:custGeom>
          <a:solidFill>
            <a:srgbClr val="1865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5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413" y="6615"/>
                </a:lnTo>
                <a:lnTo>
                  <a:pt x="6615" y="413"/>
                </a:lnTo>
                <a:lnTo>
                  <a:pt x="6615" y="0"/>
                </a:lnTo>
                <a:close/>
              </a:path>
            </a:pathLst>
          </a:custGeom>
          <a:solidFill>
            <a:srgbClr val="1866A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6" name=""/>
          <p:cNvSpPr/>
          <p:nvPr/>
        </p:nvSpPr>
        <p:spPr>
          <a:xfrm>
            <a:off x="9959400" y="462528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6202" y="0"/>
                </a:moveTo>
                <a:lnTo>
                  <a:pt x="0" y="6202"/>
                </a:lnTo>
                <a:lnTo>
                  <a:pt x="414" y="6202"/>
                </a:lnTo>
                <a:lnTo>
                  <a:pt x="6202" y="414"/>
                </a:lnTo>
                <a:lnTo>
                  <a:pt x="6202" y="0"/>
                </a:lnTo>
                <a:close/>
              </a:path>
            </a:pathLst>
          </a:custGeom>
          <a:solidFill>
            <a:srgbClr val="1966A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7" name=""/>
          <p:cNvSpPr/>
          <p:nvPr/>
        </p:nvSpPr>
        <p:spPr>
          <a:xfrm>
            <a:off x="10108080" y="4774320"/>
            <a:ext cx="2084040" cy="2083680"/>
          </a:xfrm>
          <a:custGeom>
            <a:avLst/>
            <a:gdLst/>
            <a:ahLst/>
            <a:rect l="0" t="0" r="r" b="b"/>
            <a:pathLst>
              <a:path w="5789" h="5788">
                <a:moveTo>
                  <a:pt x="5789" y="0"/>
                </a:moveTo>
                <a:lnTo>
                  <a:pt x="0" y="5788"/>
                </a:lnTo>
                <a:lnTo>
                  <a:pt x="414" y="5788"/>
                </a:lnTo>
                <a:lnTo>
                  <a:pt x="5789" y="413"/>
                </a:lnTo>
                <a:lnTo>
                  <a:pt x="5789" y="0"/>
                </a:lnTo>
                <a:close/>
              </a:path>
            </a:pathLst>
          </a:custGeom>
          <a:solidFill>
            <a:srgbClr val="1967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8" name=""/>
          <p:cNvSpPr/>
          <p:nvPr/>
        </p:nvSpPr>
        <p:spPr>
          <a:xfrm>
            <a:off x="10257120" y="4923000"/>
            <a:ext cx="1935000" cy="1935000"/>
          </a:xfrm>
          <a:custGeom>
            <a:avLst/>
            <a:gdLst/>
            <a:ahLst/>
            <a:rect l="0" t="0" r="r" b="b"/>
            <a:pathLst>
              <a:path w="5375" h="5375">
                <a:moveTo>
                  <a:pt x="5375" y="0"/>
                </a:moveTo>
                <a:lnTo>
                  <a:pt x="0" y="5375"/>
                </a:lnTo>
                <a:lnTo>
                  <a:pt x="413" y="5375"/>
                </a:lnTo>
                <a:lnTo>
                  <a:pt x="5375" y="414"/>
                </a:lnTo>
                <a:lnTo>
                  <a:pt x="5375" y="0"/>
                </a:lnTo>
                <a:close/>
              </a:path>
            </a:pathLst>
          </a:custGeom>
          <a:solidFill>
            <a:srgbClr val="1967A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414" y="4961"/>
                </a:lnTo>
                <a:lnTo>
                  <a:pt x="4962" y="413"/>
                </a:lnTo>
                <a:lnTo>
                  <a:pt x="4962" y="0"/>
                </a:lnTo>
                <a:close/>
              </a:path>
            </a:pathLst>
          </a:custGeom>
          <a:solidFill>
            <a:srgbClr val="1968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0" name=""/>
          <p:cNvSpPr/>
          <p:nvPr/>
        </p:nvSpPr>
        <p:spPr>
          <a:xfrm>
            <a:off x="10554840" y="5220720"/>
            <a:ext cx="1637280" cy="1637280"/>
          </a:xfrm>
          <a:custGeom>
            <a:avLst/>
            <a:gdLst/>
            <a:ahLst/>
            <a:rect l="0" t="0" r="r" b="b"/>
            <a:pathLst>
              <a:path w="4548" h="4548">
                <a:moveTo>
                  <a:pt x="4548" y="0"/>
                </a:moveTo>
                <a:lnTo>
                  <a:pt x="0" y="4548"/>
                </a:lnTo>
                <a:lnTo>
                  <a:pt x="414" y="4548"/>
                </a:lnTo>
                <a:lnTo>
                  <a:pt x="4548" y="413"/>
                </a:lnTo>
                <a:lnTo>
                  <a:pt x="4548" y="0"/>
                </a:lnTo>
                <a:close/>
              </a:path>
            </a:pathLst>
          </a:custGeom>
          <a:solidFill>
            <a:srgbClr val="1969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1" name=""/>
          <p:cNvSpPr/>
          <p:nvPr/>
        </p:nvSpPr>
        <p:spPr>
          <a:xfrm>
            <a:off x="10703520" y="536940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4135" y="0"/>
                </a:moveTo>
                <a:lnTo>
                  <a:pt x="0" y="4135"/>
                </a:lnTo>
                <a:lnTo>
                  <a:pt x="413" y="4135"/>
                </a:lnTo>
                <a:lnTo>
                  <a:pt x="4135" y="414"/>
                </a:lnTo>
                <a:lnTo>
                  <a:pt x="4135" y="0"/>
                </a:lnTo>
                <a:close/>
              </a:path>
            </a:pathLst>
          </a:custGeom>
          <a:solidFill>
            <a:srgbClr val="1969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2" name=""/>
          <p:cNvSpPr/>
          <p:nvPr/>
        </p:nvSpPr>
        <p:spPr>
          <a:xfrm>
            <a:off x="10852200" y="5518440"/>
            <a:ext cx="1339920" cy="1339560"/>
          </a:xfrm>
          <a:custGeom>
            <a:avLst/>
            <a:gdLst/>
            <a:ahLst/>
            <a:rect l="0" t="0" r="r" b="b"/>
            <a:pathLst>
              <a:path w="3722" h="3721">
                <a:moveTo>
                  <a:pt x="3722" y="0"/>
                </a:moveTo>
                <a:lnTo>
                  <a:pt x="0" y="3721"/>
                </a:lnTo>
                <a:lnTo>
                  <a:pt x="414" y="3721"/>
                </a:lnTo>
                <a:lnTo>
                  <a:pt x="3722" y="413"/>
                </a:lnTo>
                <a:lnTo>
                  <a:pt x="3722" y="0"/>
                </a:lnTo>
                <a:close/>
              </a:path>
            </a:pathLst>
          </a:custGeom>
          <a:solidFill>
            <a:srgbClr val="196AA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3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413" y="3308"/>
                </a:lnTo>
                <a:lnTo>
                  <a:pt x="3308" y="414"/>
                </a:lnTo>
                <a:lnTo>
                  <a:pt x="3308" y="0"/>
                </a:lnTo>
                <a:close/>
              </a:path>
            </a:pathLst>
          </a:custGeom>
          <a:solidFill>
            <a:srgbClr val="196A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4" name=""/>
          <p:cNvSpPr/>
          <p:nvPr/>
        </p:nvSpPr>
        <p:spPr>
          <a:xfrm>
            <a:off x="11149920" y="5816160"/>
            <a:ext cx="1042200" cy="1041840"/>
          </a:xfrm>
          <a:custGeom>
            <a:avLst/>
            <a:gdLst/>
            <a:ahLst/>
            <a:rect l="0" t="0" r="r" b="b"/>
            <a:pathLst>
              <a:path w="2895" h="2894">
                <a:moveTo>
                  <a:pt x="2895" y="0"/>
                </a:moveTo>
                <a:lnTo>
                  <a:pt x="0" y="2894"/>
                </a:lnTo>
                <a:lnTo>
                  <a:pt x="414" y="2894"/>
                </a:lnTo>
                <a:lnTo>
                  <a:pt x="2895" y="413"/>
                </a:lnTo>
                <a:lnTo>
                  <a:pt x="2895" y="0"/>
                </a:lnTo>
                <a:close/>
              </a:path>
            </a:pathLst>
          </a:custGeom>
          <a:solidFill>
            <a:srgbClr val="196BB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5" name=""/>
          <p:cNvSpPr/>
          <p:nvPr/>
        </p:nvSpPr>
        <p:spPr>
          <a:xfrm>
            <a:off x="11298960" y="596484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481" y="0"/>
                </a:moveTo>
                <a:lnTo>
                  <a:pt x="0" y="2481"/>
                </a:lnTo>
                <a:lnTo>
                  <a:pt x="413" y="2481"/>
                </a:lnTo>
                <a:lnTo>
                  <a:pt x="2481" y="413"/>
                </a:lnTo>
                <a:lnTo>
                  <a:pt x="2481" y="0"/>
                </a:lnTo>
                <a:close/>
              </a:path>
            </a:pathLst>
          </a:custGeom>
          <a:solidFill>
            <a:srgbClr val="196BB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6" name=""/>
          <p:cNvSpPr/>
          <p:nvPr/>
        </p:nvSpPr>
        <p:spPr>
          <a:xfrm>
            <a:off x="11447640" y="6113520"/>
            <a:ext cx="744480" cy="744480"/>
          </a:xfrm>
          <a:custGeom>
            <a:avLst/>
            <a:gdLst/>
            <a:ahLst/>
            <a:rect l="0" t="0" r="r" b="b"/>
            <a:pathLst>
              <a:path w="2068" h="2068">
                <a:moveTo>
                  <a:pt x="2068" y="0"/>
                </a:moveTo>
                <a:lnTo>
                  <a:pt x="0" y="2068"/>
                </a:lnTo>
                <a:lnTo>
                  <a:pt x="415" y="2068"/>
                </a:lnTo>
                <a:lnTo>
                  <a:pt x="2068" y="414"/>
                </a:lnTo>
                <a:lnTo>
                  <a:pt x="2068" y="0"/>
                </a:lnTo>
                <a:close/>
              </a:path>
            </a:pathLst>
          </a:custGeom>
          <a:solidFill>
            <a:srgbClr val="1A6CB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7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414" y="1654"/>
                </a:lnTo>
                <a:lnTo>
                  <a:pt x="1654" y="413"/>
                </a:lnTo>
                <a:lnTo>
                  <a:pt x="1654" y="0"/>
                </a:lnTo>
                <a:close/>
              </a:path>
            </a:pathLst>
          </a:custGeom>
          <a:solidFill>
            <a:srgbClr val="1A6C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8" name=""/>
          <p:cNvSpPr/>
          <p:nvPr/>
        </p:nvSpPr>
        <p:spPr>
          <a:xfrm>
            <a:off x="11745360" y="641124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1241" y="0"/>
                </a:moveTo>
                <a:lnTo>
                  <a:pt x="0" y="1241"/>
                </a:lnTo>
                <a:lnTo>
                  <a:pt x="414" y="1241"/>
                </a:lnTo>
                <a:lnTo>
                  <a:pt x="1241" y="415"/>
                </a:lnTo>
                <a:lnTo>
                  <a:pt x="1241" y="0"/>
                </a:lnTo>
                <a:close/>
              </a:path>
            </a:pathLst>
          </a:custGeom>
          <a:solidFill>
            <a:srgbClr val="1A6D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49" name=""/>
          <p:cNvSpPr/>
          <p:nvPr/>
        </p:nvSpPr>
        <p:spPr>
          <a:xfrm>
            <a:off x="11894040" y="6560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828" y="0"/>
                </a:moveTo>
                <a:lnTo>
                  <a:pt x="0" y="827"/>
                </a:lnTo>
                <a:lnTo>
                  <a:pt x="415" y="827"/>
                </a:lnTo>
                <a:lnTo>
                  <a:pt x="828" y="414"/>
                </a:lnTo>
                <a:lnTo>
                  <a:pt x="828" y="0"/>
                </a:lnTo>
                <a:close/>
              </a:path>
            </a:pathLst>
          </a:custGeom>
          <a:solidFill>
            <a:srgbClr val="1A6DB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0" name=""/>
          <p:cNvSpPr/>
          <p:nvPr/>
        </p:nvSpPr>
        <p:spPr>
          <a:xfrm>
            <a:off x="12043080" y="6708960"/>
            <a:ext cx="149040" cy="149040"/>
          </a:xfrm>
          <a:custGeom>
            <a:avLst/>
            <a:gdLst/>
            <a:ahLst/>
            <a:rect l="0" t="0" r="r" b="b"/>
            <a:pathLst>
              <a:path w="414" h="414">
                <a:moveTo>
                  <a:pt x="414" y="0"/>
                </a:moveTo>
                <a:lnTo>
                  <a:pt x="0" y="414"/>
                </a:lnTo>
                <a:lnTo>
                  <a:pt x="414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1" name=""/>
          <p:cNvSpPr txBox="1"/>
          <p:nvPr/>
        </p:nvSpPr>
        <p:spPr>
          <a:xfrm>
            <a:off x="4768560" y="2412360"/>
            <a:ext cx="268308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Start at the Top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2" name=""/>
          <p:cNvSpPr txBox="1"/>
          <p:nvPr/>
        </p:nvSpPr>
        <p:spPr>
          <a:xfrm>
            <a:off x="3432960" y="3154320"/>
            <a:ext cx="5330880" cy="22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60" b="0" u="none" strike="noStrike">
                <a:solidFill>
                  <a:srgbClr val="A8D4F5"/>
                </a:solidFill>
                <a:effectLst/>
                <a:uFillTx/>
                <a:latin typeface="Arial"/>
                <a:ea typeface="Arial"/>
              </a:rPr>
              <a:t>Work down the hierarchy — stop when you find the evidence</a:t>
            </a:r>
            <a:endParaRPr lang="en-US" sz="15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3" name=""/>
          <p:cNvSpPr txBox="1"/>
          <p:nvPr/>
        </p:nvSpPr>
        <p:spPr>
          <a:xfrm>
            <a:off x="3456360" y="3526560"/>
            <a:ext cx="53031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40" b="0" u="none" strike="noStrike">
                <a:solidFill>
                  <a:srgbClr val="C8E4F8"/>
                </a:solidFill>
                <a:effectLst/>
                <a:uFillTx/>
                <a:latin typeface="Arial"/>
                <a:ea typeface="Arial"/>
              </a:rPr>
              <a:t>System → Core balance → Task timing → Latency → Concurrency → Compliance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4" name=""/>
          <p:cNvSpPr txBox="1"/>
          <p:nvPr/>
        </p:nvSpPr>
        <p:spPr>
          <a:xfrm>
            <a:off x="6075720" y="3898080"/>
            <a:ext cx="144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40" b="0" u="none" strike="noStrike">
                <a:solidFill>
                  <a:srgbClr val="C8E4F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5" name=""/>
          <p:cNvSpPr txBox="1"/>
          <p:nvPr/>
        </p:nvSpPr>
        <p:spPr>
          <a:xfrm>
            <a:off x="4122360" y="4269600"/>
            <a:ext cx="39510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140" b="1" u="none" strike="noStrike">
                <a:solidFill>
                  <a:srgbClr val="C8E4F8"/>
                </a:solidFill>
                <a:effectLst/>
                <a:uFillTx/>
                <a:latin typeface="Arial"/>
                <a:ea typeface="Arial"/>
              </a:rPr>
              <a:t>Load a trace and open Statistics. Everything else follows.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6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9" name=""/>
          <p:cNvSpPr/>
          <p:nvPr/>
        </p:nvSpPr>
        <p:spPr>
          <a:xfrm>
            <a:off x="0" y="0"/>
            <a:ext cx="149040" cy="149040"/>
          </a:xfrm>
          <a:custGeom>
            <a:avLst/>
            <a:gdLst/>
            <a:ahLst/>
            <a:rect l="0" t="0" r="r" b="b"/>
            <a:pathLst>
              <a:path w="414" h="414">
                <a:moveTo>
                  <a:pt x="0" y="0"/>
                </a:moveTo>
                <a:lnTo>
                  <a:pt x="0" y="414"/>
                </a:lnTo>
                <a:lnTo>
                  <a:pt x="414" y="0"/>
                </a:lnTo>
                <a:lnTo>
                  <a:pt x="0" y="0"/>
                </a:lnTo>
                <a:close/>
              </a:path>
            </a:pathLst>
          </a:custGeom>
          <a:solidFill>
            <a:srgbClr val="0D2B4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0" name=""/>
          <p:cNvSpPr/>
          <p:nvPr/>
        </p:nvSpPr>
        <p:spPr>
          <a:xfrm>
            <a:off x="0" y="0"/>
            <a:ext cx="297720" cy="297720"/>
          </a:xfrm>
          <a:custGeom>
            <a:avLst/>
            <a:gdLst/>
            <a:ahLst/>
            <a:rect l="0" t="0" r="r" b="b"/>
            <a:pathLst>
              <a:path w="827" h="827">
                <a:moveTo>
                  <a:pt x="413" y="0"/>
                </a:moveTo>
                <a:lnTo>
                  <a:pt x="0" y="413"/>
                </a:lnTo>
                <a:lnTo>
                  <a:pt x="0" y="827"/>
                </a:lnTo>
                <a:lnTo>
                  <a:pt x="827" y="0"/>
                </a:lnTo>
                <a:lnTo>
                  <a:pt x="413" y="0"/>
                </a:lnTo>
                <a:close/>
              </a:path>
            </a:pathLst>
          </a:custGeom>
          <a:solidFill>
            <a:srgbClr val="0D2C4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1" name=""/>
          <p:cNvSpPr/>
          <p:nvPr/>
        </p:nvSpPr>
        <p:spPr>
          <a:xfrm>
            <a:off x="0" y="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827" y="0"/>
                </a:moveTo>
                <a:lnTo>
                  <a:pt x="0" y="827"/>
                </a:lnTo>
                <a:lnTo>
                  <a:pt x="0" y="1241"/>
                </a:lnTo>
                <a:lnTo>
                  <a:pt x="1241" y="0"/>
                </a:lnTo>
                <a:lnTo>
                  <a:pt x="827" y="0"/>
                </a:lnTo>
                <a:close/>
              </a:path>
            </a:pathLst>
          </a:custGeom>
          <a:solidFill>
            <a:srgbClr val="0D2C5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2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241" y="0"/>
                </a:moveTo>
                <a:lnTo>
                  <a:pt x="0" y="1241"/>
                </a:lnTo>
                <a:lnTo>
                  <a:pt x="0" y="1654"/>
                </a:lnTo>
                <a:lnTo>
                  <a:pt x="1654" y="0"/>
                </a:lnTo>
                <a:lnTo>
                  <a:pt x="1241" y="0"/>
                </a:lnTo>
                <a:close/>
              </a:path>
            </a:pathLst>
          </a:custGeom>
          <a:solidFill>
            <a:srgbClr val="0D2D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3" name=""/>
          <p:cNvSpPr/>
          <p:nvPr/>
        </p:nvSpPr>
        <p:spPr>
          <a:xfrm>
            <a:off x="0" y="0"/>
            <a:ext cx="744480" cy="744480"/>
          </a:xfrm>
          <a:custGeom>
            <a:avLst/>
            <a:gdLst/>
            <a:ahLst/>
            <a:rect l="0" t="0" r="r" b="b"/>
            <a:pathLst>
              <a:path w="2068" h="2068">
                <a:moveTo>
                  <a:pt x="1654" y="0"/>
                </a:moveTo>
                <a:lnTo>
                  <a:pt x="0" y="1654"/>
                </a:lnTo>
                <a:lnTo>
                  <a:pt x="0" y="2068"/>
                </a:lnTo>
                <a:lnTo>
                  <a:pt x="2068" y="0"/>
                </a:lnTo>
                <a:lnTo>
                  <a:pt x="1654" y="0"/>
                </a:lnTo>
                <a:close/>
              </a:path>
            </a:pathLst>
          </a:custGeom>
          <a:solidFill>
            <a:srgbClr val="0D2D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4" name=""/>
          <p:cNvSpPr/>
          <p:nvPr/>
        </p:nvSpPr>
        <p:spPr>
          <a:xfrm>
            <a:off x="0" y="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068" y="0"/>
                </a:moveTo>
                <a:lnTo>
                  <a:pt x="0" y="2068"/>
                </a:lnTo>
                <a:lnTo>
                  <a:pt x="0" y="2481"/>
                </a:lnTo>
                <a:lnTo>
                  <a:pt x="2481" y="0"/>
                </a:lnTo>
                <a:lnTo>
                  <a:pt x="2068" y="0"/>
                </a:lnTo>
                <a:close/>
              </a:path>
            </a:pathLst>
          </a:custGeom>
          <a:solidFill>
            <a:srgbClr val="0E2E5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5" name=""/>
          <p:cNvSpPr/>
          <p:nvPr/>
        </p:nvSpPr>
        <p:spPr>
          <a:xfrm>
            <a:off x="0" y="0"/>
            <a:ext cx="1041840" cy="1041840"/>
          </a:xfrm>
          <a:custGeom>
            <a:avLst/>
            <a:gdLst/>
            <a:ahLst/>
            <a:rect l="0" t="0" r="r" b="b"/>
            <a:pathLst>
              <a:path w="2894" h="2894">
                <a:moveTo>
                  <a:pt x="2481" y="0"/>
                </a:moveTo>
                <a:lnTo>
                  <a:pt x="0" y="2481"/>
                </a:lnTo>
                <a:lnTo>
                  <a:pt x="0" y="2894"/>
                </a:lnTo>
                <a:lnTo>
                  <a:pt x="2894" y="0"/>
                </a:lnTo>
                <a:lnTo>
                  <a:pt x="2481" y="0"/>
                </a:lnTo>
                <a:close/>
              </a:path>
            </a:pathLst>
          </a:custGeom>
          <a:solidFill>
            <a:srgbClr val="0E2E5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6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2894" y="0"/>
                </a:moveTo>
                <a:lnTo>
                  <a:pt x="0" y="2894"/>
                </a:lnTo>
                <a:lnTo>
                  <a:pt x="0" y="3308"/>
                </a:lnTo>
                <a:lnTo>
                  <a:pt x="3308" y="0"/>
                </a:lnTo>
                <a:lnTo>
                  <a:pt x="2894" y="0"/>
                </a:lnTo>
                <a:close/>
              </a:path>
            </a:pathLst>
          </a:custGeom>
          <a:solidFill>
            <a:srgbClr val="0E2F5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7" name=""/>
          <p:cNvSpPr/>
          <p:nvPr/>
        </p:nvSpPr>
        <p:spPr>
          <a:xfrm>
            <a:off x="0" y="0"/>
            <a:ext cx="1339560" cy="1339560"/>
          </a:xfrm>
          <a:custGeom>
            <a:avLst/>
            <a:gdLst/>
            <a:ahLst/>
            <a:rect l="0" t="0" r="r" b="b"/>
            <a:pathLst>
              <a:path w="3721" h="3721">
                <a:moveTo>
                  <a:pt x="3308" y="0"/>
                </a:moveTo>
                <a:lnTo>
                  <a:pt x="0" y="3308"/>
                </a:lnTo>
                <a:lnTo>
                  <a:pt x="0" y="3721"/>
                </a:lnTo>
                <a:lnTo>
                  <a:pt x="372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0E2F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8" name=""/>
          <p:cNvSpPr/>
          <p:nvPr/>
        </p:nvSpPr>
        <p:spPr>
          <a:xfrm>
            <a:off x="0" y="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3721" y="0"/>
                </a:moveTo>
                <a:lnTo>
                  <a:pt x="0" y="3721"/>
                </a:lnTo>
                <a:lnTo>
                  <a:pt x="0" y="4135"/>
                </a:lnTo>
                <a:lnTo>
                  <a:pt x="4135" y="0"/>
                </a:lnTo>
                <a:lnTo>
                  <a:pt x="3721" y="0"/>
                </a:lnTo>
                <a:close/>
              </a:path>
            </a:pathLst>
          </a:custGeom>
          <a:solidFill>
            <a:srgbClr val="0E3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69" name=""/>
          <p:cNvSpPr/>
          <p:nvPr/>
        </p:nvSpPr>
        <p:spPr>
          <a:xfrm>
            <a:off x="0" y="0"/>
            <a:ext cx="1637280" cy="1637280"/>
          </a:xfrm>
          <a:custGeom>
            <a:avLst/>
            <a:gdLst/>
            <a:ahLst/>
            <a:rect l="0" t="0" r="r" b="b"/>
            <a:pathLst>
              <a:path w="4548" h="4548">
                <a:moveTo>
                  <a:pt x="4135" y="0"/>
                </a:moveTo>
                <a:lnTo>
                  <a:pt x="0" y="4135"/>
                </a:lnTo>
                <a:lnTo>
                  <a:pt x="0" y="4548"/>
                </a:lnTo>
                <a:lnTo>
                  <a:pt x="4548" y="0"/>
                </a:lnTo>
                <a:lnTo>
                  <a:pt x="4135" y="0"/>
                </a:lnTo>
                <a:close/>
              </a:path>
            </a:pathLst>
          </a:custGeom>
          <a:solidFill>
            <a:srgbClr val="0E305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4548" y="0"/>
                </a:moveTo>
                <a:lnTo>
                  <a:pt x="0" y="4548"/>
                </a:lnTo>
                <a:lnTo>
                  <a:pt x="0" y="4961"/>
                </a:lnTo>
                <a:lnTo>
                  <a:pt x="4961" y="0"/>
                </a:lnTo>
                <a:lnTo>
                  <a:pt x="4548" y="0"/>
                </a:lnTo>
                <a:close/>
              </a:path>
            </a:pathLst>
          </a:custGeom>
          <a:solidFill>
            <a:srgbClr val="0E315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1" name=""/>
          <p:cNvSpPr/>
          <p:nvPr/>
        </p:nvSpPr>
        <p:spPr>
          <a:xfrm>
            <a:off x="0" y="0"/>
            <a:ext cx="1935000" cy="1935000"/>
          </a:xfrm>
          <a:custGeom>
            <a:avLst/>
            <a:gdLst/>
            <a:ahLst/>
            <a:rect l="0" t="0" r="r" b="b"/>
            <a:pathLst>
              <a:path w="5375" h="5375">
                <a:moveTo>
                  <a:pt x="4961" y="0"/>
                </a:moveTo>
                <a:lnTo>
                  <a:pt x="0" y="4961"/>
                </a:lnTo>
                <a:lnTo>
                  <a:pt x="0" y="5375"/>
                </a:lnTo>
                <a:lnTo>
                  <a:pt x="537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0E325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2" name=""/>
          <p:cNvSpPr/>
          <p:nvPr/>
        </p:nvSpPr>
        <p:spPr>
          <a:xfrm>
            <a:off x="0" y="0"/>
            <a:ext cx="2083680" cy="2083680"/>
          </a:xfrm>
          <a:custGeom>
            <a:avLst/>
            <a:gdLst/>
            <a:ahLst/>
            <a:rect l="0" t="0" r="r" b="b"/>
            <a:pathLst>
              <a:path w="5788" h="5788">
                <a:moveTo>
                  <a:pt x="5375" y="0"/>
                </a:moveTo>
                <a:lnTo>
                  <a:pt x="0" y="5375"/>
                </a:lnTo>
                <a:lnTo>
                  <a:pt x="0" y="5788"/>
                </a:lnTo>
                <a:lnTo>
                  <a:pt x="5788" y="0"/>
                </a:lnTo>
                <a:lnTo>
                  <a:pt x="5375" y="0"/>
                </a:lnTo>
                <a:close/>
              </a:path>
            </a:pathLst>
          </a:custGeom>
          <a:solidFill>
            <a:srgbClr val="0E325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3" name=""/>
          <p:cNvSpPr/>
          <p:nvPr/>
        </p:nvSpPr>
        <p:spPr>
          <a:xfrm>
            <a:off x="0" y="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5788" y="0"/>
                </a:moveTo>
                <a:lnTo>
                  <a:pt x="0" y="5788"/>
                </a:lnTo>
                <a:lnTo>
                  <a:pt x="0" y="6202"/>
                </a:lnTo>
                <a:lnTo>
                  <a:pt x="6202" y="0"/>
                </a:lnTo>
                <a:lnTo>
                  <a:pt x="5788" y="0"/>
                </a:lnTo>
                <a:close/>
              </a:path>
            </a:pathLst>
          </a:custGeom>
          <a:solidFill>
            <a:srgbClr val="0E33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4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202" y="0"/>
                </a:moveTo>
                <a:lnTo>
                  <a:pt x="0" y="6202"/>
                </a:lnTo>
                <a:lnTo>
                  <a:pt x="0" y="6615"/>
                </a:lnTo>
                <a:lnTo>
                  <a:pt x="6615" y="0"/>
                </a:lnTo>
                <a:lnTo>
                  <a:pt x="6202" y="0"/>
                </a:lnTo>
                <a:close/>
              </a:path>
            </a:pathLst>
          </a:custGeom>
          <a:solidFill>
            <a:srgbClr val="0F33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5" name=""/>
          <p:cNvSpPr/>
          <p:nvPr/>
        </p:nvSpPr>
        <p:spPr>
          <a:xfrm>
            <a:off x="0" y="0"/>
            <a:ext cx="2530080" cy="2530080"/>
          </a:xfrm>
          <a:custGeom>
            <a:avLst/>
            <a:gdLst/>
            <a:ahLst/>
            <a:rect l="0" t="0" r="r" b="b"/>
            <a:pathLst>
              <a:path w="7028" h="7028">
                <a:moveTo>
                  <a:pt x="6615" y="0"/>
                </a:moveTo>
                <a:lnTo>
                  <a:pt x="0" y="6615"/>
                </a:lnTo>
                <a:lnTo>
                  <a:pt x="0" y="7028"/>
                </a:lnTo>
                <a:lnTo>
                  <a:pt x="7028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0F345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6" name=""/>
          <p:cNvSpPr/>
          <p:nvPr/>
        </p:nvSpPr>
        <p:spPr>
          <a:xfrm>
            <a:off x="0" y="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028" y="0"/>
                </a:moveTo>
                <a:lnTo>
                  <a:pt x="0" y="7028"/>
                </a:lnTo>
                <a:lnTo>
                  <a:pt x="0" y="7442"/>
                </a:lnTo>
                <a:lnTo>
                  <a:pt x="7442" y="0"/>
                </a:lnTo>
                <a:lnTo>
                  <a:pt x="7028" y="0"/>
                </a:lnTo>
                <a:close/>
              </a:path>
            </a:pathLst>
          </a:custGeom>
          <a:solidFill>
            <a:srgbClr val="0F345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7" name=""/>
          <p:cNvSpPr/>
          <p:nvPr/>
        </p:nvSpPr>
        <p:spPr>
          <a:xfrm>
            <a:off x="0" y="0"/>
            <a:ext cx="2827800" cy="2827800"/>
          </a:xfrm>
          <a:custGeom>
            <a:avLst/>
            <a:gdLst/>
            <a:ahLst/>
            <a:rect l="0" t="0" r="r" b="b"/>
            <a:pathLst>
              <a:path w="7855" h="7855">
                <a:moveTo>
                  <a:pt x="7442" y="0"/>
                </a:moveTo>
                <a:lnTo>
                  <a:pt x="0" y="7442"/>
                </a:lnTo>
                <a:lnTo>
                  <a:pt x="0" y="7855"/>
                </a:lnTo>
                <a:lnTo>
                  <a:pt x="7855" y="0"/>
                </a:lnTo>
                <a:lnTo>
                  <a:pt x="7442" y="0"/>
                </a:lnTo>
                <a:close/>
              </a:path>
            </a:pathLst>
          </a:custGeom>
          <a:solidFill>
            <a:srgbClr val="0F355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8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7855" y="0"/>
                </a:moveTo>
                <a:lnTo>
                  <a:pt x="0" y="7855"/>
                </a:lnTo>
                <a:lnTo>
                  <a:pt x="0" y="8269"/>
                </a:lnTo>
                <a:lnTo>
                  <a:pt x="8269" y="0"/>
                </a:lnTo>
                <a:lnTo>
                  <a:pt x="7855" y="0"/>
                </a:lnTo>
                <a:close/>
              </a:path>
            </a:pathLst>
          </a:custGeom>
          <a:solidFill>
            <a:srgbClr val="0F35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9" name=""/>
          <p:cNvSpPr/>
          <p:nvPr/>
        </p:nvSpPr>
        <p:spPr>
          <a:xfrm>
            <a:off x="0" y="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269" y="0"/>
                </a:moveTo>
                <a:lnTo>
                  <a:pt x="0" y="8269"/>
                </a:lnTo>
                <a:lnTo>
                  <a:pt x="0" y="8682"/>
                </a:lnTo>
                <a:lnTo>
                  <a:pt x="868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0F365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0" name=""/>
          <p:cNvSpPr/>
          <p:nvPr/>
        </p:nvSpPr>
        <p:spPr>
          <a:xfrm>
            <a:off x="0" y="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8682" y="0"/>
                </a:moveTo>
                <a:lnTo>
                  <a:pt x="0" y="8682"/>
                </a:lnTo>
                <a:lnTo>
                  <a:pt x="0" y="9096"/>
                </a:lnTo>
                <a:lnTo>
                  <a:pt x="9096" y="0"/>
                </a:lnTo>
                <a:lnTo>
                  <a:pt x="8682" y="0"/>
                </a:lnTo>
                <a:close/>
              </a:path>
            </a:pathLst>
          </a:custGeom>
          <a:solidFill>
            <a:srgbClr val="0F365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1" name=""/>
          <p:cNvSpPr/>
          <p:nvPr/>
        </p:nvSpPr>
        <p:spPr>
          <a:xfrm>
            <a:off x="0" y="0"/>
            <a:ext cx="3423240" cy="3423240"/>
          </a:xfrm>
          <a:custGeom>
            <a:avLst/>
            <a:gdLst/>
            <a:ahLst/>
            <a:rect l="0" t="0" r="r" b="b"/>
            <a:pathLst>
              <a:path w="9509" h="9509">
                <a:moveTo>
                  <a:pt x="9096" y="0"/>
                </a:moveTo>
                <a:lnTo>
                  <a:pt x="0" y="9096"/>
                </a:lnTo>
                <a:lnTo>
                  <a:pt x="0" y="9509"/>
                </a:lnTo>
                <a:lnTo>
                  <a:pt x="9509" y="0"/>
                </a:lnTo>
                <a:lnTo>
                  <a:pt x="9096" y="0"/>
                </a:lnTo>
                <a:close/>
              </a:path>
            </a:pathLst>
          </a:custGeom>
          <a:solidFill>
            <a:srgbClr val="0F376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2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9509" y="0"/>
                </a:moveTo>
                <a:lnTo>
                  <a:pt x="0" y="9509"/>
                </a:lnTo>
                <a:lnTo>
                  <a:pt x="0" y="9922"/>
                </a:lnTo>
                <a:lnTo>
                  <a:pt x="9922" y="0"/>
                </a:lnTo>
                <a:lnTo>
                  <a:pt x="9509" y="0"/>
                </a:lnTo>
                <a:close/>
              </a:path>
            </a:pathLst>
          </a:custGeom>
          <a:solidFill>
            <a:srgbClr val="0F376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3" name=""/>
          <p:cNvSpPr/>
          <p:nvPr/>
        </p:nvSpPr>
        <p:spPr>
          <a:xfrm>
            <a:off x="0" y="0"/>
            <a:ext cx="3720960" cy="3720960"/>
          </a:xfrm>
          <a:custGeom>
            <a:avLst/>
            <a:gdLst/>
            <a:ahLst/>
            <a:rect l="0" t="0" r="r" b="b"/>
            <a:pathLst>
              <a:path w="10336" h="10336">
                <a:moveTo>
                  <a:pt x="9922" y="0"/>
                </a:moveTo>
                <a:lnTo>
                  <a:pt x="0" y="9922"/>
                </a:lnTo>
                <a:lnTo>
                  <a:pt x="0" y="10336"/>
                </a:lnTo>
                <a:lnTo>
                  <a:pt x="1033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0F386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4" name=""/>
          <p:cNvSpPr/>
          <p:nvPr/>
        </p:nvSpPr>
        <p:spPr>
          <a:xfrm>
            <a:off x="0" y="0"/>
            <a:ext cx="3869640" cy="3869640"/>
          </a:xfrm>
          <a:custGeom>
            <a:avLst/>
            <a:gdLst/>
            <a:ahLst/>
            <a:rect l="0" t="0" r="r" b="b"/>
            <a:pathLst>
              <a:path w="10749" h="10749">
                <a:moveTo>
                  <a:pt x="10336" y="0"/>
                </a:moveTo>
                <a:lnTo>
                  <a:pt x="0" y="10336"/>
                </a:lnTo>
                <a:lnTo>
                  <a:pt x="0" y="10749"/>
                </a:lnTo>
                <a:lnTo>
                  <a:pt x="10749" y="0"/>
                </a:lnTo>
                <a:lnTo>
                  <a:pt x="10336" y="0"/>
                </a:lnTo>
                <a:close/>
              </a:path>
            </a:pathLst>
          </a:custGeom>
          <a:solidFill>
            <a:srgbClr val="1038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5" name=""/>
          <p:cNvSpPr/>
          <p:nvPr/>
        </p:nvSpPr>
        <p:spPr>
          <a:xfrm>
            <a:off x="0" y="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0749" y="0"/>
                </a:moveTo>
                <a:lnTo>
                  <a:pt x="0" y="10749"/>
                </a:lnTo>
                <a:lnTo>
                  <a:pt x="0" y="11163"/>
                </a:lnTo>
                <a:lnTo>
                  <a:pt x="11163" y="0"/>
                </a:lnTo>
                <a:lnTo>
                  <a:pt x="10749" y="0"/>
                </a:lnTo>
                <a:close/>
              </a:path>
            </a:pathLst>
          </a:custGeom>
          <a:solidFill>
            <a:srgbClr val="10396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6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163" y="0"/>
                </a:moveTo>
                <a:lnTo>
                  <a:pt x="0" y="11163"/>
                </a:lnTo>
                <a:lnTo>
                  <a:pt x="0" y="11576"/>
                </a:lnTo>
                <a:lnTo>
                  <a:pt x="11576" y="0"/>
                </a:lnTo>
                <a:lnTo>
                  <a:pt x="11163" y="0"/>
                </a:lnTo>
                <a:close/>
              </a:path>
            </a:pathLst>
          </a:custGeom>
          <a:solidFill>
            <a:srgbClr val="10396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7" name=""/>
          <p:cNvSpPr/>
          <p:nvPr/>
        </p:nvSpPr>
        <p:spPr>
          <a:xfrm>
            <a:off x="0" y="0"/>
            <a:ext cx="4316040" cy="4316040"/>
          </a:xfrm>
          <a:custGeom>
            <a:avLst/>
            <a:gdLst/>
            <a:ahLst/>
            <a:rect l="0" t="0" r="r" b="b"/>
            <a:pathLst>
              <a:path w="11989" h="11989">
                <a:moveTo>
                  <a:pt x="11576" y="0"/>
                </a:moveTo>
                <a:lnTo>
                  <a:pt x="0" y="11576"/>
                </a:lnTo>
                <a:lnTo>
                  <a:pt x="0" y="11989"/>
                </a:lnTo>
                <a:lnTo>
                  <a:pt x="11989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103A6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8" name=""/>
          <p:cNvSpPr/>
          <p:nvPr/>
        </p:nvSpPr>
        <p:spPr>
          <a:xfrm>
            <a:off x="0" y="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1989" y="0"/>
                </a:moveTo>
                <a:lnTo>
                  <a:pt x="0" y="11989"/>
                </a:lnTo>
                <a:lnTo>
                  <a:pt x="0" y="12403"/>
                </a:lnTo>
                <a:lnTo>
                  <a:pt x="12403" y="0"/>
                </a:lnTo>
                <a:lnTo>
                  <a:pt x="11989" y="0"/>
                </a:lnTo>
                <a:close/>
              </a:path>
            </a:pathLst>
          </a:custGeom>
          <a:solidFill>
            <a:srgbClr val="103A6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89" name=""/>
          <p:cNvSpPr/>
          <p:nvPr/>
        </p:nvSpPr>
        <p:spPr>
          <a:xfrm>
            <a:off x="0" y="0"/>
            <a:ext cx="4613760" cy="4613760"/>
          </a:xfrm>
          <a:custGeom>
            <a:avLst/>
            <a:gdLst/>
            <a:ahLst/>
            <a:rect l="0" t="0" r="r" b="b"/>
            <a:pathLst>
              <a:path w="12816" h="12816">
                <a:moveTo>
                  <a:pt x="12403" y="0"/>
                </a:moveTo>
                <a:lnTo>
                  <a:pt x="0" y="12403"/>
                </a:lnTo>
                <a:lnTo>
                  <a:pt x="0" y="12816"/>
                </a:lnTo>
                <a:lnTo>
                  <a:pt x="12816" y="0"/>
                </a:lnTo>
                <a:lnTo>
                  <a:pt x="12403" y="0"/>
                </a:lnTo>
                <a:close/>
              </a:path>
            </a:pathLst>
          </a:custGeom>
          <a:solidFill>
            <a:srgbClr val="103B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0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2816" y="0"/>
                </a:moveTo>
                <a:lnTo>
                  <a:pt x="0" y="12816"/>
                </a:lnTo>
                <a:lnTo>
                  <a:pt x="0" y="13230"/>
                </a:lnTo>
                <a:lnTo>
                  <a:pt x="13230" y="0"/>
                </a:lnTo>
                <a:lnTo>
                  <a:pt x="12816" y="0"/>
                </a:lnTo>
                <a:close/>
              </a:path>
            </a:pathLst>
          </a:custGeom>
          <a:solidFill>
            <a:srgbClr val="103B6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1" name=""/>
          <p:cNvSpPr/>
          <p:nvPr/>
        </p:nvSpPr>
        <p:spPr>
          <a:xfrm>
            <a:off x="0" y="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230" y="0"/>
                </a:moveTo>
                <a:lnTo>
                  <a:pt x="0" y="13230"/>
                </a:lnTo>
                <a:lnTo>
                  <a:pt x="0" y="13643"/>
                </a:lnTo>
                <a:lnTo>
                  <a:pt x="1364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103C6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2" name=""/>
          <p:cNvSpPr/>
          <p:nvPr/>
        </p:nvSpPr>
        <p:spPr>
          <a:xfrm>
            <a:off x="0" y="0"/>
            <a:ext cx="5060160" cy="5060160"/>
          </a:xfrm>
          <a:custGeom>
            <a:avLst/>
            <a:gdLst/>
            <a:ahLst/>
            <a:rect l="0" t="0" r="r" b="b"/>
            <a:pathLst>
              <a:path w="14056" h="14056">
                <a:moveTo>
                  <a:pt x="13643" y="0"/>
                </a:moveTo>
                <a:lnTo>
                  <a:pt x="0" y="13643"/>
                </a:lnTo>
                <a:lnTo>
                  <a:pt x="0" y="14056"/>
                </a:lnTo>
                <a:lnTo>
                  <a:pt x="14056" y="0"/>
                </a:lnTo>
                <a:lnTo>
                  <a:pt x="13643" y="0"/>
                </a:lnTo>
                <a:close/>
              </a:path>
            </a:pathLst>
          </a:custGeom>
          <a:solidFill>
            <a:srgbClr val="103D6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3" name=""/>
          <p:cNvSpPr/>
          <p:nvPr/>
        </p:nvSpPr>
        <p:spPr>
          <a:xfrm>
            <a:off x="0" y="0"/>
            <a:ext cx="5209200" cy="5209200"/>
          </a:xfrm>
          <a:custGeom>
            <a:avLst/>
            <a:gdLst/>
            <a:ahLst/>
            <a:rect l="0" t="0" r="r" b="b"/>
            <a:pathLst>
              <a:path w="14470" h="14470">
                <a:moveTo>
                  <a:pt x="14056" y="0"/>
                </a:moveTo>
                <a:lnTo>
                  <a:pt x="0" y="14056"/>
                </a:lnTo>
                <a:lnTo>
                  <a:pt x="0" y="14470"/>
                </a:lnTo>
                <a:lnTo>
                  <a:pt x="14470" y="0"/>
                </a:lnTo>
                <a:lnTo>
                  <a:pt x="14056" y="0"/>
                </a:lnTo>
                <a:close/>
              </a:path>
            </a:pathLst>
          </a:custGeom>
          <a:solidFill>
            <a:srgbClr val="113D6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4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4470" y="0"/>
                </a:moveTo>
                <a:lnTo>
                  <a:pt x="0" y="14470"/>
                </a:lnTo>
                <a:lnTo>
                  <a:pt x="0" y="14883"/>
                </a:lnTo>
                <a:lnTo>
                  <a:pt x="14883" y="0"/>
                </a:lnTo>
                <a:lnTo>
                  <a:pt x="14470" y="0"/>
                </a:lnTo>
                <a:close/>
              </a:path>
            </a:pathLst>
          </a:custGeom>
          <a:solidFill>
            <a:srgbClr val="113E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5" name=""/>
          <p:cNvSpPr/>
          <p:nvPr/>
        </p:nvSpPr>
        <p:spPr>
          <a:xfrm>
            <a:off x="0" y="0"/>
            <a:ext cx="5506920" cy="5506920"/>
          </a:xfrm>
          <a:custGeom>
            <a:avLst/>
            <a:gdLst/>
            <a:ahLst/>
            <a:rect l="0" t="0" r="r" b="b"/>
            <a:pathLst>
              <a:path w="15297" h="15297">
                <a:moveTo>
                  <a:pt x="14883" y="0"/>
                </a:moveTo>
                <a:lnTo>
                  <a:pt x="0" y="14883"/>
                </a:lnTo>
                <a:lnTo>
                  <a:pt x="0" y="15297"/>
                </a:lnTo>
                <a:lnTo>
                  <a:pt x="1529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113E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6" name=""/>
          <p:cNvSpPr/>
          <p:nvPr/>
        </p:nvSpPr>
        <p:spPr>
          <a:xfrm>
            <a:off x="0" y="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297" y="0"/>
                </a:moveTo>
                <a:lnTo>
                  <a:pt x="0" y="15297"/>
                </a:lnTo>
                <a:lnTo>
                  <a:pt x="0" y="15710"/>
                </a:lnTo>
                <a:lnTo>
                  <a:pt x="15710" y="0"/>
                </a:lnTo>
                <a:lnTo>
                  <a:pt x="15297" y="0"/>
                </a:lnTo>
                <a:close/>
              </a:path>
            </a:pathLst>
          </a:custGeom>
          <a:solidFill>
            <a:srgbClr val="113F6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7" name=""/>
          <p:cNvSpPr/>
          <p:nvPr/>
        </p:nvSpPr>
        <p:spPr>
          <a:xfrm>
            <a:off x="0" y="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5710" y="0"/>
                </a:moveTo>
                <a:lnTo>
                  <a:pt x="0" y="15710"/>
                </a:lnTo>
                <a:lnTo>
                  <a:pt x="0" y="16124"/>
                </a:lnTo>
                <a:lnTo>
                  <a:pt x="16124" y="0"/>
                </a:lnTo>
                <a:lnTo>
                  <a:pt x="15710" y="0"/>
                </a:lnTo>
                <a:close/>
              </a:path>
            </a:pathLst>
          </a:custGeom>
          <a:solidFill>
            <a:srgbClr val="113F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8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124" y="0"/>
                </a:moveTo>
                <a:lnTo>
                  <a:pt x="0" y="16124"/>
                </a:lnTo>
                <a:lnTo>
                  <a:pt x="0" y="16537"/>
                </a:lnTo>
                <a:lnTo>
                  <a:pt x="16537" y="0"/>
                </a:lnTo>
                <a:lnTo>
                  <a:pt x="16124" y="0"/>
                </a:lnTo>
                <a:close/>
              </a:path>
            </a:pathLst>
          </a:custGeom>
          <a:solidFill>
            <a:srgbClr val="11406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9" name=""/>
          <p:cNvSpPr/>
          <p:nvPr/>
        </p:nvSpPr>
        <p:spPr>
          <a:xfrm>
            <a:off x="0" y="0"/>
            <a:ext cx="6102000" cy="6102000"/>
          </a:xfrm>
          <a:custGeom>
            <a:avLst/>
            <a:gdLst/>
            <a:ahLst/>
            <a:rect l="0" t="0" r="r" b="b"/>
            <a:pathLst>
              <a:path w="16950" h="16950">
                <a:moveTo>
                  <a:pt x="16537" y="0"/>
                </a:moveTo>
                <a:lnTo>
                  <a:pt x="0" y="16537"/>
                </a:lnTo>
                <a:lnTo>
                  <a:pt x="0" y="16950"/>
                </a:lnTo>
                <a:lnTo>
                  <a:pt x="16950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1140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0" name=""/>
          <p:cNvSpPr/>
          <p:nvPr/>
        </p:nvSpPr>
        <p:spPr>
          <a:xfrm>
            <a:off x="0" y="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6950" y="0"/>
                </a:moveTo>
                <a:lnTo>
                  <a:pt x="0" y="16950"/>
                </a:lnTo>
                <a:lnTo>
                  <a:pt x="0" y="17364"/>
                </a:lnTo>
                <a:lnTo>
                  <a:pt x="17364" y="0"/>
                </a:lnTo>
                <a:lnTo>
                  <a:pt x="16950" y="0"/>
                </a:lnTo>
                <a:close/>
              </a:path>
            </a:pathLst>
          </a:custGeom>
          <a:solidFill>
            <a:srgbClr val="11416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1" name=""/>
          <p:cNvSpPr/>
          <p:nvPr/>
        </p:nvSpPr>
        <p:spPr>
          <a:xfrm>
            <a:off x="0" y="0"/>
            <a:ext cx="6399720" cy="6399720"/>
          </a:xfrm>
          <a:custGeom>
            <a:avLst/>
            <a:gdLst/>
            <a:ahLst/>
            <a:rect l="0" t="0" r="r" b="b"/>
            <a:pathLst>
              <a:path w="17777" h="17777">
                <a:moveTo>
                  <a:pt x="17364" y="0"/>
                </a:moveTo>
                <a:lnTo>
                  <a:pt x="0" y="17364"/>
                </a:lnTo>
                <a:lnTo>
                  <a:pt x="0" y="17777"/>
                </a:lnTo>
                <a:lnTo>
                  <a:pt x="17777" y="0"/>
                </a:lnTo>
                <a:lnTo>
                  <a:pt x="17364" y="0"/>
                </a:lnTo>
                <a:close/>
              </a:path>
            </a:pathLst>
          </a:custGeom>
          <a:solidFill>
            <a:srgbClr val="11417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2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7777" y="0"/>
                </a:moveTo>
                <a:lnTo>
                  <a:pt x="0" y="17777"/>
                </a:lnTo>
                <a:lnTo>
                  <a:pt x="0" y="18191"/>
                </a:lnTo>
                <a:lnTo>
                  <a:pt x="18191" y="0"/>
                </a:lnTo>
                <a:lnTo>
                  <a:pt x="17777" y="0"/>
                </a:lnTo>
                <a:close/>
              </a:path>
            </a:pathLst>
          </a:custGeom>
          <a:solidFill>
            <a:srgbClr val="11427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3" name=""/>
          <p:cNvSpPr/>
          <p:nvPr/>
        </p:nvSpPr>
        <p:spPr>
          <a:xfrm>
            <a:off x="0" y="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191" y="0"/>
                </a:moveTo>
                <a:lnTo>
                  <a:pt x="0" y="18191"/>
                </a:lnTo>
                <a:lnTo>
                  <a:pt x="0" y="18604"/>
                </a:lnTo>
                <a:lnTo>
                  <a:pt x="18604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12427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4" name=""/>
          <p:cNvSpPr/>
          <p:nvPr/>
        </p:nvSpPr>
        <p:spPr>
          <a:xfrm>
            <a:off x="0" y="0"/>
            <a:ext cx="6846120" cy="6846120"/>
          </a:xfrm>
          <a:custGeom>
            <a:avLst/>
            <a:gdLst/>
            <a:ahLst/>
            <a:rect l="0" t="0" r="r" b="b"/>
            <a:pathLst>
              <a:path w="19017" h="19017">
                <a:moveTo>
                  <a:pt x="18604" y="0"/>
                </a:moveTo>
                <a:lnTo>
                  <a:pt x="0" y="18604"/>
                </a:lnTo>
                <a:lnTo>
                  <a:pt x="0" y="19017"/>
                </a:lnTo>
                <a:lnTo>
                  <a:pt x="19017" y="0"/>
                </a:lnTo>
                <a:lnTo>
                  <a:pt x="18604" y="0"/>
                </a:lnTo>
                <a:close/>
              </a:path>
            </a:pathLst>
          </a:custGeom>
          <a:solidFill>
            <a:srgbClr val="124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5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9017" y="0"/>
                </a:moveTo>
                <a:lnTo>
                  <a:pt x="0" y="19017"/>
                </a:lnTo>
                <a:lnTo>
                  <a:pt x="0" y="19050"/>
                </a:lnTo>
                <a:lnTo>
                  <a:pt x="19050" y="0"/>
                </a:lnTo>
                <a:lnTo>
                  <a:pt x="19017" y="0"/>
                </a:lnTo>
                <a:close/>
              </a:path>
            </a:pathLst>
          </a:custGeom>
          <a:solidFill>
            <a:srgbClr val="1243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6" name=""/>
          <p:cNvSpPr/>
          <p:nvPr/>
        </p:nvSpPr>
        <p:spPr>
          <a:xfrm>
            <a:off x="0" y="0"/>
            <a:ext cx="6995160" cy="6858000"/>
          </a:xfrm>
          <a:custGeom>
            <a:avLst/>
            <a:gdLst/>
            <a:ahLst/>
            <a:rect l="0" t="0" r="r" b="b"/>
            <a:pathLst>
              <a:path w="19431" h="19050">
                <a:moveTo>
                  <a:pt x="19050" y="0"/>
                </a:moveTo>
                <a:lnTo>
                  <a:pt x="0" y="19050"/>
                </a:lnTo>
                <a:lnTo>
                  <a:pt x="380" y="19050"/>
                </a:lnTo>
                <a:lnTo>
                  <a:pt x="19431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244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7" name=""/>
          <p:cNvSpPr/>
          <p:nvPr/>
        </p:nvSpPr>
        <p:spPr>
          <a:xfrm>
            <a:off x="1368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47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8" name=""/>
          <p:cNvSpPr/>
          <p:nvPr/>
        </p:nvSpPr>
        <p:spPr>
          <a:xfrm>
            <a:off x="2854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47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09" name=""/>
          <p:cNvSpPr/>
          <p:nvPr/>
        </p:nvSpPr>
        <p:spPr>
          <a:xfrm>
            <a:off x="4345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57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0" name=""/>
          <p:cNvSpPr/>
          <p:nvPr/>
        </p:nvSpPr>
        <p:spPr>
          <a:xfrm>
            <a:off x="5832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5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1" name=""/>
          <p:cNvSpPr/>
          <p:nvPr/>
        </p:nvSpPr>
        <p:spPr>
          <a:xfrm>
            <a:off x="7318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67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2" name=""/>
          <p:cNvSpPr/>
          <p:nvPr/>
        </p:nvSpPr>
        <p:spPr>
          <a:xfrm>
            <a:off x="8809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6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3" name=""/>
          <p:cNvSpPr/>
          <p:nvPr/>
        </p:nvSpPr>
        <p:spPr>
          <a:xfrm>
            <a:off x="10296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2477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4" name=""/>
          <p:cNvSpPr/>
          <p:nvPr/>
        </p:nvSpPr>
        <p:spPr>
          <a:xfrm>
            <a:off x="11786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8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5" name=""/>
          <p:cNvSpPr/>
          <p:nvPr/>
        </p:nvSpPr>
        <p:spPr>
          <a:xfrm>
            <a:off x="13273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8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6" name=""/>
          <p:cNvSpPr/>
          <p:nvPr/>
        </p:nvSpPr>
        <p:spPr>
          <a:xfrm>
            <a:off x="14763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97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7" name=""/>
          <p:cNvSpPr/>
          <p:nvPr/>
        </p:nvSpPr>
        <p:spPr>
          <a:xfrm>
            <a:off x="16250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97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8" name=""/>
          <p:cNvSpPr/>
          <p:nvPr/>
        </p:nvSpPr>
        <p:spPr>
          <a:xfrm>
            <a:off x="17737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A7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9" name=""/>
          <p:cNvSpPr/>
          <p:nvPr/>
        </p:nvSpPr>
        <p:spPr>
          <a:xfrm>
            <a:off x="19227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A7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0" name=""/>
          <p:cNvSpPr/>
          <p:nvPr/>
        </p:nvSpPr>
        <p:spPr>
          <a:xfrm>
            <a:off x="207144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B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1" name=""/>
          <p:cNvSpPr/>
          <p:nvPr/>
        </p:nvSpPr>
        <p:spPr>
          <a:xfrm>
            <a:off x="22204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B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2" name=""/>
          <p:cNvSpPr/>
          <p:nvPr/>
        </p:nvSpPr>
        <p:spPr>
          <a:xfrm>
            <a:off x="23691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C8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3" name=""/>
          <p:cNvSpPr/>
          <p:nvPr/>
        </p:nvSpPr>
        <p:spPr>
          <a:xfrm>
            <a:off x="251784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34C8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4" name=""/>
          <p:cNvSpPr/>
          <p:nvPr/>
        </p:nvSpPr>
        <p:spPr>
          <a:xfrm>
            <a:off x="26668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D8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5" name=""/>
          <p:cNvSpPr/>
          <p:nvPr/>
        </p:nvSpPr>
        <p:spPr>
          <a:xfrm>
            <a:off x="28155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D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6" name=""/>
          <p:cNvSpPr/>
          <p:nvPr/>
        </p:nvSpPr>
        <p:spPr>
          <a:xfrm>
            <a:off x="29646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E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7" name=""/>
          <p:cNvSpPr/>
          <p:nvPr/>
        </p:nvSpPr>
        <p:spPr>
          <a:xfrm>
            <a:off x="311328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E8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8" name=""/>
          <p:cNvSpPr/>
          <p:nvPr/>
        </p:nvSpPr>
        <p:spPr>
          <a:xfrm>
            <a:off x="326196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F8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29" name=""/>
          <p:cNvSpPr/>
          <p:nvPr/>
        </p:nvSpPr>
        <p:spPr>
          <a:xfrm>
            <a:off x="341100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4F8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0" name=""/>
          <p:cNvSpPr/>
          <p:nvPr/>
        </p:nvSpPr>
        <p:spPr>
          <a:xfrm>
            <a:off x="355968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0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14508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1" name=""/>
          <p:cNvSpPr/>
          <p:nvPr/>
        </p:nvSpPr>
        <p:spPr>
          <a:xfrm>
            <a:off x="37087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0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2" name=""/>
          <p:cNvSpPr/>
          <p:nvPr/>
        </p:nvSpPr>
        <p:spPr>
          <a:xfrm>
            <a:off x="38574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18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3" name=""/>
          <p:cNvSpPr/>
          <p:nvPr/>
        </p:nvSpPr>
        <p:spPr>
          <a:xfrm>
            <a:off x="40064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4518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4" name=""/>
          <p:cNvSpPr/>
          <p:nvPr/>
        </p:nvSpPr>
        <p:spPr>
          <a:xfrm>
            <a:off x="415512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2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5" name=""/>
          <p:cNvSpPr/>
          <p:nvPr/>
        </p:nvSpPr>
        <p:spPr>
          <a:xfrm>
            <a:off x="430380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3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6" name=""/>
          <p:cNvSpPr/>
          <p:nvPr/>
        </p:nvSpPr>
        <p:spPr>
          <a:xfrm>
            <a:off x="44528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3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7" name=""/>
          <p:cNvSpPr/>
          <p:nvPr/>
        </p:nvSpPr>
        <p:spPr>
          <a:xfrm>
            <a:off x="46015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4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8" name=""/>
          <p:cNvSpPr/>
          <p:nvPr/>
        </p:nvSpPr>
        <p:spPr>
          <a:xfrm>
            <a:off x="475056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48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9" name=""/>
          <p:cNvSpPr/>
          <p:nvPr/>
        </p:nvSpPr>
        <p:spPr>
          <a:xfrm>
            <a:off x="4899240" y="0"/>
            <a:ext cx="7007040" cy="6858000"/>
          </a:xfrm>
          <a:custGeom>
            <a:avLst/>
            <a:gdLst/>
            <a:ahLst/>
            <a:rect l="0" t="0" r="r" b="b"/>
            <a:pathLst>
              <a:path w="19464" h="19050">
                <a:moveTo>
                  <a:pt x="19051" y="0"/>
                </a:moveTo>
                <a:lnTo>
                  <a:pt x="0" y="19050"/>
                </a:lnTo>
                <a:lnTo>
                  <a:pt x="413" y="19050"/>
                </a:lnTo>
                <a:lnTo>
                  <a:pt x="1946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58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0" name=""/>
          <p:cNvSpPr/>
          <p:nvPr/>
        </p:nvSpPr>
        <p:spPr>
          <a:xfrm>
            <a:off x="5047920" y="0"/>
            <a:ext cx="7007400" cy="6858000"/>
          </a:xfrm>
          <a:custGeom>
            <a:avLst/>
            <a:gdLst/>
            <a:ahLst/>
            <a:rect l="0" t="0" r="r" b="b"/>
            <a:pathLst>
              <a:path w="19465" h="19050">
                <a:moveTo>
                  <a:pt x="19051" y="0"/>
                </a:moveTo>
                <a:lnTo>
                  <a:pt x="0" y="19050"/>
                </a:lnTo>
                <a:lnTo>
                  <a:pt x="414" y="19050"/>
                </a:lnTo>
                <a:lnTo>
                  <a:pt x="1946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58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1" name=""/>
          <p:cNvSpPr/>
          <p:nvPr/>
        </p:nvSpPr>
        <p:spPr>
          <a:xfrm>
            <a:off x="5196960" y="0"/>
            <a:ext cx="6995160" cy="6858000"/>
          </a:xfrm>
          <a:custGeom>
            <a:avLst/>
            <a:gdLst/>
            <a:ahLst/>
            <a:rect l="0" t="0" r="r" b="b"/>
            <a:pathLst>
              <a:path w="19431" h="19050">
                <a:moveTo>
                  <a:pt x="19051" y="0"/>
                </a:moveTo>
                <a:lnTo>
                  <a:pt x="0" y="19050"/>
                </a:lnTo>
                <a:lnTo>
                  <a:pt x="380" y="19050"/>
                </a:lnTo>
                <a:lnTo>
                  <a:pt x="19431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2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33" y="19050"/>
                </a:lnTo>
                <a:lnTo>
                  <a:pt x="19051" y="33"/>
                </a:lnTo>
                <a:lnTo>
                  <a:pt x="19051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3" name=""/>
          <p:cNvSpPr/>
          <p:nvPr/>
        </p:nvSpPr>
        <p:spPr>
          <a:xfrm>
            <a:off x="5345640" y="11880"/>
            <a:ext cx="6846480" cy="6846120"/>
          </a:xfrm>
          <a:custGeom>
            <a:avLst/>
            <a:gdLst/>
            <a:ahLst/>
            <a:rect l="0" t="0" r="r" b="b"/>
            <a:pathLst>
              <a:path w="19018" h="19017">
                <a:moveTo>
                  <a:pt x="19018" y="0"/>
                </a:moveTo>
                <a:lnTo>
                  <a:pt x="0" y="19017"/>
                </a:lnTo>
                <a:lnTo>
                  <a:pt x="414" y="19017"/>
                </a:lnTo>
                <a:lnTo>
                  <a:pt x="19018" y="413"/>
                </a:lnTo>
                <a:lnTo>
                  <a:pt x="19018" y="0"/>
                </a:lnTo>
                <a:close/>
              </a:path>
            </a:pathLst>
          </a:custGeom>
          <a:solidFill>
            <a:srgbClr val="15569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4" name=""/>
          <p:cNvSpPr/>
          <p:nvPr/>
        </p:nvSpPr>
        <p:spPr>
          <a:xfrm>
            <a:off x="5494680" y="160560"/>
            <a:ext cx="6697440" cy="6697440"/>
          </a:xfrm>
          <a:custGeom>
            <a:avLst/>
            <a:gdLst/>
            <a:ahLst/>
            <a:rect l="0" t="0" r="r" b="b"/>
            <a:pathLst>
              <a:path w="18604" h="18604">
                <a:moveTo>
                  <a:pt x="18604" y="0"/>
                </a:moveTo>
                <a:lnTo>
                  <a:pt x="0" y="18604"/>
                </a:lnTo>
                <a:lnTo>
                  <a:pt x="413" y="18604"/>
                </a:lnTo>
                <a:lnTo>
                  <a:pt x="18604" y="413"/>
                </a:lnTo>
                <a:lnTo>
                  <a:pt x="18604" y="0"/>
                </a:lnTo>
                <a:close/>
              </a:path>
            </a:pathLst>
          </a:custGeom>
          <a:solidFill>
            <a:srgbClr val="15579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5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413" y="18191"/>
                </a:lnTo>
                <a:lnTo>
                  <a:pt x="18191" y="414"/>
                </a:lnTo>
                <a:lnTo>
                  <a:pt x="18191" y="0"/>
                </a:lnTo>
                <a:close/>
              </a:path>
            </a:pathLst>
          </a:custGeom>
          <a:solidFill>
            <a:srgbClr val="16579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6" name=""/>
          <p:cNvSpPr/>
          <p:nvPr/>
        </p:nvSpPr>
        <p:spPr>
          <a:xfrm>
            <a:off x="5792040" y="458280"/>
            <a:ext cx="6400080" cy="6399720"/>
          </a:xfrm>
          <a:custGeom>
            <a:avLst/>
            <a:gdLst/>
            <a:ahLst/>
            <a:rect l="0" t="0" r="r" b="b"/>
            <a:pathLst>
              <a:path w="17778" h="17777">
                <a:moveTo>
                  <a:pt x="17778" y="0"/>
                </a:moveTo>
                <a:lnTo>
                  <a:pt x="0" y="17777"/>
                </a:lnTo>
                <a:lnTo>
                  <a:pt x="414" y="17777"/>
                </a:lnTo>
                <a:lnTo>
                  <a:pt x="17778" y="413"/>
                </a:lnTo>
                <a:lnTo>
                  <a:pt x="17778" y="0"/>
                </a:lnTo>
                <a:close/>
              </a:path>
            </a:pathLst>
          </a:custGeom>
          <a:solidFill>
            <a:srgbClr val="16589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7" name=""/>
          <p:cNvSpPr/>
          <p:nvPr/>
        </p:nvSpPr>
        <p:spPr>
          <a:xfrm>
            <a:off x="5941080" y="606960"/>
            <a:ext cx="6251040" cy="6251040"/>
          </a:xfrm>
          <a:custGeom>
            <a:avLst/>
            <a:gdLst/>
            <a:ahLst/>
            <a:rect l="0" t="0" r="r" b="b"/>
            <a:pathLst>
              <a:path w="17364" h="17364">
                <a:moveTo>
                  <a:pt x="17364" y="0"/>
                </a:moveTo>
                <a:lnTo>
                  <a:pt x="0" y="17364"/>
                </a:lnTo>
                <a:lnTo>
                  <a:pt x="413" y="17364"/>
                </a:lnTo>
                <a:lnTo>
                  <a:pt x="17364" y="414"/>
                </a:lnTo>
                <a:lnTo>
                  <a:pt x="17364" y="0"/>
                </a:lnTo>
                <a:close/>
              </a:path>
            </a:pathLst>
          </a:custGeom>
          <a:solidFill>
            <a:srgbClr val="1658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8" name=""/>
          <p:cNvSpPr/>
          <p:nvPr/>
        </p:nvSpPr>
        <p:spPr>
          <a:xfrm>
            <a:off x="6089760" y="756000"/>
            <a:ext cx="6102360" cy="6102000"/>
          </a:xfrm>
          <a:custGeom>
            <a:avLst/>
            <a:gdLst/>
            <a:ahLst/>
            <a:rect l="0" t="0" r="r" b="b"/>
            <a:pathLst>
              <a:path w="16951" h="16950">
                <a:moveTo>
                  <a:pt x="16951" y="0"/>
                </a:moveTo>
                <a:lnTo>
                  <a:pt x="0" y="16950"/>
                </a:lnTo>
                <a:lnTo>
                  <a:pt x="414" y="16950"/>
                </a:lnTo>
                <a:lnTo>
                  <a:pt x="16951" y="413"/>
                </a:lnTo>
                <a:lnTo>
                  <a:pt x="16951" y="0"/>
                </a:lnTo>
                <a:close/>
              </a:path>
            </a:pathLst>
          </a:custGeom>
          <a:solidFill>
            <a:srgbClr val="16599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49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413" y="16537"/>
                </a:lnTo>
                <a:lnTo>
                  <a:pt x="16537" y="413"/>
                </a:lnTo>
                <a:lnTo>
                  <a:pt x="16537" y="0"/>
                </a:lnTo>
                <a:close/>
              </a:path>
            </a:pathLst>
          </a:custGeom>
          <a:solidFill>
            <a:srgbClr val="16599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0" name=""/>
          <p:cNvSpPr/>
          <p:nvPr/>
        </p:nvSpPr>
        <p:spPr>
          <a:xfrm>
            <a:off x="6387480" y="1053360"/>
            <a:ext cx="5804640" cy="5804640"/>
          </a:xfrm>
          <a:custGeom>
            <a:avLst/>
            <a:gdLst/>
            <a:ahLst/>
            <a:rect l="0" t="0" r="r" b="b"/>
            <a:pathLst>
              <a:path w="16124" h="16124">
                <a:moveTo>
                  <a:pt x="16124" y="0"/>
                </a:moveTo>
                <a:lnTo>
                  <a:pt x="0" y="16124"/>
                </a:lnTo>
                <a:lnTo>
                  <a:pt x="414" y="16124"/>
                </a:lnTo>
                <a:lnTo>
                  <a:pt x="16124" y="414"/>
                </a:lnTo>
                <a:lnTo>
                  <a:pt x="16124" y="0"/>
                </a:lnTo>
                <a:close/>
              </a:path>
            </a:pathLst>
          </a:custGeom>
          <a:solidFill>
            <a:srgbClr val="165A9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1" name=""/>
          <p:cNvSpPr/>
          <p:nvPr/>
        </p:nvSpPr>
        <p:spPr>
          <a:xfrm>
            <a:off x="6536520" y="1202400"/>
            <a:ext cx="5655600" cy="5655600"/>
          </a:xfrm>
          <a:custGeom>
            <a:avLst/>
            <a:gdLst/>
            <a:ahLst/>
            <a:rect l="0" t="0" r="r" b="b"/>
            <a:pathLst>
              <a:path w="15710" h="15710">
                <a:moveTo>
                  <a:pt x="15710" y="0"/>
                </a:moveTo>
                <a:lnTo>
                  <a:pt x="0" y="15710"/>
                </a:lnTo>
                <a:lnTo>
                  <a:pt x="413" y="15710"/>
                </a:lnTo>
                <a:lnTo>
                  <a:pt x="15710" y="413"/>
                </a:lnTo>
                <a:lnTo>
                  <a:pt x="15710" y="0"/>
                </a:lnTo>
                <a:close/>
              </a:path>
            </a:pathLst>
          </a:custGeom>
          <a:solidFill>
            <a:srgbClr val="165A9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2" name=""/>
          <p:cNvSpPr/>
          <p:nvPr/>
        </p:nvSpPr>
        <p:spPr>
          <a:xfrm>
            <a:off x="6685200" y="1351080"/>
            <a:ext cx="5506920" cy="5506920"/>
          </a:xfrm>
          <a:custGeom>
            <a:avLst/>
            <a:gdLst/>
            <a:ahLst/>
            <a:rect l="0" t="0" r="r" b="b"/>
            <a:pathLst>
              <a:path w="15297" h="15297">
                <a:moveTo>
                  <a:pt x="15297" y="0"/>
                </a:moveTo>
                <a:lnTo>
                  <a:pt x="0" y="15297"/>
                </a:lnTo>
                <a:lnTo>
                  <a:pt x="413" y="15297"/>
                </a:lnTo>
                <a:lnTo>
                  <a:pt x="15297" y="414"/>
                </a:lnTo>
                <a:lnTo>
                  <a:pt x="15297" y="0"/>
                </a:lnTo>
                <a:close/>
              </a:path>
            </a:pathLst>
          </a:custGeom>
          <a:solidFill>
            <a:srgbClr val="165B9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414" y="14883"/>
                </a:lnTo>
                <a:lnTo>
                  <a:pt x="14884" y="413"/>
                </a:lnTo>
                <a:lnTo>
                  <a:pt x="14884" y="0"/>
                </a:lnTo>
                <a:close/>
              </a:path>
            </a:pathLst>
          </a:custGeom>
          <a:solidFill>
            <a:srgbClr val="165B9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4" name=""/>
          <p:cNvSpPr/>
          <p:nvPr/>
        </p:nvSpPr>
        <p:spPr>
          <a:xfrm>
            <a:off x="6982920" y="1648800"/>
            <a:ext cx="5209200" cy="5209200"/>
          </a:xfrm>
          <a:custGeom>
            <a:avLst/>
            <a:gdLst/>
            <a:ahLst/>
            <a:rect l="0" t="0" r="r" b="b"/>
            <a:pathLst>
              <a:path w="14470" h="14470">
                <a:moveTo>
                  <a:pt x="14470" y="0"/>
                </a:moveTo>
                <a:lnTo>
                  <a:pt x="0" y="14470"/>
                </a:lnTo>
                <a:lnTo>
                  <a:pt x="413" y="14470"/>
                </a:lnTo>
                <a:lnTo>
                  <a:pt x="14470" y="414"/>
                </a:lnTo>
                <a:lnTo>
                  <a:pt x="14470" y="0"/>
                </a:lnTo>
                <a:close/>
              </a:path>
            </a:pathLst>
          </a:custGeom>
          <a:solidFill>
            <a:srgbClr val="175C9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5" name=""/>
          <p:cNvSpPr/>
          <p:nvPr/>
        </p:nvSpPr>
        <p:spPr>
          <a:xfrm>
            <a:off x="7131600" y="1797840"/>
            <a:ext cx="5060520" cy="5060160"/>
          </a:xfrm>
          <a:custGeom>
            <a:avLst/>
            <a:gdLst/>
            <a:ahLst/>
            <a:rect l="0" t="0" r="r" b="b"/>
            <a:pathLst>
              <a:path w="14057" h="14056">
                <a:moveTo>
                  <a:pt x="14057" y="0"/>
                </a:moveTo>
                <a:lnTo>
                  <a:pt x="0" y="14056"/>
                </a:lnTo>
                <a:lnTo>
                  <a:pt x="414" y="14056"/>
                </a:lnTo>
                <a:lnTo>
                  <a:pt x="14057" y="413"/>
                </a:lnTo>
                <a:lnTo>
                  <a:pt x="14057" y="0"/>
                </a:lnTo>
                <a:close/>
              </a:path>
            </a:pathLst>
          </a:custGeom>
          <a:solidFill>
            <a:srgbClr val="175C9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6" name=""/>
          <p:cNvSpPr/>
          <p:nvPr/>
        </p:nvSpPr>
        <p:spPr>
          <a:xfrm>
            <a:off x="7280640" y="1946520"/>
            <a:ext cx="4911480" cy="4911480"/>
          </a:xfrm>
          <a:custGeom>
            <a:avLst/>
            <a:gdLst/>
            <a:ahLst/>
            <a:rect l="0" t="0" r="r" b="b"/>
            <a:pathLst>
              <a:path w="13643" h="13643">
                <a:moveTo>
                  <a:pt x="13643" y="0"/>
                </a:moveTo>
                <a:lnTo>
                  <a:pt x="0" y="13643"/>
                </a:lnTo>
                <a:lnTo>
                  <a:pt x="414" y="13643"/>
                </a:lnTo>
                <a:lnTo>
                  <a:pt x="13643" y="413"/>
                </a:lnTo>
                <a:lnTo>
                  <a:pt x="13643" y="0"/>
                </a:lnTo>
                <a:close/>
              </a:path>
            </a:pathLst>
          </a:custGeom>
          <a:solidFill>
            <a:srgbClr val="175D9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7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413" y="13230"/>
                </a:lnTo>
                <a:lnTo>
                  <a:pt x="13230" y="414"/>
                </a:lnTo>
                <a:lnTo>
                  <a:pt x="13230" y="0"/>
                </a:lnTo>
                <a:close/>
              </a:path>
            </a:pathLst>
          </a:custGeom>
          <a:solidFill>
            <a:srgbClr val="175E9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8" name=""/>
          <p:cNvSpPr/>
          <p:nvPr/>
        </p:nvSpPr>
        <p:spPr>
          <a:xfrm>
            <a:off x="7578000" y="2244240"/>
            <a:ext cx="4614120" cy="4613760"/>
          </a:xfrm>
          <a:custGeom>
            <a:avLst/>
            <a:gdLst/>
            <a:ahLst/>
            <a:rect l="0" t="0" r="r" b="b"/>
            <a:pathLst>
              <a:path w="12817" h="12816">
                <a:moveTo>
                  <a:pt x="12817" y="0"/>
                </a:moveTo>
                <a:lnTo>
                  <a:pt x="0" y="12816"/>
                </a:lnTo>
                <a:lnTo>
                  <a:pt x="414" y="12816"/>
                </a:lnTo>
                <a:lnTo>
                  <a:pt x="12817" y="414"/>
                </a:lnTo>
                <a:lnTo>
                  <a:pt x="12817" y="0"/>
                </a:lnTo>
                <a:close/>
              </a:path>
            </a:pathLst>
          </a:custGeom>
          <a:solidFill>
            <a:srgbClr val="175E9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9" name=""/>
          <p:cNvSpPr/>
          <p:nvPr/>
        </p:nvSpPr>
        <p:spPr>
          <a:xfrm>
            <a:off x="7727040" y="2392920"/>
            <a:ext cx="4465080" cy="4465080"/>
          </a:xfrm>
          <a:custGeom>
            <a:avLst/>
            <a:gdLst/>
            <a:ahLst/>
            <a:rect l="0" t="0" r="r" b="b"/>
            <a:pathLst>
              <a:path w="12403" h="12403">
                <a:moveTo>
                  <a:pt x="12403" y="0"/>
                </a:moveTo>
                <a:lnTo>
                  <a:pt x="0" y="12403"/>
                </a:lnTo>
                <a:lnTo>
                  <a:pt x="413" y="12403"/>
                </a:lnTo>
                <a:lnTo>
                  <a:pt x="12403" y="414"/>
                </a:lnTo>
                <a:lnTo>
                  <a:pt x="12403" y="0"/>
                </a:lnTo>
                <a:close/>
              </a:path>
            </a:pathLst>
          </a:custGeom>
          <a:solidFill>
            <a:srgbClr val="175F9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0" name=""/>
          <p:cNvSpPr/>
          <p:nvPr/>
        </p:nvSpPr>
        <p:spPr>
          <a:xfrm>
            <a:off x="7875720" y="2541960"/>
            <a:ext cx="4316400" cy="4316040"/>
          </a:xfrm>
          <a:custGeom>
            <a:avLst/>
            <a:gdLst/>
            <a:ahLst/>
            <a:rect l="0" t="0" r="r" b="b"/>
            <a:pathLst>
              <a:path w="11990" h="11989">
                <a:moveTo>
                  <a:pt x="11990" y="0"/>
                </a:moveTo>
                <a:lnTo>
                  <a:pt x="0" y="11989"/>
                </a:lnTo>
                <a:lnTo>
                  <a:pt x="414" y="11989"/>
                </a:lnTo>
                <a:lnTo>
                  <a:pt x="11990" y="413"/>
                </a:lnTo>
                <a:lnTo>
                  <a:pt x="11990" y="0"/>
                </a:lnTo>
                <a:close/>
              </a:path>
            </a:pathLst>
          </a:custGeom>
          <a:solidFill>
            <a:srgbClr val="17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1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413" y="11576"/>
                </a:lnTo>
                <a:lnTo>
                  <a:pt x="11576" y="413"/>
                </a:lnTo>
                <a:lnTo>
                  <a:pt x="11576" y="0"/>
                </a:lnTo>
                <a:close/>
              </a:path>
            </a:pathLst>
          </a:custGeom>
          <a:solidFill>
            <a:srgbClr val="17609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2" name=""/>
          <p:cNvSpPr/>
          <p:nvPr/>
        </p:nvSpPr>
        <p:spPr>
          <a:xfrm>
            <a:off x="8173440" y="2839320"/>
            <a:ext cx="4018680" cy="4018680"/>
          </a:xfrm>
          <a:custGeom>
            <a:avLst/>
            <a:gdLst/>
            <a:ahLst/>
            <a:rect l="0" t="0" r="r" b="b"/>
            <a:pathLst>
              <a:path w="11163" h="11163">
                <a:moveTo>
                  <a:pt x="11163" y="0"/>
                </a:moveTo>
                <a:lnTo>
                  <a:pt x="0" y="11163"/>
                </a:lnTo>
                <a:lnTo>
                  <a:pt x="413" y="11163"/>
                </a:lnTo>
                <a:lnTo>
                  <a:pt x="11163" y="414"/>
                </a:lnTo>
                <a:lnTo>
                  <a:pt x="11163" y="0"/>
                </a:lnTo>
                <a:close/>
              </a:path>
            </a:pathLst>
          </a:custGeom>
          <a:solidFill>
            <a:srgbClr val="1760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3" name=""/>
          <p:cNvSpPr/>
          <p:nvPr/>
        </p:nvSpPr>
        <p:spPr>
          <a:xfrm>
            <a:off x="8322120" y="2988360"/>
            <a:ext cx="3870000" cy="3869640"/>
          </a:xfrm>
          <a:custGeom>
            <a:avLst/>
            <a:gdLst/>
            <a:ahLst/>
            <a:rect l="0" t="0" r="r" b="b"/>
            <a:pathLst>
              <a:path w="10750" h="10749">
                <a:moveTo>
                  <a:pt x="10750" y="0"/>
                </a:moveTo>
                <a:lnTo>
                  <a:pt x="0" y="10749"/>
                </a:lnTo>
                <a:lnTo>
                  <a:pt x="414" y="10749"/>
                </a:lnTo>
                <a:lnTo>
                  <a:pt x="10750" y="413"/>
                </a:lnTo>
                <a:lnTo>
                  <a:pt x="10750" y="0"/>
                </a:lnTo>
                <a:close/>
              </a:path>
            </a:pathLst>
          </a:custGeom>
          <a:solidFill>
            <a:srgbClr val="1761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4" name=""/>
          <p:cNvSpPr/>
          <p:nvPr/>
        </p:nvSpPr>
        <p:spPr>
          <a:xfrm>
            <a:off x="8471160" y="3137040"/>
            <a:ext cx="3720960" cy="3720960"/>
          </a:xfrm>
          <a:custGeom>
            <a:avLst/>
            <a:gdLst/>
            <a:ahLst/>
            <a:rect l="0" t="0" r="r" b="b"/>
            <a:pathLst>
              <a:path w="10336" h="10336">
                <a:moveTo>
                  <a:pt x="10336" y="0"/>
                </a:moveTo>
                <a:lnTo>
                  <a:pt x="0" y="10336"/>
                </a:lnTo>
                <a:lnTo>
                  <a:pt x="413" y="10336"/>
                </a:lnTo>
                <a:lnTo>
                  <a:pt x="10336" y="414"/>
                </a:lnTo>
                <a:lnTo>
                  <a:pt x="10336" y="0"/>
                </a:lnTo>
                <a:close/>
              </a:path>
            </a:pathLst>
          </a:custGeom>
          <a:solidFill>
            <a:srgbClr val="1861A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5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414" y="9922"/>
                </a:lnTo>
                <a:lnTo>
                  <a:pt x="9923" y="413"/>
                </a:lnTo>
                <a:lnTo>
                  <a:pt x="9923" y="0"/>
                </a:lnTo>
                <a:close/>
              </a:path>
            </a:pathLst>
          </a:custGeom>
          <a:solidFill>
            <a:srgbClr val="1862A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6" name=""/>
          <p:cNvSpPr/>
          <p:nvPr/>
        </p:nvSpPr>
        <p:spPr>
          <a:xfrm>
            <a:off x="8768880" y="3434760"/>
            <a:ext cx="3423240" cy="3423240"/>
          </a:xfrm>
          <a:custGeom>
            <a:avLst/>
            <a:gdLst/>
            <a:ahLst/>
            <a:rect l="0" t="0" r="r" b="b"/>
            <a:pathLst>
              <a:path w="9509" h="9509">
                <a:moveTo>
                  <a:pt x="9509" y="0"/>
                </a:moveTo>
                <a:lnTo>
                  <a:pt x="0" y="9509"/>
                </a:lnTo>
                <a:lnTo>
                  <a:pt x="413" y="9509"/>
                </a:lnTo>
                <a:lnTo>
                  <a:pt x="9509" y="413"/>
                </a:lnTo>
                <a:lnTo>
                  <a:pt x="9509" y="0"/>
                </a:lnTo>
                <a:close/>
              </a:path>
            </a:pathLst>
          </a:custGeom>
          <a:solidFill>
            <a:srgbClr val="1862A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7" name=""/>
          <p:cNvSpPr/>
          <p:nvPr/>
        </p:nvSpPr>
        <p:spPr>
          <a:xfrm>
            <a:off x="8917560" y="3583440"/>
            <a:ext cx="3274560" cy="3274560"/>
          </a:xfrm>
          <a:custGeom>
            <a:avLst/>
            <a:gdLst/>
            <a:ahLst/>
            <a:rect l="0" t="0" r="r" b="b"/>
            <a:pathLst>
              <a:path w="9096" h="9096">
                <a:moveTo>
                  <a:pt x="9096" y="0"/>
                </a:moveTo>
                <a:lnTo>
                  <a:pt x="0" y="9096"/>
                </a:lnTo>
                <a:lnTo>
                  <a:pt x="414" y="9096"/>
                </a:lnTo>
                <a:lnTo>
                  <a:pt x="9096" y="414"/>
                </a:lnTo>
                <a:lnTo>
                  <a:pt x="9096" y="0"/>
                </a:lnTo>
                <a:close/>
              </a:path>
            </a:pathLst>
          </a:custGeom>
          <a:solidFill>
            <a:srgbClr val="1863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8" name=""/>
          <p:cNvSpPr/>
          <p:nvPr/>
        </p:nvSpPr>
        <p:spPr>
          <a:xfrm>
            <a:off x="9066600" y="3732480"/>
            <a:ext cx="3125520" cy="3125520"/>
          </a:xfrm>
          <a:custGeom>
            <a:avLst/>
            <a:gdLst/>
            <a:ahLst/>
            <a:rect l="0" t="0" r="r" b="b"/>
            <a:pathLst>
              <a:path w="8682" h="8682">
                <a:moveTo>
                  <a:pt x="8682" y="0"/>
                </a:moveTo>
                <a:lnTo>
                  <a:pt x="0" y="8682"/>
                </a:lnTo>
                <a:lnTo>
                  <a:pt x="413" y="8682"/>
                </a:lnTo>
                <a:lnTo>
                  <a:pt x="8682" y="413"/>
                </a:lnTo>
                <a:lnTo>
                  <a:pt x="8682" y="0"/>
                </a:lnTo>
                <a:close/>
              </a:path>
            </a:pathLst>
          </a:custGeom>
          <a:solidFill>
            <a:srgbClr val="1863A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69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413" y="8269"/>
                </a:lnTo>
                <a:lnTo>
                  <a:pt x="8269" y="414"/>
                </a:lnTo>
                <a:lnTo>
                  <a:pt x="8269" y="0"/>
                </a:lnTo>
                <a:close/>
              </a:path>
            </a:pathLst>
          </a:custGeom>
          <a:solidFill>
            <a:srgbClr val="1864A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0" name=""/>
          <p:cNvSpPr/>
          <p:nvPr/>
        </p:nvSpPr>
        <p:spPr>
          <a:xfrm>
            <a:off x="9363960" y="4030200"/>
            <a:ext cx="2828160" cy="2827800"/>
          </a:xfrm>
          <a:custGeom>
            <a:avLst/>
            <a:gdLst/>
            <a:ahLst/>
            <a:rect l="0" t="0" r="r" b="b"/>
            <a:pathLst>
              <a:path w="7856" h="7855">
                <a:moveTo>
                  <a:pt x="7856" y="0"/>
                </a:moveTo>
                <a:lnTo>
                  <a:pt x="0" y="7855"/>
                </a:lnTo>
                <a:lnTo>
                  <a:pt x="414" y="7855"/>
                </a:lnTo>
                <a:lnTo>
                  <a:pt x="7856" y="413"/>
                </a:lnTo>
                <a:lnTo>
                  <a:pt x="7856" y="0"/>
                </a:lnTo>
                <a:close/>
              </a:path>
            </a:pathLst>
          </a:custGeom>
          <a:solidFill>
            <a:srgbClr val="1864A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1" name=""/>
          <p:cNvSpPr/>
          <p:nvPr/>
        </p:nvSpPr>
        <p:spPr>
          <a:xfrm>
            <a:off x="9513000" y="4178880"/>
            <a:ext cx="2679120" cy="2679120"/>
          </a:xfrm>
          <a:custGeom>
            <a:avLst/>
            <a:gdLst/>
            <a:ahLst/>
            <a:rect l="0" t="0" r="r" b="b"/>
            <a:pathLst>
              <a:path w="7442" h="7442">
                <a:moveTo>
                  <a:pt x="7442" y="0"/>
                </a:moveTo>
                <a:lnTo>
                  <a:pt x="0" y="7442"/>
                </a:lnTo>
                <a:lnTo>
                  <a:pt x="413" y="7442"/>
                </a:lnTo>
                <a:lnTo>
                  <a:pt x="7442" y="414"/>
                </a:lnTo>
                <a:lnTo>
                  <a:pt x="7442" y="0"/>
                </a:lnTo>
                <a:close/>
              </a:path>
            </a:pathLst>
          </a:custGeom>
          <a:solidFill>
            <a:srgbClr val="1865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2" name=""/>
          <p:cNvSpPr/>
          <p:nvPr/>
        </p:nvSpPr>
        <p:spPr>
          <a:xfrm>
            <a:off x="9661680" y="4327920"/>
            <a:ext cx="2530440" cy="2530080"/>
          </a:xfrm>
          <a:custGeom>
            <a:avLst/>
            <a:gdLst/>
            <a:ahLst/>
            <a:rect l="0" t="0" r="r" b="b"/>
            <a:pathLst>
              <a:path w="7029" h="7028">
                <a:moveTo>
                  <a:pt x="7029" y="0"/>
                </a:moveTo>
                <a:lnTo>
                  <a:pt x="0" y="7028"/>
                </a:lnTo>
                <a:lnTo>
                  <a:pt x="414" y="7028"/>
                </a:lnTo>
                <a:lnTo>
                  <a:pt x="7029" y="413"/>
                </a:lnTo>
                <a:lnTo>
                  <a:pt x="7029" y="0"/>
                </a:lnTo>
                <a:close/>
              </a:path>
            </a:pathLst>
          </a:custGeom>
          <a:solidFill>
            <a:srgbClr val="1865A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3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413" y="6615"/>
                </a:lnTo>
                <a:lnTo>
                  <a:pt x="6615" y="413"/>
                </a:lnTo>
                <a:lnTo>
                  <a:pt x="6615" y="0"/>
                </a:lnTo>
                <a:close/>
              </a:path>
            </a:pathLst>
          </a:custGeom>
          <a:solidFill>
            <a:srgbClr val="1866A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4" name=""/>
          <p:cNvSpPr/>
          <p:nvPr/>
        </p:nvSpPr>
        <p:spPr>
          <a:xfrm>
            <a:off x="9959400" y="4625280"/>
            <a:ext cx="2232720" cy="2232720"/>
          </a:xfrm>
          <a:custGeom>
            <a:avLst/>
            <a:gdLst/>
            <a:ahLst/>
            <a:rect l="0" t="0" r="r" b="b"/>
            <a:pathLst>
              <a:path w="6202" h="6202">
                <a:moveTo>
                  <a:pt x="6202" y="0"/>
                </a:moveTo>
                <a:lnTo>
                  <a:pt x="0" y="6202"/>
                </a:lnTo>
                <a:lnTo>
                  <a:pt x="414" y="6202"/>
                </a:lnTo>
                <a:lnTo>
                  <a:pt x="6202" y="414"/>
                </a:lnTo>
                <a:lnTo>
                  <a:pt x="6202" y="0"/>
                </a:lnTo>
                <a:close/>
              </a:path>
            </a:pathLst>
          </a:custGeom>
          <a:solidFill>
            <a:srgbClr val="1966A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5" name=""/>
          <p:cNvSpPr/>
          <p:nvPr/>
        </p:nvSpPr>
        <p:spPr>
          <a:xfrm>
            <a:off x="10108080" y="4774320"/>
            <a:ext cx="2084040" cy="2083680"/>
          </a:xfrm>
          <a:custGeom>
            <a:avLst/>
            <a:gdLst/>
            <a:ahLst/>
            <a:rect l="0" t="0" r="r" b="b"/>
            <a:pathLst>
              <a:path w="5789" h="5788">
                <a:moveTo>
                  <a:pt x="5789" y="0"/>
                </a:moveTo>
                <a:lnTo>
                  <a:pt x="0" y="5788"/>
                </a:lnTo>
                <a:lnTo>
                  <a:pt x="414" y="5788"/>
                </a:lnTo>
                <a:lnTo>
                  <a:pt x="5789" y="413"/>
                </a:lnTo>
                <a:lnTo>
                  <a:pt x="5789" y="0"/>
                </a:lnTo>
                <a:close/>
              </a:path>
            </a:pathLst>
          </a:custGeom>
          <a:solidFill>
            <a:srgbClr val="1967A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6" name=""/>
          <p:cNvSpPr/>
          <p:nvPr/>
        </p:nvSpPr>
        <p:spPr>
          <a:xfrm>
            <a:off x="10257120" y="4923000"/>
            <a:ext cx="1935000" cy="1935000"/>
          </a:xfrm>
          <a:custGeom>
            <a:avLst/>
            <a:gdLst/>
            <a:ahLst/>
            <a:rect l="0" t="0" r="r" b="b"/>
            <a:pathLst>
              <a:path w="5375" h="5375">
                <a:moveTo>
                  <a:pt x="5375" y="0"/>
                </a:moveTo>
                <a:lnTo>
                  <a:pt x="0" y="5375"/>
                </a:lnTo>
                <a:lnTo>
                  <a:pt x="413" y="5375"/>
                </a:lnTo>
                <a:lnTo>
                  <a:pt x="5375" y="414"/>
                </a:lnTo>
                <a:lnTo>
                  <a:pt x="5375" y="0"/>
                </a:lnTo>
                <a:close/>
              </a:path>
            </a:pathLst>
          </a:custGeom>
          <a:solidFill>
            <a:srgbClr val="1967A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7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414" y="4961"/>
                </a:lnTo>
                <a:lnTo>
                  <a:pt x="4962" y="413"/>
                </a:lnTo>
                <a:lnTo>
                  <a:pt x="4962" y="0"/>
                </a:lnTo>
                <a:close/>
              </a:path>
            </a:pathLst>
          </a:custGeom>
          <a:solidFill>
            <a:srgbClr val="1968A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8" name=""/>
          <p:cNvSpPr/>
          <p:nvPr/>
        </p:nvSpPr>
        <p:spPr>
          <a:xfrm>
            <a:off x="10554840" y="5220720"/>
            <a:ext cx="1637280" cy="1637280"/>
          </a:xfrm>
          <a:custGeom>
            <a:avLst/>
            <a:gdLst/>
            <a:ahLst/>
            <a:rect l="0" t="0" r="r" b="b"/>
            <a:pathLst>
              <a:path w="4548" h="4548">
                <a:moveTo>
                  <a:pt x="4548" y="0"/>
                </a:moveTo>
                <a:lnTo>
                  <a:pt x="0" y="4548"/>
                </a:lnTo>
                <a:lnTo>
                  <a:pt x="414" y="4548"/>
                </a:lnTo>
                <a:lnTo>
                  <a:pt x="4548" y="413"/>
                </a:lnTo>
                <a:lnTo>
                  <a:pt x="4548" y="0"/>
                </a:lnTo>
                <a:close/>
              </a:path>
            </a:pathLst>
          </a:custGeom>
          <a:solidFill>
            <a:srgbClr val="1969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9" name=""/>
          <p:cNvSpPr/>
          <p:nvPr/>
        </p:nvSpPr>
        <p:spPr>
          <a:xfrm>
            <a:off x="10703520" y="5369400"/>
            <a:ext cx="1488600" cy="1488600"/>
          </a:xfrm>
          <a:custGeom>
            <a:avLst/>
            <a:gdLst/>
            <a:ahLst/>
            <a:rect l="0" t="0" r="r" b="b"/>
            <a:pathLst>
              <a:path w="4135" h="4135">
                <a:moveTo>
                  <a:pt x="4135" y="0"/>
                </a:moveTo>
                <a:lnTo>
                  <a:pt x="0" y="4135"/>
                </a:lnTo>
                <a:lnTo>
                  <a:pt x="413" y="4135"/>
                </a:lnTo>
                <a:lnTo>
                  <a:pt x="4135" y="414"/>
                </a:lnTo>
                <a:lnTo>
                  <a:pt x="4135" y="0"/>
                </a:lnTo>
                <a:close/>
              </a:path>
            </a:pathLst>
          </a:custGeom>
          <a:solidFill>
            <a:srgbClr val="1969A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0" name=""/>
          <p:cNvSpPr/>
          <p:nvPr/>
        </p:nvSpPr>
        <p:spPr>
          <a:xfrm>
            <a:off x="10852200" y="5518440"/>
            <a:ext cx="1339920" cy="1339560"/>
          </a:xfrm>
          <a:custGeom>
            <a:avLst/>
            <a:gdLst/>
            <a:ahLst/>
            <a:rect l="0" t="0" r="r" b="b"/>
            <a:pathLst>
              <a:path w="3722" h="3721">
                <a:moveTo>
                  <a:pt x="3722" y="0"/>
                </a:moveTo>
                <a:lnTo>
                  <a:pt x="0" y="3721"/>
                </a:lnTo>
                <a:lnTo>
                  <a:pt x="414" y="3721"/>
                </a:lnTo>
                <a:lnTo>
                  <a:pt x="3722" y="413"/>
                </a:lnTo>
                <a:lnTo>
                  <a:pt x="3722" y="0"/>
                </a:lnTo>
                <a:close/>
              </a:path>
            </a:pathLst>
          </a:custGeom>
          <a:solidFill>
            <a:srgbClr val="196AA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1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413" y="3308"/>
                </a:lnTo>
                <a:lnTo>
                  <a:pt x="3308" y="414"/>
                </a:lnTo>
                <a:lnTo>
                  <a:pt x="3308" y="0"/>
                </a:lnTo>
                <a:close/>
              </a:path>
            </a:pathLst>
          </a:custGeom>
          <a:solidFill>
            <a:srgbClr val="196AA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2" name=""/>
          <p:cNvSpPr/>
          <p:nvPr/>
        </p:nvSpPr>
        <p:spPr>
          <a:xfrm>
            <a:off x="11149920" y="5816160"/>
            <a:ext cx="1042200" cy="1041840"/>
          </a:xfrm>
          <a:custGeom>
            <a:avLst/>
            <a:gdLst/>
            <a:ahLst/>
            <a:rect l="0" t="0" r="r" b="b"/>
            <a:pathLst>
              <a:path w="2895" h="2894">
                <a:moveTo>
                  <a:pt x="2895" y="0"/>
                </a:moveTo>
                <a:lnTo>
                  <a:pt x="0" y="2894"/>
                </a:lnTo>
                <a:lnTo>
                  <a:pt x="414" y="2894"/>
                </a:lnTo>
                <a:lnTo>
                  <a:pt x="2895" y="413"/>
                </a:lnTo>
                <a:lnTo>
                  <a:pt x="2895" y="0"/>
                </a:lnTo>
                <a:close/>
              </a:path>
            </a:pathLst>
          </a:custGeom>
          <a:solidFill>
            <a:srgbClr val="196BB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3" name=""/>
          <p:cNvSpPr/>
          <p:nvPr/>
        </p:nvSpPr>
        <p:spPr>
          <a:xfrm>
            <a:off x="11298960" y="5964840"/>
            <a:ext cx="893160" cy="893160"/>
          </a:xfrm>
          <a:custGeom>
            <a:avLst/>
            <a:gdLst/>
            <a:ahLst/>
            <a:rect l="0" t="0" r="r" b="b"/>
            <a:pathLst>
              <a:path w="2481" h="2481">
                <a:moveTo>
                  <a:pt x="2481" y="0"/>
                </a:moveTo>
                <a:lnTo>
                  <a:pt x="0" y="2481"/>
                </a:lnTo>
                <a:lnTo>
                  <a:pt x="413" y="2481"/>
                </a:lnTo>
                <a:lnTo>
                  <a:pt x="2481" y="413"/>
                </a:lnTo>
                <a:lnTo>
                  <a:pt x="2481" y="0"/>
                </a:lnTo>
                <a:close/>
              </a:path>
            </a:pathLst>
          </a:custGeom>
          <a:solidFill>
            <a:srgbClr val="196BB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4" name=""/>
          <p:cNvSpPr/>
          <p:nvPr/>
        </p:nvSpPr>
        <p:spPr>
          <a:xfrm>
            <a:off x="11447640" y="6113520"/>
            <a:ext cx="744480" cy="744480"/>
          </a:xfrm>
          <a:custGeom>
            <a:avLst/>
            <a:gdLst/>
            <a:ahLst/>
            <a:rect l="0" t="0" r="r" b="b"/>
            <a:pathLst>
              <a:path w="2068" h="2068">
                <a:moveTo>
                  <a:pt x="2068" y="0"/>
                </a:moveTo>
                <a:lnTo>
                  <a:pt x="0" y="2068"/>
                </a:lnTo>
                <a:lnTo>
                  <a:pt x="415" y="2068"/>
                </a:lnTo>
                <a:lnTo>
                  <a:pt x="2068" y="414"/>
                </a:lnTo>
                <a:lnTo>
                  <a:pt x="2068" y="0"/>
                </a:lnTo>
                <a:close/>
              </a:path>
            </a:pathLst>
          </a:custGeom>
          <a:solidFill>
            <a:srgbClr val="1A6CB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5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414" y="1654"/>
                </a:lnTo>
                <a:lnTo>
                  <a:pt x="1654" y="413"/>
                </a:lnTo>
                <a:lnTo>
                  <a:pt x="1654" y="0"/>
                </a:lnTo>
                <a:close/>
              </a:path>
            </a:pathLst>
          </a:custGeom>
          <a:solidFill>
            <a:srgbClr val="1A6C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6" name=""/>
          <p:cNvSpPr/>
          <p:nvPr/>
        </p:nvSpPr>
        <p:spPr>
          <a:xfrm>
            <a:off x="11745360" y="6411240"/>
            <a:ext cx="446760" cy="446760"/>
          </a:xfrm>
          <a:custGeom>
            <a:avLst/>
            <a:gdLst/>
            <a:ahLst/>
            <a:rect l="0" t="0" r="r" b="b"/>
            <a:pathLst>
              <a:path w="1241" h="1241">
                <a:moveTo>
                  <a:pt x="1241" y="0"/>
                </a:moveTo>
                <a:lnTo>
                  <a:pt x="0" y="1241"/>
                </a:lnTo>
                <a:lnTo>
                  <a:pt x="414" y="1241"/>
                </a:lnTo>
                <a:lnTo>
                  <a:pt x="1241" y="415"/>
                </a:lnTo>
                <a:lnTo>
                  <a:pt x="1241" y="0"/>
                </a:lnTo>
                <a:close/>
              </a:path>
            </a:pathLst>
          </a:custGeom>
          <a:solidFill>
            <a:srgbClr val="1A6D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7" name=""/>
          <p:cNvSpPr/>
          <p:nvPr/>
        </p:nvSpPr>
        <p:spPr>
          <a:xfrm>
            <a:off x="11894040" y="6560280"/>
            <a:ext cx="298080" cy="297720"/>
          </a:xfrm>
          <a:custGeom>
            <a:avLst/>
            <a:gdLst/>
            <a:ahLst/>
            <a:rect l="0" t="0" r="r" b="b"/>
            <a:pathLst>
              <a:path w="828" h="827">
                <a:moveTo>
                  <a:pt x="828" y="0"/>
                </a:moveTo>
                <a:lnTo>
                  <a:pt x="0" y="827"/>
                </a:lnTo>
                <a:lnTo>
                  <a:pt x="415" y="827"/>
                </a:lnTo>
                <a:lnTo>
                  <a:pt x="828" y="414"/>
                </a:lnTo>
                <a:lnTo>
                  <a:pt x="828" y="0"/>
                </a:lnTo>
                <a:close/>
              </a:path>
            </a:pathLst>
          </a:custGeom>
          <a:solidFill>
            <a:srgbClr val="1A6DB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8" name=""/>
          <p:cNvSpPr/>
          <p:nvPr/>
        </p:nvSpPr>
        <p:spPr>
          <a:xfrm>
            <a:off x="12043080" y="6708960"/>
            <a:ext cx="149040" cy="149040"/>
          </a:xfrm>
          <a:custGeom>
            <a:avLst/>
            <a:gdLst/>
            <a:ahLst/>
            <a:rect l="0" t="0" r="r" b="b"/>
            <a:pathLst>
              <a:path w="414" h="414">
                <a:moveTo>
                  <a:pt x="414" y="0"/>
                </a:moveTo>
                <a:lnTo>
                  <a:pt x="0" y="414"/>
                </a:lnTo>
                <a:lnTo>
                  <a:pt x="414" y="414"/>
                </a:lnTo>
                <a:lnTo>
                  <a:pt x="414" y="0"/>
                </a:lnTo>
                <a:close/>
              </a:path>
            </a:pathLst>
          </a:custGeom>
          <a:solidFill>
            <a:srgbClr val="1A6E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89" name=""/>
          <p:cNvSpPr txBox="1"/>
          <p:nvPr/>
        </p:nvSpPr>
        <p:spPr>
          <a:xfrm>
            <a:off x="5587920" y="3183840"/>
            <a:ext cx="101700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88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Demo</a:t>
            </a:r>
            <a:endParaRPr lang="en-US" sz="28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0" name=""/>
          <p:cNvSpPr txBox="1"/>
          <p:nvPr/>
        </p:nvSpPr>
        <p:spPr>
          <a:xfrm>
            <a:off x="11651760" y="6355800"/>
            <a:ext cx="2548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0" u="none" strike="noStrike">
                <a:solidFill>
                  <a:srgbClr val="777777"/>
                </a:solidFill>
                <a:effectLst/>
                <a:uFillTx/>
                <a:latin typeface="Arial"/>
                <a:ea typeface="Arial"/>
              </a:rPr>
              <a:t>31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